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9" r:id="rId3"/>
    <p:sldId id="260" r:id="rId4"/>
    <p:sldId id="261" r:id="rId5"/>
  </p:sldIdLst>
  <p:sldSz cx="10691813" cy="15119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EF8"/>
    <a:srgbClr val="FFFFFF"/>
    <a:srgbClr val="DFE7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29" autoAdjust="0"/>
    <p:restoredTop sz="94660"/>
  </p:normalViewPr>
  <p:slideViewPr>
    <p:cSldViewPr snapToGrid="0">
      <p:cViewPr varScale="1">
        <p:scale>
          <a:sx n="53" d="100"/>
          <a:sy n="53" d="100"/>
        </p:scale>
        <p:origin x="33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2474395"/>
            <a:ext cx="9088041" cy="5263774"/>
          </a:xfrm>
        </p:spPr>
        <p:txBody>
          <a:bodyPr anchor="b"/>
          <a:lstStyle>
            <a:lvl1pPr algn="ctr">
              <a:defRPr sz="701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7941160"/>
            <a:ext cx="8018860" cy="3650342"/>
          </a:xfrm>
        </p:spPr>
        <p:txBody>
          <a:bodyPr/>
          <a:lstStyle>
            <a:lvl1pPr marL="0" indent="0" algn="ctr">
              <a:buNone/>
              <a:defRPr sz="2806"/>
            </a:lvl1pPr>
            <a:lvl2pPr marL="534604" indent="0" algn="ctr">
              <a:buNone/>
              <a:defRPr sz="2339"/>
            </a:lvl2pPr>
            <a:lvl3pPr marL="1069208" indent="0" algn="ctr">
              <a:buNone/>
              <a:defRPr sz="2105"/>
            </a:lvl3pPr>
            <a:lvl4pPr marL="1603812" indent="0" algn="ctr">
              <a:buNone/>
              <a:defRPr sz="1871"/>
            </a:lvl4pPr>
            <a:lvl5pPr marL="2138416" indent="0" algn="ctr">
              <a:buNone/>
              <a:defRPr sz="1871"/>
            </a:lvl5pPr>
            <a:lvl6pPr marL="2673020" indent="0" algn="ctr">
              <a:buNone/>
              <a:defRPr sz="1871"/>
            </a:lvl6pPr>
            <a:lvl7pPr marL="3207624" indent="0" algn="ctr">
              <a:buNone/>
              <a:defRPr sz="1871"/>
            </a:lvl7pPr>
            <a:lvl8pPr marL="3742228" indent="0" algn="ctr">
              <a:buNone/>
              <a:defRPr sz="1871"/>
            </a:lvl8pPr>
            <a:lvl9pPr marL="4276832" indent="0" algn="ctr">
              <a:buNone/>
              <a:defRPr sz="1871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543B0-A7B0-4E9D-A60C-E95493F3078E}" type="datetimeFigureOut">
              <a:rPr lang="ko-KR" altLang="en-US" smtClean="0"/>
              <a:t>2022-11-07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431BC-F4CC-4C3B-89FA-D6982633C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472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543B0-A7B0-4E9D-A60C-E95493F3078E}" type="datetimeFigureOut">
              <a:rPr lang="ko-KR" altLang="en-US" smtClean="0"/>
              <a:t>2022-11-07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431BC-F4CC-4C3B-89FA-D6982633C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658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3769342"/>
            <a:ext cx="9221689" cy="6289229"/>
          </a:xfrm>
        </p:spPr>
        <p:txBody>
          <a:bodyPr anchor="b"/>
          <a:lstStyle>
            <a:lvl1pPr>
              <a:defRPr sz="701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10118069"/>
            <a:ext cx="9221689" cy="3307357"/>
          </a:xfrm>
        </p:spPr>
        <p:txBody>
          <a:bodyPr/>
          <a:lstStyle>
            <a:lvl1pPr marL="0" indent="0">
              <a:buNone/>
              <a:defRPr sz="2806">
                <a:solidFill>
                  <a:schemeClr val="tx1"/>
                </a:solidFill>
              </a:defRPr>
            </a:lvl1pPr>
            <a:lvl2pPr marL="534604" indent="0">
              <a:buNone/>
              <a:defRPr sz="2339">
                <a:solidFill>
                  <a:schemeClr val="tx1">
                    <a:tint val="75000"/>
                  </a:schemeClr>
                </a:solidFill>
              </a:defRPr>
            </a:lvl2pPr>
            <a:lvl3pPr marL="1069208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3pPr>
            <a:lvl4pPr marL="1603812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4pPr>
            <a:lvl5pPr marL="2138416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5pPr>
            <a:lvl6pPr marL="2673020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6pPr>
            <a:lvl7pPr marL="3207624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7pPr>
            <a:lvl8pPr marL="374222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8pPr>
            <a:lvl9pPr marL="4276832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543B0-A7B0-4E9D-A60C-E95493F3078E}" type="datetimeFigureOut">
              <a:rPr lang="ko-KR" altLang="en-US" smtClean="0"/>
              <a:t>2022-11-07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431BC-F4CC-4C3B-89FA-D6982633C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464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4024827"/>
            <a:ext cx="4544021" cy="959308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4024827"/>
            <a:ext cx="4544021" cy="959308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543B0-A7B0-4E9D-A60C-E95493F3078E}" type="datetimeFigureOut">
              <a:rPr lang="ko-KR" altLang="en-US" smtClean="0"/>
              <a:t>2022-11-07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431BC-F4CC-4C3B-89FA-D6982633C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478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804969"/>
            <a:ext cx="9221689" cy="292237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3706342"/>
            <a:ext cx="4523137" cy="1816421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5522763"/>
            <a:ext cx="4523137" cy="812315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3706342"/>
            <a:ext cx="4545413" cy="1816421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5522763"/>
            <a:ext cx="4545413" cy="812315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543B0-A7B0-4E9D-A60C-E95493F3078E}" type="datetimeFigureOut">
              <a:rPr lang="ko-KR" altLang="en-US" smtClean="0"/>
              <a:t>2022-11-07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431BC-F4CC-4C3B-89FA-D6982633C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25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543B0-A7B0-4E9D-A60C-E95493F3078E}" type="datetimeFigureOut">
              <a:rPr lang="ko-KR" altLang="en-US" smtClean="0"/>
              <a:t>2022-11-07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431BC-F4CC-4C3B-89FA-D6982633C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834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543B0-A7B0-4E9D-A60C-E95493F3078E}" type="datetimeFigureOut">
              <a:rPr lang="ko-KR" altLang="en-US" smtClean="0"/>
              <a:t>2022-11-07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431BC-F4CC-4C3B-89FA-D6982633C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991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1007957"/>
            <a:ext cx="3448388" cy="3527848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2176910"/>
            <a:ext cx="5412730" cy="10744538"/>
          </a:xfrm>
        </p:spPr>
        <p:txBody>
          <a:bodyPr/>
          <a:lstStyle>
            <a:lvl1pPr>
              <a:defRPr sz="3742"/>
            </a:lvl1pPr>
            <a:lvl2pPr>
              <a:defRPr sz="3274"/>
            </a:lvl2pPr>
            <a:lvl3pPr>
              <a:defRPr sz="2806"/>
            </a:lvl3pPr>
            <a:lvl4pPr>
              <a:defRPr sz="2339"/>
            </a:lvl4pPr>
            <a:lvl5pPr>
              <a:defRPr sz="2339"/>
            </a:lvl5pPr>
            <a:lvl6pPr>
              <a:defRPr sz="2339"/>
            </a:lvl6pPr>
            <a:lvl7pPr>
              <a:defRPr sz="2339"/>
            </a:lvl7pPr>
            <a:lvl8pPr>
              <a:defRPr sz="2339"/>
            </a:lvl8pPr>
            <a:lvl9pPr>
              <a:defRPr sz="233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4535805"/>
            <a:ext cx="3448388" cy="8403140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543B0-A7B0-4E9D-A60C-E95493F3078E}" type="datetimeFigureOut">
              <a:rPr lang="ko-KR" altLang="en-US" smtClean="0"/>
              <a:t>2022-11-07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431BC-F4CC-4C3B-89FA-D6982633C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330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1007957"/>
            <a:ext cx="3448388" cy="3527848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2176910"/>
            <a:ext cx="5412730" cy="10744538"/>
          </a:xfrm>
        </p:spPr>
        <p:txBody>
          <a:bodyPr anchor="t"/>
          <a:lstStyle>
            <a:lvl1pPr marL="0" indent="0">
              <a:buNone/>
              <a:defRPr sz="3742"/>
            </a:lvl1pPr>
            <a:lvl2pPr marL="534604" indent="0">
              <a:buNone/>
              <a:defRPr sz="3274"/>
            </a:lvl2pPr>
            <a:lvl3pPr marL="1069208" indent="0">
              <a:buNone/>
              <a:defRPr sz="2806"/>
            </a:lvl3pPr>
            <a:lvl4pPr marL="1603812" indent="0">
              <a:buNone/>
              <a:defRPr sz="2339"/>
            </a:lvl4pPr>
            <a:lvl5pPr marL="2138416" indent="0">
              <a:buNone/>
              <a:defRPr sz="2339"/>
            </a:lvl5pPr>
            <a:lvl6pPr marL="2673020" indent="0">
              <a:buNone/>
              <a:defRPr sz="2339"/>
            </a:lvl6pPr>
            <a:lvl7pPr marL="3207624" indent="0">
              <a:buNone/>
              <a:defRPr sz="2339"/>
            </a:lvl7pPr>
            <a:lvl8pPr marL="3742228" indent="0">
              <a:buNone/>
              <a:defRPr sz="2339"/>
            </a:lvl8pPr>
            <a:lvl9pPr marL="4276832" indent="0">
              <a:buNone/>
              <a:defRPr sz="233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4535805"/>
            <a:ext cx="3448388" cy="8403140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543B0-A7B0-4E9D-A60C-E95493F3078E}" type="datetimeFigureOut">
              <a:rPr lang="ko-KR" altLang="en-US" smtClean="0"/>
              <a:t>2022-11-07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431BC-F4CC-4C3B-89FA-D6982633C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15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543B0-A7B0-4E9D-A60C-E95493F3078E}" type="datetimeFigureOut">
              <a:rPr lang="ko-KR" altLang="en-US" smtClean="0"/>
              <a:t>2022-11-07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431BC-F4CC-4C3B-89FA-D6982633C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629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804966"/>
            <a:ext cx="2305422" cy="1281295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804966"/>
            <a:ext cx="6782619" cy="128129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543B0-A7B0-4E9D-A60C-E95493F3078E}" type="datetimeFigureOut">
              <a:rPr lang="ko-KR" altLang="en-US" smtClean="0"/>
              <a:t>2022-11-07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431BC-F4CC-4C3B-89FA-D6982633C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293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0DDFEE6-F78E-8255-4A09-B31E2189BB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" y="0"/>
            <a:ext cx="10691127" cy="151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274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7BBF112-0FDF-FCBF-D209-9876624987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" y="0"/>
            <a:ext cx="10691127" cy="151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188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E43A569-450E-0C10-E271-07489049E3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" y="0"/>
            <a:ext cx="10691127" cy="151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4509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7460153-E8C6-1E89-451B-0981EE83D8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" y="0"/>
            <a:ext cx="10691127" cy="151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754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804969"/>
            <a:ext cx="9221689" cy="29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4024827"/>
            <a:ext cx="9221689" cy="9593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14013401"/>
            <a:ext cx="2405658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543B0-A7B0-4E9D-A60C-E95493F3078E}" type="datetimeFigureOut">
              <a:rPr lang="ko-KR" altLang="en-US" smtClean="0"/>
              <a:t>2022-11-07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14013401"/>
            <a:ext cx="3608487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14013401"/>
            <a:ext cx="2405658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431BC-F4CC-4C3B-89FA-D6982633C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384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7" r:id="rId13"/>
    <p:sldLayoutId id="2147483685" r:id="rId14"/>
    <p:sldLayoutId id="2147483686" r:id="rId15"/>
  </p:sldLayoutIdLst>
  <p:txStyles>
    <p:titleStyle>
      <a:lvl1pPr algn="l" defTabSz="1069208" rtl="0" eaLnBrk="1" latinLnBrk="1" hangingPunct="1">
        <a:lnSpc>
          <a:spcPct val="90000"/>
        </a:lnSpc>
        <a:spcBef>
          <a:spcPct val="0"/>
        </a:spcBef>
        <a:buNone/>
        <a:defRPr sz="51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7302" indent="-267302" algn="l" defTabSz="1069208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3274" kern="1200">
          <a:solidFill>
            <a:schemeClr val="tx1"/>
          </a:solidFill>
          <a:latin typeface="+mn-lt"/>
          <a:ea typeface="+mn-ea"/>
          <a:cs typeface="+mn-cs"/>
        </a:defRPr>
      </a:lvl1pPr>
      <a:lvl2pPr marL="801906" indent="-267302" algn="l" defTabSz="1069208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336510" indent="-267302" algn="l" defTabSz="1069208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3pPr>
      <a:lvl4pPr marL="1871114" indent="-267302" algn="l" defTabSz="1069208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405718" indent="-267302" algn="l" defTabSz="1069208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940322" indent="-267302" algn="l" defTabSz="1069208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474926" indent="-267302" algn="l" defTabSz="1069208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4009530" indent="-267302" algn="l" defTabSz="1069208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544134" indent="-267302" algn="l" defTabSz="1069208" rtl="0" eaLnBrk="1" latinLnBrk="1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9208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04" algn="l" defTabSz="1069208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08" algn="l" defTabSz="1069208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812" algn="l" defTabSz="1069208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416" algn="l" defTabSz="1069208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020" algn="l" defTabSz="1069208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624" algn="l" defTabSz="1069208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228" algn="l" defTabSz="1069208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6832" algn="l" defTabSz="1069208" rtl="0" eaLnBrk="1" latinLnBrk="1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EAD6EFCB-2082-80F1-571F-2BC90A382F38}"/>
              </a:ext>
            </a:extLst>
          </p:cNvPr>
          <p:cNvSpPr>
            <a:spLocks noChangeAspect="1"/>
          </p:cNvSpPr>
          <p:nvPr/>
        </p:nvSpPr>
        <p:spPr bwMode="auto">
          <a:xfrm>
            <a:off x="1085850" y="738725"/>
            <a:ext cx="8730669" cy="13680000"/>
          </a:xfrm>
          <a:custGeom>
            <a:avLst/>
            <a:gdLst>
              <a:gd name="T0" fmla="*/ 688 w 5666"/>
              <a:gd name="T1" fmla="*/ 8573 h 8878"/>
              <a:gd name="T2" fmla="*/ 591 w 5666"/>
              <a:gd name="T3" fmla="*/ 8396 h 8878"/>
              <a:gd name="T4" fmla="*/ 370 w 5666"/>
              <a:gd name="T5" fmla="*/ 8029 h 8878"/>
              <a:gd name="T6" fmla="*/ 497 w 5666"/>
              <a:gd name="T7" fmla="*/ 7312 h 8878"/>
              <a:gd name="T8" fmla="*/ 390 w 5666"/>
              <a:gd name="T9" fmla="*/ 6816 h 8878"/>
              <a:gd name="T10" fmla="*/ 358 w 5666"/>
              <a:gd name="T11" fmla="*/ 6507 h 8878"/>
              <a:gd name="T12" fmla="*/ 873 w 5666"/>
              <a:gd name="T13" fmla="*/ 6282 h 8878"/>
              <a:gd name="T14" fmla="*/ 943 w 5666"/>
              <a:gd name="T15" fmla="*/ 5840 h 8878"/>
              <a:gd name="T16" fmla="*/ 794 w 5666"/>
              <a:gd name="T17" fmla="*/ 5525 h 8878"/>
              <a:gd name="T18" fmla="*/ 665 w 5666"/>
              <a:gd name="T19" fmla="*/ 5483 h 8878"/>
              <a:gd name="T20" fmla="*/ 279 w 5666"/>
              <a:gd name="T21" fmla="*/ 5009 h 8878"/>
              <a:gd name="T22" fmla="*/ 90 w 5666"/>
              <a:gd name="T23" fmla="*/ 4804 h 8878"/>
              <a:gd name="T24" fmla="*/ 16 w 5666"/>
              <a:gd name="T25" fmla="*/ 4331 h 8878"/>
              <a:gd name="T26" fmla="*/ 386 w 5666"/>
              <a:gd name="T27" fmla="*/ 4070 h 8878"/>
              <a:gd name="T28" fmla="*/ 901 w 5666"/>
              <a:gd name="T29" fmla="*/ 3877 h 8878"/>
              <a:gd name="T30" fmla="*/ 752 w 5666"/>
              <a:gd name="T31" fmla="*/ 3259 h 8878"/>
              <a:gd name="T32" fmla="*/ 657 w 5666"/>
              <a:gd name="T33" fmla="*/ 3008 h 8878"/>
              <a:gd name="T34" fmla="*/ 422 w 5666"/>
              <a:gd name="T35" fmla="*/ 2901 h 8878"/>
              <a:gd name="T36" fmla="*/ 573 w 5666"/>
              <a:gd name="T37" fmla="*/ 2586 h 8878"/>
              <a:gd name="T38" fmla="*/ 891 w 5666"/>
              <a:gd name="T39" fmla="*/ 2383 h 8878"/>
              <a:gd name="T40" fmla="*/ 1182 w 5666"/>
              <a:gd name="T41" fmla="*/ 2544 h 8878"/>
              <a:gd name="T42" fmla="*/ 1574 w 5666"/>
              <a:gd name="T43" fmla="*/ 2178 h 8878"/>
              <a:gd name="T44" fmla="*/ 1446 w 5666"/>
              <a:gd name="T45" fmla="*/ 1574 h 8878"/>
              <a:gd name="T46" fmla="*/ 1327 w 5666"/>
              <a:gd name="T47" fmla="*/ 1000 h 8878"/>
              <a:gd name="T48" fmla="*/ 1327 w 5666"/>
              <a:gd name="T49" fmla="*/ 169 h 8878"/>
              <a:gd name="T50" fmla="*/ 1506 w 5666"/>
              <a:gd name="T51" fmla="*/ 331 h 8878"/>
              <a:gd name="T52" fmla="*/ 1699 w 5666"/>
              <a:gd name="T53" fmla="*/ 635 h 8878"/>
              <a:gd name="T54" fmla="*/ 1918 w 5666"/>
              <a:gd name="T55" fmla="*/ 849 h 8878"/>
              <a:gd name="T56" fmla="*/ 2117 w 5666"/>
              <a:gd name="T57" fmla="*/ 918 h 8878"/>
              <a:gd name="T58" fmla="*/ 2322 w 5666"/>
              <a:gd name="T59" fmla="*/ 745 h 8878"/>
              <a:gd name="T60" fmla="*/ 2624 w 5666"/>
              <a:gd name="T61" fmla="*/ 424 h 8878"/>
              <a:gd name="T62" fmla="*/ 2772 w 5666"/>
              <a:gd name="T63" fmla="*/ 217 h 8878"/>
              <a:gd name="T64" fmla="*/ 3148 w 5666"/>
              <a:gd name="T65" fmla="*/ 173 h 8878"/>
              <a:gd name="T66" fmla="*/ 3211 w 5666"/>
              <a:gd name="T67" fmla="*/ 321 h 8878"/>
              <a:gd name="T68" fmla="*/ 3086 w 5666"/>
              <a:gd name="T69" fmla="*/ 665 h 8878"/>
              <a:gd name="T70" fmla="*/ 3014 w 5666"/>
              <a:gd name="T71" fmla="*/ 1241 h 8878"/>
              <a:gd name="T72" fmla="*/ 3275 w 5666"/>
              <a:gd name="T73" fmla="*/ 1458 h 8878"/>
              <a:gd name="T74" fmla="*/ 3510 w 5666"/>
              <a:gd name="T75" fmla="*/ 1440 h 8878"/>
              <a:gd name="T76" fmla="*/ 3657 w 5666"/>
              <a:gd name="T77" fmla="*/ 1871 h 8878"/>
              <a:gd name="T78" fmla="*/ 3971 w 5666"/>
              <a:gd name="T79" fmla="*/ 1725 h 8878"/>
              <a:gd name="T80" fmla="*/ 4532 w 5666"/>
              <a:gd name="T81" fmla="*/ 1414 h 8878"/>
              <a:gd name="T82" fmla="*/ 4946 w 5666"/>
              <a:gd name="T83" fmla="*/ 1488 h 8878"/>
              <a:gd name="T84" fmla="*/ 5284 w 5666"/>
              <a:gd name="T85" fmla="*/ 1620 h 8878"/>
              <a:gd name="T86" fmla="*/ 5543 w 5666"/>
              <a:gd name="T87" fmla="*/ 1574 h 8878"/>
              <a:gd name="T88" fmla="*/ 5627 w 5666"/>
              <a:gd name="T89" fmla="*/ 2237 h 8878"/>
              <a:gd name="T90" fmla="*/ 5643 w 5666"/>
              <a:gd name="T91" fmla="*/ 2648 h 8878"/>
              <a:gd name="T92" fmla="*/ 5362 w 5666"/>
              <a:gd name="T93" fmla="*/ 3068 h 8878"/>
              <a:gd name="T94" fmla="*/ 5153 w 5666"/>
              <a:gd name="T95" fmla="*/ 3702 h 8878"/>
              <a:gd name="T96" fmla="*/ 4692 w 5666"/>
              <a:gd name="T97" fmla="*/ 4110 h 8878"/>
              <a:gd name="T98" fmla="*/ 4564 w 5666"/>
              <a:gd name="T99" fmla="*/ 4758 h 8878"/>
              <a:gd name="T100" fmla="*/ 4463 w 5666"/>
              <a:gd name="T101" fmla="*/ 5116 h 8878"/>
              <a:gd name="T102" fmla="*/ 3933 w 5666"/>
              <a:gd name="T103" fmla="*/ 5318 h 8878"/>
              <a:gd name="T104" fmla="*/ 3788 w 5666"/>
              <a:gd name="T105" fmla="*/ 5379 h 8878"/>
              <a:gd name="T106" fmla="*/ 3756 w 5666"/>
              <a:gd name="T107" fmla="*/ 5949 h 8878"/>
              <a:gd name="T108" fmla="*/ 3549 w 5666"/>
              <a:gd name="T109" fmla="*/ 6449 h 8878"/>
              <a:gd name="T110" fmla="*/ 3028 w 5666"/>
              <a:gd name="T111" fmla="*/ 6647 h 8878"/>
              <a:gd name="T112" fmla="*/ 2971 w 5666"/>
              <a:gd name="T113" fmla="*/ 7358 h 8878"/>
              <a:gd name="T114" fmla="*/ 2835 w 5666"/>
              <a:gd name="T115" fmla="*/ 8089 h 8878"/>
              <a:gd name="T116" fmla="*/ 2185 w 5666"/>
              <a:gd name="T117" fmla="*/ 8729 h 8878"/>
              <a:gd name="T118" fmla="*/ 1902 w 5666"/>
              <a:gd name="T119" fmla="*/ 8426 h 8878"/>
              <a:gd name="T120" fmla="*/ 1624 w 5666"/>
              <a:gd name="T121" fmla="*/ 8529 h 8878"/>
              <a:gd name="T122" fmla="*/ 1512 w 5666"/>
              <a:gd name="T123" fmla="*/ 8524 h 8878"/>
              <a:gd name="T124" fmla="*/ 1307 w 5666"/>
              <a:gd name="T125" fmla="*/ 8685 h 88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666" h="8878">
                <a:moveTo>
                  <a:pt x="1305" y="8771"/>
                </a:moveTo>
                <a:lnTo>
                  <a:pt x="1305" y="8771"/>
                </a:lnTo>
                <a:lnTo>
                  <a:pt x="1287" y="8816"/>
                </a:lnTo>
                <a:lnTo>
                  <a:pt x="1198" y="8878"/>
                </a:lnTo>
                <a:lnTo>
                  <a:pt x="1144" y="8878"/>
                </a:lnTo>
                <a:lnTo>
                  <a:pt x="1051" y="8814"/>
                </a:lnTo>
                <a:lnTo>
                  <a:pt x="949" y="8705"/>
                </a:lnTo>
                <a:lnTo>
                  <a:pt x="911" y="8693"/>
                </a:lnTo>
                <a:lnTo>
                  <a:pt x="860" y="8693"/>
                </a:lnTo>
                <a:lnTo>
                  <a:pt x="798" y="8531"/>
                </a:lnTo>
                <a:lnTo>
                  <a:pt x="688" y="8573"/>
                </a:lnTo>
                <a:lnTo>
                  <a:pt x="678" y="8555"/>
                </a:lnTo>
                <a:lnTo>
                  <a:pt x="678" y="8555"/>
                </a:lnTo>
                <a:lnTo>
                  <a:pt x="651" y="8555"/>
                </a:lnTo>
                <a:lnTo>
                  <a:pt x="619" y="8555"/>
                </a:lnTo>
                <a:lnTo>
                  <a:pt x="619" y="8555"/>
                </a:lnTo>
                <a:lnTo>
                  <a:pt x="607" y="8553"/>
                </a:lnTo>
                <a:lnTo>
                  <a:pt x="587" y="8549"/>
                </a:lnTo>
                <a:lnTo>
                  <a:pt x="559" y="8543"/>
                </a:lnTo>
                <a:lnTo>
                  <a:pt x="571" y="8490"/>
                </a:lnTo>
                <a:lnTo>
                  <a:pt x="611" y="8442"/>
                </a:lnTo>
                <a:lnTo>
                  <a:pt x="591" y="8396"/>
                </a:lnTo>
                <a:lnTo>
                  <a:pt x="555" y="8348"/>
                </a:lnTo>
                <a:lnTo>
                  <a:pt x="515" y="8330"/>
                </a:lnTo>
                <a:lnTo>
                  <a:pt x="438" y="8348"/>
                </a:lnTo>
                <a:lnTo>
                  <a:pt x="408" y="8348"/>
                </a:lnTo>
                <a:lnTo>
                  <a:pt x="396" y="8280"/>
                </a:lnTo>
                <a:lnTo>
                  <a:pt x="324" y="8223"/>
                </a:lnTo>
                <a:lnTo>
                  <a:pt x="296" y="8243"/>
                </a:lnTo>
                <a:lnTo>
                  <a:pt x="235" y="8211"/>
                </a:lnTo>
                <a:lnTo>
                  <a:pt x="235" y="8143"/>
                </a:lnTo>
                <a:lnTo>
                  <a:pt x="308" y="8077"/>
                </a:lnTo>
                <a:lnTo>
                  <a:pt x="370" y="8029"/>
                </a:lnTo>
                <a:lnTo>
                  <a:pt x="370" y="7980"/>
                </a:lnTo>
                <a:lnTo>
                  <a:pt x="448" y="7872"/>
                </a:lnTo>
                <a:lnTo>
                  <a:pt x="446" y="7838"/>
                </a:lnTo>
                <a:lnTo>
                  <a:pt x="428" y="7754"/>
                </a:lnTo>
                <a:lnTo>
                  <a:pt x="432" y="7677"/>
                </a:lnTo>
                <a:lnTo>
                  <a:pt x="464" y="7623"/>
                </a:lnTo>
                <a:lnTo>
                  <a:pt x="489" y="7593"/>
                </a:lnTo>
                <a:lnTo>
                  <a:pt x="505" y="7545"/>
                </a:lnTo>
                <a:lnTo>
                  <a:pt x="487" y="7495"/>
                </a:lnTo>
                <a:lnTo>
                  <a:pt x="483" y="7410"/>
                </a:lnTo>
                <a:lnTo>
                  <a:pt x="497" y="7312"/>
                </a:lnTo>
                <a:lnTo>
                  <a:pt x="499" y="7236"/>
                </a:lnTo>
                <a:lnTo>
                  <a:pt x="483" y="7208"/>
                </a:lnTo>
                <a:lnTo>
                  <a:pt x="448" y="7151"/>
                </a:lnTo>
                <a:lnTo>
                  <a:pt x="434" y="7117"/>
                </a:lnTo>
                <a:lnTo>
                  <a:pt x="440" y="7077"/>
                </a:lnTo>
                <a:lnTo>
                  <a:pt x="426" y="7053"/>
                </a:lnTo>
                <a:lnTo>
                  <a:pt x="402" y="7001"/>
                </a:lnTo>
                <a:lnTo>
                  <a:pt x="396" y="6930"/>
                </a:lnTo>
                <a:lnTo>
                  <a:pt x="394" y="6868"/>
                </a:lnTo>
                <a:lnTo>
                  <a:pt x="390" y="6816"/>
                </a:lnTo>
                <a:lnTo>
                  <a:pt x="390" y="6816"/>
                </a:lnTo>
                <a:lnTo>
                  <a:pt x="380" y="6792"/>
                </a:lnTo>
                <a:lnTo>
                  <a:pt x="372" y="6776"/>
                </a:lnTo>
                <a:lnTo>
                  <a:pt x="366" y="6768"/>
                </a:lnTo>
                <a:lnTo>
                  <a:pt x="366" y="6768"/>
                </a:lnTo>
                <a:lnTo>
                  <a:pt x="348" y="6748"/>
                </a:lnTo>
                <a:lnTo>
                  <a:pt x="332" y="6732"/>
                </a:lnTo>
                <a:lnTo>
                  <a:pt x="308" y="6680"/>
                </a:lnTo>
                <a:lnTo>
                  <a:pt x="294" y="6613"/>
                </a:lnTo>
                <a:lnTo>
                  <a:pt x="300" y="6561"/>
                </a:lnTo>
                <a:lnTo>
                  <a:pt x="320" y="6525"/>
                </a:lnTo>
                <a:lnTo>
                  <a:pt x="358" y="6507"/>
                </a:lnTo>
                <a:lnTo>
                  <a:pt x="456" y="6481"/>
                </a:lnTo>
                <a:lnTo>
                  <a:pt x="513" y="6471"/>
                </a:lnTo>
                <a:lnTo>
                  <a:pt x="529" y="6425"/>
                </a:lnTo>
                <a:lnTo>
                  <a:pt x="529" y="6392"/>
                </a:lnTo>
                <a:lnTo>
                  <a:pt x="561" y="6346"/>
                </a:lnTo>
                <a:lnTo>
                  <a:pt x="609" y="6316"/>
                </a:lnTo>
                <a:lnTo>
                  <a:pt x="647" y="6316"/>
                </a:lnTo>
                <a:lnTo>
                  <a:pt x="706" y="6314"/>
                </a:lnTo>
                <a:lnTo>
                  <a:pt x="738" y="6294"/>
                </a:lnTo>
                <a:lnTo>
                  <a:pt x="796" y="6282"/>
                </a:lnTo>
                <a:lnTo>
                  <a:pt x="873" y="6282"/>
                </a:lnTo>
                <a:lnTo>
                  <a:pt x="903" y="6260"/>
                </a:lnTo>
                <a:lnTo>
                  <a:pt x="909" y="6208"/>
                </a:lnTo>
                <a:lnTo>
                  <a:pt x="931" y="6109"/>
                </a:lnTo>
                <a:lnTo>
                  <a:pt x="937" y="6065"/>
                </a:lnTo>
                <a:lnTo>
                  <a:pt x="975" y="5997"/>
                </a:lnTo>
                <a:lnTo>
                  <a:pt x="1009" y="5921"/>
                </a:lnTo>
                <a:lnTo>
                  <a:pt x="1019" y="5888"/>
                </a:lnTo>
                <a:lnTo>
                  <a:pt x="1011" y="5866"/>
                </a:lnTo>
                <a:lnTo>
                  <a:pt x="1011" y="5866"/>
                </a:lnTo>
                <a:lnTo>
                  <a:pt x="943" y="5840"/>
                </a:lnTo>
                <a:lnTo>
                  <a:pt x="943" y="5840"/>
                </a:lnTo>
                <a:lnTo>
                  <a:pt x="941" y="5836"/>
                </a:lnTo>
                <a:lnTo>
                  <a:pt x="937" y="5826"/>
                </a:lnTo>
                <a:lnTo>
                  <a:pt x="933" y="5810"/>
                </a:lnTo>
                <a:lnTo>
                  <a:pt x="937" y="5770"/>
                </a:lnTo>
                <a:lnTo>
                  <a:pt x="903" y="5746"/>
                </a:lnTo>
                <a:lnTo>
                  <a:pt x="901" y="5712"/>
                </a:lnTo>
                <a:lnTo>
                  <a:pt x="903" y="5666"/>
                </a:lnTo>
                <a:lnTo>
                  <a:pt x="885" y="5609"/>
                </a:lnTo>
                <a:lnTo>
                  <a:pt x="875" y="5581"/>
                </a:lnTo>
                <a:lnTo>
                  <a:pt x="848" y="5553"/>
                </a:lnTo>
                <a:lnTo>
                  <a:pt x="794" y="5525"/>
                </a:lnTo>
                <a:lnTo>
                  <a:pt x="758" y="5519"/>
                </a:lnTo>
                <a:lnTo>
                  <a:pt x="730" y="5531"/>
                </a:lnTo>
                <a:lnTo>
                  <a:pt x="730" y="5531"/>
                </a:lnTo>
                <a:lnTo>
                  <a:pt x="690" y="5529"/>
                </a:lnTo>
                <a:lnTo>
                  <a:pt x="690" y="5529"/>
                </a:lnTo>
                <a:lnTo>
                  <a:pt x="688" y="5527"/>
                </a:lnTo>
                <a:lnTo>
                  <a:pt x="686" y="5523"/>
                </a:lnTo>
                <a:lnTo>
                  <a:pt x="682" y="5513"/>
                </a:lnTo>
                <a:lnTo>
                  <a:pt x="676" y="5495"/>
                </a:lnTo>
                <a:lnTo>
                  <a:pt x="676" y="5495"/>
                </a:lnTo>
                <a:lnTo>
                  <a:pt x="665" y="5483"/>
                </a:lnTo>
                <a:lnTo>
                  <a:pt x="653" y="5471"/>
                </a:lnTo>
                <a:lnTo>
                  <a:pt x="565" y="5471"/>
                </a:lnTo>
                <a:lnTo>
                  <a:pt x="503" y="5471"/>
                </a:lnTo>
                <a:lnTo>
                  <a:pt x="482" y="5447"/>
                </a:lnTo>
                <a:lnTo>
                  <a:pt x="470" y="5391"/>
                </a:lnTo>
                <a:lnTo>
                  <a:pt x="422" y="5258"/>
                </a:lnTo>
                <a:lnTo>
                  <a:pt x="406" y="5208"/>
                </a:lnTo>
                <a:lnTo>
                  <a:pt x="376" y="5170"/>
                </a:lnTo>
                <a:lnTo>
                  <a:pt x="350" y="5142"/>
                </a:lnTo>
                <a:lnTo>
                  <a:pt x="300" y="5043"/>
                </a:lnTo>
                <a:lnTo>
                  <a:pt x="279" y="5009"/>
                </a:lnTo>
                <a:lnTo>
                  <a:pt x="215" y="4981"/>
                </a:lnTo>
                <a:lnTo>
                  <a:pt x="215" y="4981"/>
                </a:lnTo>
                <a:lnTo>
                  <a:pt x="169" y="4963"/>
                </a:lnTo>
                <a:lnTo>
                  <a:pt x="119" y="4947"/>
                </a:lnTo>
                <a:lnTo>
                  <a:pt x="119" y="4947"/>
                </a:lnTo>
                <a:lnTo>
                  <a:pt x="111" y="4939"/>
                </a:lnTo>
                <a:lnTo>
                  <a:pt x="99" y="4927"/>
                </a:lnTo>
                <a:lnTo>
                  <a:pt x="84" y="4907"/>
                </a:lnTo>
                <a:lnTo>
                  <a:pt x="92" y="4883"/>
                </a:lnTo>
                <a:lnTo>
                  <a:pt x="98" y="4845"/>
                </a:lnTo>
                <a:lnTo>
                  <a:pt x="90" y="4804"/>
                </a:lnTo>
                <a:lnTo>
                  <a:pt x="121" y="4750"/>
                </a:lnTo>
                <a:lnTo>
                  <a:pt x="139" y="4722"/>
                </a:lnTo>
                <a:lnTo>
                  <a:pt x="129" y="4690"/>
                </a:lnTo>
                <a:lnTo>
                  <a:pt x="80" y="4660"/>
                </a:lnTo>
                <a:lnTo>
                  <a:pt x="34" y="4614"/>
                </a:lnTo>
                <a:lnTo>
                  <a:pt x="24" y="4590"/>
                </a:lnTo>
                <a:lnTo>
                  <a:pt x="58" y="4477"/>
                </a:lnTo>
                <a:lnTo>
                  <a:pt x="56" y="4439"/>
                </a:lnTo>
                <a:lnTo>
                  <a:pt x="34" y="4399"/>
                </a:lnTo>
                <a:lnTo>
                  <a:pt x="10" y="4369"/>
                </a:lnTo>
                <a:lnTo>
                  <a:pt x="16" y="4331"/>
                </a:lnTo>
                <a:lnTo>
                  <a:pt x="34" y="4280"/>
                </a:lnTo>
                <a:lnTo>
                  <a:pt x="0" y="4120"/>
                </a:lnTo>
                <a:lnTo>
                  <a:pt x="0" y="4108"/>
                </a:lnTo>
                <a:lnTo>
                  <a:pt x="28" y="4090"/>
                </a:lnTo>
                <a:lnTo>
                  <a:pt x="86" y="4094"/>
                </a:lnTo>
                <a:lnTo>
                  <a:pt x="147" y="4037"/>
                </a:lnTo>
                <a:lnTo>
                  <a:pt x="153" y="4005"/>
                </a:lnTo>
                <a:lnTo>
                  <a:pt x="179" y="3991"/>
                </a:lnTo>
                <a:lnTo>
                  <a:pt x="298" y="3985"/>
                </a:lnTo>
                <a:lnTo>
                  <a:pt x="352" y="4019"/>
                </a:lnTo>
                <a:lnTo>
                  <a:pt x="386" y="4070"/>
                </a:lnTo>
                <a:lnTo>
                  <a:pt x="436" y="4096"/>
                </a:lnTo>
                <a:lnTo>
                  <a:pt x="462" y="4166"/>
                </a:lnTo>
                <a:lnTo>
                  <a:pt x="483" y="4210"/>
                </a:lnTo>
                <a:lnTo>
                  <a:pt x="531" y="4198"/>
                </a:lnTo>
                <a:lnTo>
                  <a:pt x="639" y="4096"/>
                </a:lnTo>
                <a:lnTo>
                  <a:pt x="661" y="4027"/>
                </a:lnTo>
                <a:lnTo>
                  <a:pt x="698" y="3987"/>
                </a:lnTo>
                <a:lnTo>
                  <a:pt x="754" y="3971"/>
                </a:lnTo>
                <a:lnTo>
                  <a:pt x="820" y="3953"/>
                </a:lnTo>
                <a:lnTo>
                  <a:pt x="860" y="3931"/>
                </a:lnTo>
                <a:lnTo>
                  <a:pt x="901" y="3877"/>
                </a:lnTo>
                <a:lnTo>
                  <a:pt x="893" y="3835"/>
                </a:lnTo>
                <a:lnTo>
                  <a:pt x="875" y="3789"/>
                </a:lnTo>
                <a:lnTo>
                  <a:pt x="887" y="3720"/>
                </a:lnTo>
                <a:lnTo>
                  <a:pt x="905" y="3656"/>
                </a:lnTo>
                <a:lnTo>
                  <a:pt x="885" y="3513"/>
                </a:lnTo>
                <a:lnTo>
                  <a:pt x="871" y="3479"/>
                </a:lnTo>
                <a:lnTo>
                  <a:pt x="808" y="3417"/>
                </a:lnTo>
                <a:lnTo>
                  <a:pt x="772" y="3351"/>
                </a:lnTo>
                <a:lnTo>
                  <a:pt x="764" y="3319"/>
                </a:lnTo>
                <a:lnTo>
                  <a:pt x="752" y="3259"/>
                </a:lnTo>
                <a:lnTo>
                  <a:pt x="752" y="3259"/>
                </a:lnTo>
                <a:lnTo>
                  <a:pt x="736" y="3238"/>
                </a:lnTo>
                <a:lnTo>
                  <a:pt x="736" y="3238"/>
                </a:lnTo>
                <a:lnTo>
                  <a:pt x="714" y="3202"/>
                </a:lnTo>
                <a:lnTo>
                  <a:pt x="712" y="3160"/>
                </a:lnTo>
                <a:lnTo>
                  <a:pt x="730" y="3104"/>
                </a:lnTo>
                <a:lnTo>
                  <a:pt x="746" y="3054"/>
                </a:lnTo>
                <a:lnTo>
                  <a:pt x="718" y="3016"/>
                </a:lnTo>
                <a:lnTo>
                  <a:pt x="718" y="3016"/>
                </a:lnTo>
                <a:lnTo>
                  <a:pt x="690" y="3012"/>
                </a:lnTo>
                <a:lnTo>
                  <a:pt x="669" y="3008"/>
                </a:lnTo>
                <a:lnTo>
                  <a:pt x="657" y="3008"/>
                </a:lnTo>
                <a:lnTo>
                  <a:pt x="657" y="3008"/>
                </a:lnTo>
                <a:lnTo>
                  <a:pt x="627" y="3020"/>
                </a:lnTo>
                <a:lnTo>
                  <a:pt x="599" y="3030"/>
                </a:lnTo>
                <a:lnTo>
                  <a:pt x="599" y="3030"/>
                </a:lnTo>
                <a:lnTo>
                  <a:pt x="541" y="3042"/>
                </a:lnTo>
                <a:lnTo>
                  <a:pt x="541" y="3042"/>
                </a:lnTo>
                <a:lnTo>
                  <a:pt x="480" y="3026"/>
                </a:lnTo>
                <a:lnTo>
                  <a:pt x="418" y="3008"/>
                </a:lnTo>
                <a:lnTo>
                  <a:pt x="386" y="2979"/>
                </a:lnTo>
                <a:lnTo>
                  <a:pt x="416" y="2939"/>
                </a:lnTo>
                <a:lnTo>
                  <a:pt x="422" y="2901"/>
                </a:lnTo>
                <a:lnTo>
                  <a:pt x="386" y="2845"/>
                </a:lnTo>
                <a:lnTo>
                  <a:pt x="356" y="2771"/>
                </a:lnTo>
                <a:lnTo>
                  <a:pt x="350" y="2716"/>
                </a:lnTo>
                <a:lnTo>
                  <a:pt x="350" y="2716"/>
                </a:lnTo>
                <a:lnTo>
                  <a:pt x="376" y="2608"/>
                </a:lnTo>
                <a:lnTo>
                  <a:pt x="376" y="2608"/>
                </a:lnTo>
                <a:lnTo>
                  <a:pt x="396" y="2584"/>
                </a:lnTo>
                <a:lnTo>
                  <a:pt x="414" y="2562"/>
                </a:lnTo>
                <a:lnTo>
                  <a:pt x="460" y="2536"/>
                </a:lnTo>
                <a:lnTo>
                  <a:pt x="507" y="2562"/>
                </a:lnTo>
                <a:lnTo>
                  <a:pt x="573" y="2586"/>
                </a:lnTo>
                <a:lnTo>
                  <a:pt x="607" y="2570"/>
                </a:lnTo>
                <a:lnTo>
                  <a:pt x="663" y="2514"/>
                </a:lnTo>
                <a:lnTo>
                  <a:pt x="688" y="2484"/>
                </a:lnTo>
                <a:lnTo>
                  <a:pt x="724" y="2474"/>
                </a:lnTo>
                <a:lnTo>
                  <a:pt x="762" y="2433"/>
                </a:lnTo>
                <a:lnTo>
                  <a:pt x="752" y="2371"/>
                </a:lnTo>
                <a:lnTo>
                  <a:pt x="788" y="2327"/>
                </a:lnTo>
                <a:lnTo>
                  <a:pt x="838" y="2313"/>
                </a:lnTo>
                <a:lnTo>
                  <a:pt x="838" y="2313"/>
                </a:lnTo>
                <a:lnTo>
                  <a:pt x="891" y="2383"/>
                </a:lnTo>
                <a:lnTo>
                  <a:pt x="891" y="2383"/>
                </a:lnTo>
                <a:lnTo>
                  <a:pt x="893" y="2395"/>
                </a:lnTo>
                <a:lnTo>
                  <a:pt x="897" y="2415"/>
                </a:lnTo>
                <a:lnTo>
                  <a:pt x="901" y="2445"/>
                </a:lnTo>
                <a:lnTo>
                  <a:pt x="873" y="2554"/>
                </a:lnTo>
                <a:lnTo>
                  <a:pt x="901" y="2604"/>
                </a:lnTo>
                <a:lnTo>
                  <a:pt x="935" y="2628"/>
                </a:lnTo>
                <a:lnTo>
                  <a:pt x="985" y="2586"/>
                </a:lnTo>
                <a:lnTo>
                  <a:pt x="1017" y="2522"/>
                </a:lnTo>
                <a:lnTo>
                  <a:pt x="1058" y="2514"/>
                </a:lnTo>
                <a:lnTo>
                  <a:pt x="1100" y="2532"/>
                </a:lnTo>
                <a:lnTo>
                  <a:pt x="1182" y="2544"/>
                </a:lnTo>
                <a:lnTo>
                  <a:pt x="1214" y="2528"/>
                </a:lnTo>
                <a:lnTo>
                  <a:pt x="1275" y="2453"/>
                </a:lnTo>
                <a:lnTo>
                  <a:pt x="1331" y="2447"/>
                </a:lnTo>
                <a:lnTo>
                  <a:pt x="1413" y="2472"/>
                </a:lnTo>
                <a:lnTo>
                  <a:pt x="1482" y="2496"/>
                </a:lnTo>
                <a:lnTo>
                  <a:pt x="1544" y="2478"/>
                </a:lnTo>
                <a:lnTo>
                  <a:pt x="1568" y="2427"/>
                </a:lnTo>
                <a:lnTo>
                  <a:pt x="1558" y="2347"/>
                </a:lnTo>
                <a:lnTo>
                  <a:pt x="1556" y="2241"/>
                </a:lnTo>
                <a:lnTo>
                  <a:pt x="1574" y="2178"/>
                </a:lnTo>
                <a:lnTo>
                  <a:pt x="1574" y="2178"/>
                </a:lnTo>
                <a:lnTo>
                  <a:pt x="1586" y="2152"/>
                </a:lnTo>
                <a:lnTo>
                  <a:pt x="1596" y="2134"/>
                </a:lnTo>
                <a:lnTo>
                  <a:pt x="1598" y="2122"/>
                </a:lnTo>
                <a:lnTo>
                  <a:pt x="1598" y="2122"/>
                </a:lnTo>
                <a:lnTo>
                  <a:pt x="1592" y="2060"/>
                </a:lnTo>
                <a:lnTo>
                  <a:pt x="1526" y="1996"/>
                </a:lnTo>
                <a:lnTo>
                  <a:pt x="1470" y="1948"/>
                </a:lnTo>
                <a:lnTo>
                  <a:pt x="1470" y="1857"/>
                </a:lnTo>
                <a:lnTo>
                  <a:pt x="1460" y="1751"/>
                </a:lnTo>
                <a:lnTo>
                  <a:pt x="1448" y="1685"/>
                </a:lnTo>
                <a:lnTo>
                  <a:pt x="1446" y="1574"/>
                </a:lnTo>
                <a:lnTo>
                  <a:pt x="1444" y="1468"/>
                </a:lnTo>
                <a:lnTo>
                  <a:pt x="1421" y="1399"/>
                </a:lnTo>
                <a:lnTo>
                  <a:pt x="1421" y="1399"/>
                </a:lnTo>
                <a:lnTo>
                  <a:pt x="1303" y="1381"/>
                </a:lnTo>
                <a:lnTo>
                  <a:pt x="1303" y="1381"/>
                </a:lnTo>
                <a:lnTo>
                  <a:pt x="1285" y="1363"/>
                </a:lnTo>
                <a:lnTo>
                  <a:pt x="1269" y="1345"/>
                </a:lnTo>
                <a:lnTo>
                  <a:pt x="1267" y="1305"/>
                </a:lnTo>
                <a:lnTo>
                  <a:pt x="1319" y="1259"/>
                </a:lnTo>
                <a:lnTo>
                  <a:pt x="1343" y="1203"/>
                </a:lnTo>
                <a:lnTo>
                  <a:pt x="1327" y="1000"/>
                </a:lnTo>
                <a:lnTo>
                  <a:pt x="1303" y="942"/>
                </a:lnTo>
                <a:lnTo>
                  <a:pt x="1303" y="898"/>
                </a:lnTo>
                <a:lnTo>
                  <a:pt x="1339" y="803"/>
                </a:lnTo>
                <a:lnTo>
                  <a:pt x="1355" y="711"/>
                </a:lnTo>
                <a:lnTo>
                  <a:pt x="1317" y="616"/>
                </a:lnTo>
                <a:lnTo>
                  <a:pt x="1299" y="570"/>
                </a:lnTo>
                <a:lnTo>
                  <a:pt x="1311" y="458"/>
                </a:lnTo>
                <a:lnTo>
                  <a:pt x="1301" y="406"/>
                </a:lnTo>
                <a:lnTo>
                  <a:pt x="1295" y="331"/>
                </a:lnTo>
                <a:lnTo>
                  <a:pt x="1315" y="263"/>
                </a:lnTo>
                <a:lnTo>
                  <a:pt x="1327" y="169"/>
                </a:lnTo>
                <a:lnTo>
                  <a:pt x="1325" y="119"/>
                </a:lnTo>
                <a:lnTo>
                  <a:pt x="1399" y="44"/>
                </a:lnTo>
                <a:lnTo>
                  <a:pt x="1452" y="28"/>
                </a:lnTo>
                <a:lnTo>
                  <a:pt x="1506" y="4"/>
                </a:lnTo>
                <a:lnTo>
                  <a:pt x="1548" y="0"/>
                </a:lnTo>
                <a:lnTo>
                  <a:pt x="1548" y="0"/>
                </a:lnTo>
                <a:lnTo>
                  <a:pt x="1556" y="70"/>
                </a:lnTo>
                <a:lnTo>
                  <a:pt x="1556" y="70"/>
                </a:lnTo>
                <a:lnTo>
                  <a:pt x="1556" y="139"/>
                </a:lnTo>
                <a:lnTo>
                  <a:pt x="1508" y="271"/>
                </a:lnTo>
                <a:lnTo>
                  <a:pt x="1506" y="331"/>
                </a:lnTo>
                <a:lnTo>
                  <a:pt x="1506" y="331"/>
                </a:lnTo>
                <a:lnTo>
                  <a:pt x="1520" y="412"/>
                </a:lnTo>
                <a:lnTo>
                  <a:pt x="1538" y="496"/>
                </a:lnTo>
                <a:lnTo>
                  <a:pt x="1538" y="496"/>
                </a:lnTo>
                <a:lnTo>
                  <a:pt x="1584" y="570"/>
                </a:lnTo>
                <a:lnTo>
                  <a:pt x="1584" y="570"/>
                </a:lnTo>
                <a:lnTo>
                  <a:pt x="1604" y="582"/>
                </a:lnTo>
                <a:lnTo>
                  <a:pt x="1641" y="604"/>
                </a:lnTo>
                <a:lnTo>
                  <a:pt x="1681" y="625"/>
                </a:lnTo>
                <a:lnTo>
                  <a:pt x="1699" y="635"/>
                </a:lnTo>
                <a:lnTo>
                  <a:pt x="1699" y="635"/>
                </a:lnTo>
                <a:lnTo>
                  <a:pt x="1753" y="679"/>
                </a:lnTo>
                <a:lnTo>
                  <a:pt x="1805" y="721"/>
                </a:lnTo>
                <a:lnTo>
                  <a:pt x="1805" y="721"/>
                </a:lnTo>
                <a:lnTo>
                  <a:pt x="1852" y="791"/>
                </a:lnTo>
                <a:lnTo>
                  <a:pt x="1852" y="791"/>
                </a:lnTo>
                <a:lnTo>
                  <a:pt x="1862" y="797"/>
                </a:lnTo>
                <a:lnTo>
                  <a:pt x="1882" y="807"/>
                </a:lnTo>
                <a:lnTo>
                  <a:pt x="1910" y="821"/>
                </a:lnTo>
                <a:lnTo>
                  <a:pt x="1910" y="821"/>
                </a:lnTo>
                <a:lnTo>
                  <a:pt x="1914" y="831"/>
                </a:lnTo>
                <a:lnTo>
                  <a:pt x="1918" y="849"/>
                </a:lnTo>
                <a:lnTo>
                  <a:pt x="1926" y="877"/>
                </a:lnTo>
                <a:lnTo>
                  <a:pt x="1926" y="877"/>
                </a:lnTo>
                <a:lnTo>
                  <a:pt x="1966" y="914"/>
                </a:lnTo>
                <a:lnTo>
                  <a:pt x="2006" y="954"/>
                </a:lnTo>
                <a:lnTo>
                  <a:pt x="2006" y="954"/>
                </a:lnTo>
                <a:lnTo>
                  <a:pt x="2035" y="976"/>
                </a:lnTo>
                <a:lnTo>
                  <a:pt x="2061" y="996"/>
                </a:lnTo>
                <a:lnTo>
                  <a:pt x="2095" y="978"/>
                </a:lnTo>
                <a:lnTo>
                  <a:pt x="2095" y="978"/>
                </a:lnTo>
                <a:lnTo>
                  <a:pt x="2105" y="948"/>
                </a:lnTo>
                <a:lnTo>
                  <a:pt x="2117" y="918"/>
                </a:lnTo>
                <a:lnTo>
                  <a:pt x="2117" y="918"/>
                </a:lnTo>
                <a:lnTo>
                  <a:pt x="2101" y="847"/>
                </a:lnTo>
                <a:lnTo>
                  <a:pt x="2101" y="847"/>
                </a:lnTo>
                <a:lnTo>
                  <a:pt x="2111" y="829"/>
                </a:lnTo>
                <a:lnTo>
                  <a:pt x="2117" y="817"/>
                </a:lnTo>
                <a:lnTo>
                  <a:pt x="2121" y="811"/>
                </a:lnTo>
                <a:lnTo>
                  <a:pt x="2121" y="811"/>
                </a:lnTo>
                <a:lnTo>
                  <a:pt x="2163" y="805"/>
                </a:lnTo>
                <a:lnTo>
                  <a:pt x="2260" y="811"/>
                </a:lnTo>
                <a:lnTo>
                  <a:pt x="2298" y="789"/>
                </a:lnTo>
                <a:lnTo>
                  <a:pt x="2322" y="745"/>
                </a:lnTo>
                <a:lnTo>
                  <a:pt x="2324" y="685"/>
                </a:lnTo>
                <a:lnTo>
                  <a:pt x="2328" y="651"/>
                </a:lnTo>
                <a:lnTo>
                  <a:pt x="2356" y="635"/>
                </a:lnTo>
                <a:lnTo>
                  <a:pt x="2423" y="612"/>
                </a:lnTo>
                <a:lnTo>
                  <a:pt x="2481" y="540"/>
                </a:lnTo>
                <a:lnTo>
                  <a:pt x="2579" y="506"/>
                </a:lnTo>
                <a:lnTo>
                  <a:pt x="2610" y="488"/>
                </a:lnTo>
                <a:lnTo>
                  <a:pt x="2610" y="488"/>
                </a:lnTo>
                <a:lnTo>
                  <a:pt x="2616" y="456"/>
                </a:lnTo>
                <a:lnTo>
                  <a:pt x="2622" y="432"/>
                </a:lnTo>
                <a:lnTo>
                  <a:pt x="2624" y="424"/>
                </a:lnTo>
                <a:lnTo>
                  <a:pt x="2628" y="418"/>
                </a:lnTo>
                <a:lnTo>
                  <a:pt x="2628" y="418"/>
                </a:lnTo>
                <a:lnTo>
                  <a:pt x="2636" y="406"/>
                </a:lnTo>
                <a:lnTo>
                  <a:pt x="2644" y="390"/>
                </a:lnTo>
                <a:lnTo>
                  <a:pt x="2658" y="364"/>
                </a:lnTo>
                <a:lnTo>
                  <a:pt x="2658" y="364"/>
                </a:lnTo>
                <a:lnTo>
                  <a:pt x="2670" y="360"/>
                </a:lnTo>
                <a:lnTo>
                  <a:pt x="2690" y="353"/>
                </a:lnTo>
                <a:lnTo>
                  <a:pt x="2720" y="343"/>
                </a:lnTo>
                <a:lnTo>
                  <a:pt x="2760" y="279"/>
                </a:lnTo>
                <a:lnTo>
                  <a:pt x="2772" y="217"/>
                </a:lnTo>
                <a:lnTo>
                  <a:pt x="2736" y="177"/>
                </a:lnTo>
                <a:lnTo>
                  <a:pt x="2754" y="137"/>
                </a:lnTo>
                <a:lnTo>
                  <a:pt x="2787" y="135"/>
                </a:lnTo>
                <a:lnTo>
                  <a:pt x="2873" y="127"/>
                </a:lnTo>
                <a:lnTo>
                  <a:pt x="2921" y="111"/>
                </a:lnTo>
                <a:lnTo>
                  <a:pt x="3026" y="99"/>
                </a:lnTo>
                <a:lnTo>
                  <a:pt x="3026" y="99"/>
                </a:lnTo>
                <a:lnTo>
                  <a:pt x="3070" y="117"/>
                </a:lnTo>
                <a:lnTo>
                  <a:pt x="3116" y="137"/>
                </a:lnTo>
                <a:lnTo>
                  <a:pt x="3116" y="137"/>
                </a:lnTo>
                <a:lnTo>
                  <a:pt x="3148" y="173"/>
                </a:lnTo>
                <a:lnTo>
                  <a:pt x="3175" y="207"/>
                </a:lnTo>
                <a:lnTo>
                  <a:pt x="3175" y="207"/>
                </a:lnTo>
                <a:lnTo>
                  <a:pt x="3217" y="209"/>
                </a:lnTo>
                <a:lnTo>
                  <a:pt x="3245" y="211"/>
                </a:lnTo>
                <a:lnTo>
                  <a:pt x="3259" y="213"/>
                </a:lnTo>
                <a:lnTo>
                  <a:pt x="3259" y="213"/>
                </a:lnTo>
                <a:lnTo>
                  <a:pt x="3265" y="221"/>
                </a:lnTo>
                <a:lnTo>
                  <a:pt x="3271" y="237"/>
                </a:lnTo>
                <a:lnTo>
                  <a:pt x="3281" y="261"/>
                </a:lnTo>
                <a:lnTo>
                  <a:pt x="3277" y="299"/>
                </a:lnTo>
                <a:lnTo>
                  <a:pt x="3211" y="321"/>
                </a:lnTo>
                <a:lnTo>
                  <a:pt x="3211" y="321"/>
                </a:lnTo>
                <a:lnTo>
                  <a:pt x="3142" y="370"/>
                </a:lnTo>
                <a:lnTo>
                  <a:pt x="3142" y="370"/>
                </a:lnTo>
                <a:lnTo>
                  <a:pt x="3138" y="380"/>
                </a:lnTo>
                <a:lnTo>
                  <a:pt x="3134" y="396"/>
                </a:lnTo>
                <a:lnTo>
                  <a:pt x="3128" y="422"/>
                </a:lnTo>
                <a:lnTo>
                  <a:pt x="3122" y="480"/>
                </a:lnTo>
                <a:lnTo>
                  <a:pt x="3080" y="546"/>
                </a:lnTo>
                <a:lnTo>
                  <a:pt x="3068" y="606"/>
                </a:lnTo>
                <a:lnTo>
                  <a:pt x="3068" y="606"/>
                </a:lnTo>
                <a:lnTo>
                  <a:pt x="3086" y="665"/>
                </a:lnTo>
                <a:lnTo>
                  <a:pt x="3086" y="665"/>
                </a:lnTo>
                <a:lnTo>
                  <a:pt x="3092" y="709"/>
                </a:lnTo>
                <a:lnTo>
                  <a:pt x="3068" y="819"/>
                </a:lnTo>
                <a:lnTo>
                  <a:pt x="2969" y="980"/>
                </a:lnTo>
                <a:lnTo>
                  <a:pt x="2933" y="1032"/>
                </a:lnTo>
                <a:lnTo>
                  <a:pt x="2951" y="1080"/>
                </a:lnTo>
                <a:lnTo>
                  <a:pt x="2951" y="1080"/>
                </a:lnTo>
                <a:lnTo>
                  <a:pt x="2959" y="1169"/>
                </a:lnTo>
                <a:lnTo>
                  <a:pt x="2959" y="1169"/>
                </a:lnTo>
                <a:lnTo>
                  <a:pt x="2963" y="1229"/>
                </a:lnTo>
                <a:lnTo>
                  <a:pt x="3014" y="1241"/>
                </a:lnTo>
                <a:lnTo>
                  <a:pt x="3014" y="1241"/>
                </a:lnTo>
                <a:lnTo>
                  <a:pt x="3028" y="1269"/>
                </a:lnTo>
                <a:lnTo>
                  <a:pt x="3038" y="1289"/>
                </a:lnTo>
                <a:lnTo>
                  <a:pt x="3042" y="1299"/>
                </a:lnTo>
                <a:lnTo>
                  <a:pt x="3042" y="1299"/>
                </a:lnTo>
                <a:lnTo>
                  <a:pt x="3034" y="1416"/>
                </a:lnTo>
                <a:lnTo>
                  <a:pt x="3084" y="1460"/>
                </a:lnTo>
                <a:lnTo>
                  <a:pt x="3124" y="1444"/>
                </a:lnTo>
                <a:lnTo>
                  <a:pt x="3163" y="1474"/>
                </a:lnTo>
                <a:lnTo>
                  <a:pt x="3223" y="1448"/>
                </a:lnTo>
                <a:lnTo>
                  <a:pt x="3275" y="1458"/>
                </a:lnTo>
                <a:lnTo>
                  <a:pt x="3374" y="1440"/>
                </a:lnTo>
                <a:lnTo>
                  <a:pt x="3414" y="1418"/>
                </a:lnTo>
                <a:lnTo>
                  <a:pt x="3414" y="1418"/>
                </a:lnTo>
                <a:lnTo>
                  <a:pt x="3428" y="1405"/>
                </a:lnTo>
                <a:lnTo>
                  <a:pt x="3442" y="1391"/>
                </a:lnTo>
                <a:lnTo>
                  <a:pt x="3442" y="1391"/>
                </a:lnTo>
                <a:lnTo>
                  <a:pt x="3446" y="1391"/>
                </a:lnTo>
                <a:lnTo>
                  <a:pt x="3450" y="1391"/>
                </a:lnTo>
                <a:lnTo>
                  <a:pt x="3464" y="1397"/>
                </a:lnTo>
                <a:lnTo>
                  <a:pt x="3480" y="1407"/>
                </a:lnTo>
                <a:lnTo>
                  <a:pt x="3510" y="1440"/>
                </a:lnTo>
                <a:lnTo>
                  <a:pt x="3506" y="1586"/>
                </a:lnTo>
                <a:lnTo>
                  <a:pt x="3528" y="1644"/>
                </a:lnTo>
                <a:lnTo>
                  <a:pt x="3575" y="1709"/>
                </a:lnTo>
                <a:lnTo>
                  <a:pt x="3573" y="1773"/>
                </a:lnTo>
                <a:lnTo>
                  <a:pt x="3573" y="1773"/>
                </a:lnTo>
                <a:lnTo>
                  <a:pt x="3591" y="1793"/>
                </a:lnTo>
                <a:lnTo>
                  <a:pt x="3609" y="1815"/>
                </a:lnTo>
                <a:lnTo>
                  <a:pt x="3609" y="1815"/>
                </a:lnTo>
                <a:lnTo>
                  <a:pt x="3635" y="1845"/>
                </a:lnTo>
                <a:lnTo>
                  <a:pt x="3657" y="1871"/>
                </a:lnTo>
                <a:lnTo>
                  <a:pt x="3657" y="1871"/>
                </a:lnTo>
                <a:lnTo>
                  <a:pt x="3764" y="1869"/>
                </a:lnTo>
                <a:lnTo>
                  <a:pt x="3764" y="1869"/>
                </a:lnTo>
                <a:lnTo>
                  <a:pt x="3768" y="1873"/>
                </a:lnTo>
                <a:lnTo>
                  <a:pt x="3778" y="1883"/>
                </a:lnTo>
                <a:lnTo>
                  <a:pt x="3808" y="1911"/>
                </a:lnTo>
                <a:lnTo>
                  <a:pt x="3850" y="1952"/>
                </a:lnTo>
                <a:lnTo>
                  <a:pt x="3912" y="1958"/>
                </a:lnTo>
                <a:lnTo>
                  <a:pt x="3929" y="1913"/>
                </a:lnTo>
                <a:lnTo>
                  <a:pt x="3933" y="1841"/>
                </a:lnTo>
                <a:lnTo>
                  <a:pt x="3937" y="1755"/>
                </a:lnTo>
                <a:lnTo>
                  <a:pt x="3971" y="1725"/>
                </a:lnTo>
                <a:lnTo>
                  <a:pt x="4063" y="1662"/>
                </a:lnTo>
                <a:lnTo>
                  <a:pt x="4117" y="1666"/>
                </a:lnTo>
                <a:lnTo>
                  <a:pt x="4208" y="1630"/>
                </a:lnTo>
                <a:lnTo>
                  <a:pt x="4282" y="1630"/>
                </a:lnTo>
                <a:lnTo>
                  <a:pt x="4379" y="1622"/>
                </a:lnTo>
                <a:lnTo>
                  <a:pt x="4427" y="1594"/>
                </a:lnTo>
                <a:lnTo>
                  <a:pt x="4457" y="1532"/>
                </a:lnTo>
                <a:lnTo>
                  <a:pt x="4469" y="1476"/>
                </a:lnTo>
                <a:lnTo>
                  <a:pt x="4469" y="1476"/>
                </a:lnTo>
                <a:lnTo>
                  <a:pt x="4532" y="1414"/>
                </a:lnTo>
                <a:lnTo>
                  <a:pt x="4532" y="1414"/>
                </a:lnTo>
                <a:lnTo>
                  <a:pt x="4560" y="1405"/>
                </a:lnTo>
                <a:lnTo>
                  <a:pt x="4584" y="1397"/>
                </a:lnTo>
                <a:lnTo>
                  <a:pt x="4624" y="1420"/>
                </a:lnTo>
                <a:lnTo>
                  <a:pt x="4640" y="1466"/>
                </a:lnTo>
                <a:lnTo>
                  <a:pt x="4640" y="1466"/>
                </a:lnTo>
                <a:lnTo>
                  <a:pt x="4668" y="1470"/>
                </a:lnTo>
                <a:lnTo>
                  <a:pt x="4699" y="1472"/>
                </a:lnTo>
                <a:lnTo>
                  <a:pt x="4699" y="1472"/>
                </a:lnTo>
                <a:lnTo>
                  <a:pt x="4775" y="1462"/>
                </a:lnTo>
                <a:lnTo>
                  <a:pt x="4803" y="1486"/>
                </a:lnTo>
                <a:lnTo>
                  <a:pt x="4946" y="1488"/>
                </a:lnTo>
                <a:lnTo>
                  <a:pt x="4966" y="1504"/>
                </a:lnTo>
                <a:lnTo>
                  <a:pt x="4970" y="1592"/>
                </a:lnTo>
                <a:lnTo>
                  <a:pt x="5020" y="1644"/>
                </a:lnTo>
                <a:lnTo>
                  <a:pt x="5076" y="1689"/>
                </a:lnTo>
                <a:lnTo>
                  <a:pt x="5141" y="1709"/>
                </a:lnTo>
                <a:lnTo>
                  <a:pt x="5223" y="1672"/>
                </a:lnTo>
                <a:lnTo>
                  <a:pt x="5223" y="1672"/>
                </a:lnTo>
                <a:lnTo>
                  <a:pt x="5253" y="1646"/>
                </a:lnTo>
                <a:lnTo>
                  <a:pt x="5274" y="1628"/>
                </a:lnTo>
                <a:lnTo>
                  <a:pt x="5284" y="1620"/>
                </a:lnTo>
                <a:lnTo>
                  <a:pt x="5284" y="1620"/>
                </a:lnTo>
                <a:lnTo>
                  <a:pt x="5294" y="1548"/>
                </a:lnTo>
                <a:lnTo>
                  <a:pt x="5394" y="1446"/>
                </a:lnTo>
                <a:lnTo>
                  <a:pt x="5410" y="1460"/>
                </a:lnTo>
                <a:lnTo>
                  <a:pt x="5410" y="1460"/>
                </a:lnTo>
                <a:lnTo>
                  <a:pt x="5432" y="1514"/>
                </a:lnTo>
                <a:lnTo>
                  <a:pt x="5432" y="1514"/>
                </a:lnTo>
                <a:lnTo>
                  <a:pt x="5434" y="1516"/>
                </a:lnTo>
                <a:lnTo>
                  <a:pt x="5442" y="1520"/>
                </a:lnTo>
                <a:lnTo>
                  <a:pt x="5461" y="1528"/>
                </a:lnTo>
                <a:lnTo>
                  <a:pt x="5489" y="1536"/>
                </a:lnTo>
                <a:lnTo>
                  <a:pt x="5543" y="1574"/>
                </a:lnTo>
                <a:lnTo>
                  <a:pt x="5559" y="1630"/>
                </a:lnTo>
                <a:lnTo>
                  <a:pt x="5567" y="1689"/>
                </a:lnTo>
                <a:lnTo>
                  <a:pt x="5597" y="1757"/>
                </a:lnTo>
                <a:lnTo>
                  <a:pt x="5623" y="1825"/>
                </a:lnTo>
                <a:lnTo>
                  <a:pt x="5621" y="1933"/>
                </a:lnTo>
                <a:lnTo>
                  <a:pt x="5619" y="2000"/>
                </a:lnTo>
                <a:lnTo>
                  <a:pt x="5654" y="2086"/>
                </a:lnTo>
                <a:lnTo>
                  <a:pt x="5656" y="2154"/>
                </a:lnTo>
                <a:lnTo>
                  <a:pt x="5635" y="2207"/>
                </a:lnTo>
                <a:lnTo>
                  <a:pt x="5635" y="2207"/>
                </a:lnTo>
                <a:lnTo>
                  <a:pt x="5627" y="2237"/>
                </a:lnTo>
                <a:lnTo>
                  <a:pt x="5627" y="2237"/>
                </a:lnTo>
                <a:lnTo>
                  <a:pt x="5635" y="2263"/>
                </a:lnTo>
                <a:lnTo>
                  <a:pt x="5645" y="2289"/>
                </a:lnTo>
                <a:lnTo>
                  <a:pt x="5645" y="2289"/>
                </a:lnTo>
                <a:lnTo>
                  <a:pt x="5660" y="2341"/>
                </a:lnTo>
                <a:lnTo>
                  <a:pt x="5666" y="2425"/>
                </a:lnTo>
                <a:lnTo>
                  <a:pt x="5641" y="2504"/>
                </a:lnTo>
                <a:lnTo>
                  <a:pt x="5623" y="2584"/>
                </a:lnTo>
                <a:lnTo>
                  <a:pt x="5635" y="2622"/>
                </a:lnTo>
                <a:lnTo>
                  <a:pt x="5635" y="2622"/>
                </a:lnTo>
                <a:lnTo>
                  <a:pt x="5643" y="2648"/>
                </a:lnTo>
                <a:lnTo>
                  <a:pt x="5649" y="2666"/>
                </a:lnTo>
                <a:lnTo>
                  <a:pt x="5652" y="2678"/>
                </a:lnTo>
                <a:lnTo>
                  <a:pt x="5652" y="2678"/>
                </a:lnTo>
                <a:lnTo>
                  <a:pt x="5654" y="2682"/>
                </a:lnTo>
                <a:lnTo>
                  <a:pt x="5654" y="2690"/>
                </a:lnTo>
                <a:lnTo>
                  <a:pt x="5654" y="2708"/>
                </a:lnTo>
                <a:lnTo>
                  <a:pt x="5652" y="2733"/>
                </a:lnTo>
                <a:lnTo>
                  <a:pt x="5607" y="2803"/>
                </a:lnTo>
                <a:lnTo>
                  <a:pt x="5537" y="2913"/>
                </a:lnTo>
                <a:lnTo>
                  <a:pt x="5460" y="3006"/>
                </a:lnTo>
                <a:lnTo>
                  <a:pt x="5362" y="3068"/>
                </a:lnTo>
                <a:lnTo>
                  <a:pt x="5302" y="3096"/>
                </a:lnTo>
                <a:lnTo>
                  <a:pt x="5288" y="3134"/>
                </a:lnTo>
                <a:lnTo>
                  <a:pt x="5308" y="3170"/>
                </a:lnTo>
                <a:lnTo>
                  <a:pt x="5336" y="3220"/>
                </a:lnTo>
                <a:lnTo>
                  <a:pt x="5336" y="3281"/>
                </a:lnTo>
                <a:lnTo>
                  <a:pt x="5308" y="3311"/>
                </a:lnTo>
                <a:lnTo>
                  <a:pt x="5231" y="3425"/>
                </a:lnTo>
                <a:lnTo>
                  <a:pt x="5207" y="3457"/>
                </a:lnTo>
                <a:lnTo>
                  <a:pt x="5211" y="3524"/>
                </a:lnTo>
                <a:lnTo>
                  <a:pt x="5157" y="3616"/>
                </a:lnTo>
                <a:lnTo>
                  <a:pt x="5153" y="3702"/>
                </a:lnTo>
                <a:lnTo>
                  <a:pt x="5141" y="3750"/>
                </a:lnTo>
                <a:lnTo>
                  <a:pt x="5113" y="3811"/>
                </a:lnTo>
                <a:lnTo>
                  <a:pt x="5072" y="3857"/>
                </a:lnTo>
                <a:lnTo>
                  <a:pt x="5028" y="3919"/>
                </a:lnTo>
                <a:lnTo>
                  <a:pt x="5002" y="3963"/>
                </a:lnTo>
                <a:lnTo>
                  <a:pt x="4946" y="3971"/>
                </a:lnTo>
                <a:lnTo>
                  <a:pt x="4865" y="3991"/>
                </a:lnTo>
                <a:lnTo>
                  <a:pt x="4781" y="4074"/>
                </a:lnTo>
                <a:lnTo>
                  <a:pt x="4747" y="4118"/>
                </a:lnTo>
                <a:lnTo>
                  <a:pt x="4723" y="4096"/>
                </a:lnTo>
                <a:lnTo>
                  <a:pt x="4692" y="4110"/>
                </a:lnTo>
                <a:lnTo>
                  <a:pt x="4676" y="4162"/>
                </a:lnTo>
                <a:lnTo>
                  <a:pt x="4676" y="4242"/>
                </a:lnTo>
                <a:lnTo>
                  <a:pt x="4640" y="4307"/>
                </a:lnTo>
                <a:lnTo>
                  <a:pt x="4630" y="4359"/>
                </a:lnTo>
                <a:lnTo>
                  <a:pt x="4608" y="4417"/>
                </a:lnTo>
                <a:lnTo>
                  <a:pt x="4572" y="4463"/>
                </a:lnTo>
                <a:lnTo>
                  <a:pt x="4546" y="4537"/>
                </a:lnTo>
                <a:lnTo>
                  <a:pt x="4566" y="4590"/>
                </a:lnTo>
                <a:lnTo>
                  <a:pt x="4570" y="4638"/>
                </a:lnTo>
                <a:lnTo>
                  <a:pt x="4546" y="4706"/>
                </a:lnTo>
                <a:lnTo>
                  <a:pt x="4564" y="4758"/>
                </a:lnTo>
                <a:lnTo>
                  <a:pt x="4564" y="4758"/>
                </a:lnTo>
                <a:lnTo>
                  <a:pt x="4594" y="4768"/>
                </a:lnTo>
                <a:lnTo>
                  <a:pt x="4628" y="4776"/>
                </a:lnTo>
                <a:lnTo>
                  <a:pt x="4628" y="4776"/>
                </a:lnTo>
                <a:lnTo>
                  <a:pt x="4636" y="4784"/>
                </a:lnTo>
                <a:lnTo>
                  <a:pt x="4650" y="4798"/>
                </a:lnTo>
                <a:lnTo>
                  <a:pt x="4668" y="4818"/>
                </a:lnTo>
                <a:lnTo>
                  <a:pt x="4684" y="4877"/>
                </a:lnTo>
                <a:lnTo>
                  <a:pt x="4668" y="4929"/>
                </a:lnTo>
                <a:lnTo>
                  <a:pt x="4514" y="5047"/>
                </a:lnTo>
                <a:lnTo>
                  <a:pt x="4463" y="5116"/>
                </a:lnTo>
                <a:lnTo>
                  <a:pt x="4385" y="5204"/>
                </a:lnTo>
                <a:lnTo>
                  <a:pt x="4375" y="5252"/>
                </a:lnTo>
                <a:lnTo>
                  <a:pt x="4337" y="5270"/>
                </a:lnTo>
                <a:lnTo>
                  <a:pt x="4258" y="5336"/>
                </a:lnTo>
                <a:lnTo>
                  <a:pt x="4200" y="5363"/>
                </a:lnTo>
                <a:lnTo>
                  <a:pt x="4130" y="5365"/>
                </a:lnTo>
                <a:lnTo>
                  <a:pt x="4099" y="5292"/>
                </a:lnTo>
                <a:lnTo>
                  <a:pt x="4043" y="5252"/>
                </a:lnTo>
                <a:lnTo>
                  <a:pt x="3961" y="5312"/>
                </a:lnTo>
                <a:lnTo>
                  <a:pt x="3961" y="5312"/>
                </a:lnTo>
                <a:lnTo>
                  <a:pt x="3933" y="5318"/>
                </a:lnTo>
                <a:lnTo>
                  <a:pt x="3914" y="5322"/>
                </a:lnTo>
                <a:lnTo>
                  <a:pt x="3904" y="5324"/>
                </a:lnTo>
                <a:lnTo>
                  <a:pt x="3904" y="5324"/>
                </a:lnTo>
                <a:lnTo>
                  <a:pt x="3868" y="5292"/>
                </a:lnTo>
                <a:lnTo>
                  <a:pt x="3836" y="5264"/>
                </a:lnTo>
                <a:lnTo>
                  <a:pt x="3836" y="5264"/>
                </a:lnTo>
                <a:lnTo>
                  <a:pt x="3812" y="5292"/>
                </a:lnTo>
                <a:lnTo>
                  <a:pt x="3786" y="5324"/>
                </a:lnTo>
                <a:lnTo>
                  <a:pt x="3786" y="5324"/>
                </a:lnTo>
                <a:lnTo>
                  <a:pt x="3786" y="5354"/>
                </a:lnTo>
                <a:lnTo>
                  <a:pt x="3788" y="5379"/>
                </a:lnTo>
                <a:lnTo>
                  <a:pt x="3806" y="5455"/>
                </a:lnTo>
                <a:lnTo>
                  <a:pt x="3786" y="5569"/>
                </a:lnTo>
                <a:lnTo>
                  <a:pt x="3794" y="5609"/>
                </a:lnTo>
                <a:lnTo>
                  <a:pt x="3794" y="5662"/>
                </a:lnTo>
                <a:lnTo>
                  <a:pt x="3756" y="5724"/>
                </a:lnTo>
                <a:lnTo>
                  <a:pt x="3750" y="5814"/>
                </a:lnTo>
                <a:lnTo>
                  <a:pt x="3772" y="5874"/>
                </a:lnTo>
                <a:lnTo>
                  <a:pt x="3786" y="5917"/>
                </a:lnTo>
                <a:lnTo>
                  <a:pt x="3786" y="5917"/>
                </a:lnTo>
                <a:lnTo>
                  <a:pt x="3772" y="5931"/>
                </a:lnTo>
                <a:lnTo>
                  <a:pt x="3756" y="5949"/>
                </a:lnTo>
                <a:lnTo>
                  <a:pt x="3756" y="5949"/>
                </a:lnTo>
                <a:lnTo>
                  <a:pt x="3727" y="5989"/>
                </a:lnTo>
                <a:lnTo>
                  <a:pt x="3697" y="6027"/>
                </a:lnTo>
                <a:lnTo>
                  <a:pt x="3685" y="6204"/>
                </a:lnTo>
                <a:lnTo>
                  <a:pt x="3725" y="6250"/>
                </a:lnTo>
                <a:lnTo>
                  <a:pt x="3705" y="6296"/>
                </a:lnTo>
                <a:lnTo>
                  <a:pt x="3711" y="6338"/>
                </a:lnTo>
                <a:lnTo>
                  <a:pt x="3683" y="6368"/>
                </a:lnTo>
                <a:lnTo>
                  <a:pt x="3621" y="6368"/>
                </a:lnTo>
                <a:lnTo>
                  <a:pt x="3577" y="6443"/>
                </a:lnTo>
                <a:lnTo>
                  <a:pt x="3549" y="6449"/>
                </a:lnTo>
                <a:lnTo>
                  <a:pt x="3510" y="6479"/>
                </a:lnTo>
                <a:lnTo>
                  <a:pt x="3510" y="6479"/>
                </a:lnTo>
                <a:lnTo>
                  <a:pt x="3462" y="6451"/>
                </a:lnTo>
                <a:lnTo>
                  <a:pt x="3412" y="6423"/>
                </a:lnTo>
                <a:lnTo>
                  <a:pt x="3412" y="6423"/>
                </a:lnTo>
                <a:lnTo>
                  <a:pt x="3259" y="6421"/>
                </a:lnTo>
                <a:lnTo>
                  <a:pt x="3213" y="6296"/>
                </a:lnTo>
                <a:lnTo>
                  <a:pt x="3150" y="6382"/>
                </a:lnTo>
                <a:lnTo>
                  <a:pt x="3120" y="6475"/>
                </a:lnTo>
                <a:lnTo>
                  <a:pt x="3112" y="6545"/>
                </a:lnTo>
                <a:lnTo>
                  <a:pt x="3028" y="6647"/>
                </a:lnTo>
                <a:lnTo>
                  <a:pt x="3018" y="6684"/>
                </a:lnTo>
                <a:lnTo>
                  <a:pt x="3020" y="6724"/>
                </a:lnTo>
                <a:lnTo>
                  <a:pt x="3112" y="6842"/>
                </a:lnTo>
                <a:lnTo>
                  <a:pt x="3002" y="6938"/>
                </a:lnTo>
                <a:lnTo>
                  <a:pt x="2998" y="6991"/>
                </a:lnTo>
                <a:lnTo>
                  <a:pt x="2951" y="7089"/>
                </a:lnTo>
                <a:lnTo>
                  <a:pt x="2951" y="7153"/>
                </a:lnTo>
                <a:lnTo>
                  <a:pt x="2917" y="7193"/>
                </a:lnTo>
                <a:lnTo>
                  <a:pt x="2923" y="7246"/>
                </a:lnTo>
                <a:lnTo>
                  <a:pt x="2951" y="7306"/>
                </a:lnTo>
                <a:lnTo>
                  <a:pt x="2971" y="7358"/>
                </a:lnTo>
                <a:lnTo>
                  <a:pt x="3014" y="7450"/>
                </a:lnTo>
                <a:lnTo>
                  <a:pt x="2959" y="7641"/>
                </a:lnTo>
                <a:lnTo>
                  <a:pt x="3002" y="7707"/>
                </a:lnTo>
                <a:lnTo>
                  <a:pt x="2859" y="7906"/>
                </a:lnTo>
                <a:lnTo>
                  <a:pt x="2859" y="7906"/>
                </a:lnTo>
                <a:lnTo>
                  <a:pt x="2887" y="7956"/>
                </a:lnTo>
                <a:lnTo>
                  <a:pt x="2905" y="7992"/>
                </a:lnTo>
                <a:lnTo>
                  <a:pt x="2911" y="8003"/>
                </a:lnTo>
                <a:lnTo>
                  <a:pt x="2913" y="8007"/>
                </a:lnTo>
                <a:lnTo>
                  <a:pt x="2913" y="8007"/>
                </a:lnTo>
                <a:lnTo>
                  <a:pt x="2835" y="8089"/>
                </a:lnTo>
                <a:lnTo>
                  <a:pt x="2821" y="8145"/>
                </a:lnTo>
                <a:lnTo>
                  <a:pt x="2750" y="8247"/>
                </a:lnTo>
                <a:lnTo>
                  <a:pt x="2708" y="8312"/>
                </a:lnTo>
                <a:lnTo>
                  <a:pt x="2704" y="8444"/>
                </a:lnTo>
                <a:lnTo>
                  <a:pt x="2674" y="8458"/>
                </a:lnTo>
                <a:lnTo>
                  <a:pt x="2587" y="8452"/>
                </a:lnTo>
                <a:lnTo>
                  <a:pt x="2407" y="8545"/>
                </a:lnTo>
                <a:lnTo>
                  <a:pt x="2334" y="8551"/>
                </a:lnTo>
                <a:lnTo>
                  <a:pt x="2292" y="8635"/>
                </a:lnTo>
                <a:lnTo>
                  <a:pt x="2240" y="8663"/>
                </a:lnTo>
                <a:lnTo>
                  <a:pt x="2185" y="8729"/>
                </a:lnTo>
                <a:lnTo>
                  <a:pt x="2147" y="8737"/>
                </a:lnTo>
                <a:lnTo>
                  <a:pt x="2109" y="8709"/>
                </a:lnTo>
                <a:lnTo>
                  <a:pt x="2109" y="8677"/>
                </a:lnTo>
                <a:lnTo>
                  <a:pt x="2095" y="8655"/>
                </a:lnTo>
                <a:lnTo>
                  <a:pt x="2035" y="8643"/>
                </a:lnTo>
                <a:lnTo>
                  <a:pt x="1964" y="8591"/>
                </a:lnTo>
                <a:lnTo>
                  <a:pt x="1958" y="8472"/>
                </a:lnTo>
                <a:lnTo>
                  <a:pt x="1948" y="8454"/>
                </a:lnTo>
                <a:lnTo>
                  <a:pt x="1916" y="8420"/>
                </a:lnTo>
                <a:lnTo>
                  <a:pt x="1916" y="8420"/>
                </a:lnTo>
                <a:lnTo>
                  <a:pt x="1902" y="8426"/>
                </a:lnTo>
                <a:lnTo>
                  <a:pt x="1884" y="8434"/>
                </a:lnTo>
                <a:lnTo>
                  <a:pt x="1884" y="8434"/>
                </a:lnTo>
                <a:lnTo>
                  <a:pt x="1878" y="8440"/>
                </a:lnTo>
                <a:lnTo>
                  <a:pt x="1872" y="8454"/>
                </a:lnTo>
                <a:lnTo>
                  <a:pt x="1864" y="8474"/>
                </a:lnTo>
                <a:lnTo>
                  <a:pt x="1864" y="8529"/>
                </a:lnTo>
                <a:lnTo>
                  <a:pt x="1817" y="8541"/>
                </a:lnTo>
                <a:lnTo>
                  <a:pt x="1769" y="8516"/>
                </a:lnTo>
                <a:lnTo>
                  <a:pt x="1743" y="8529"/>
                </a:lnTo>
                <a:lnTo>
                  <a:pt x="1671" y="8567"/>
                </a:lnTo>
                <a:lnTo>
                  <a:pt x="1624" y="8529"/>
                </a:lnTo>
                <a:lnTo>
                  <a:pt x="1624" y="8529"/>
                </a:lnTo>
                <a:lnTo>
                  <a:pt x="1602" y="8543"/>
                </a:lnTo>
                <a:lnTo>
                  <a:pt x="1584" y="8553"/>
                </a:lnTo>
                <a:lnTo>
                  <a:pt x="1572" y="8557"/>
                </a:lnTo>
                <a:lnTo>
                  <a:pt x="1572" y="8557"/>
                </a:lnTo>
                <a:lnTo>
                  <a:pt x="1570" y="8555"/>
                </a:lnTo>
                <a:lnTo>
                  <a:pt x="1564" y="8551"/>
                </a:lnTo>
                <a:lnTo>
                  <a:pt x="1554" y="8541"/>
                </a:lnTo>
                <a:lnTo>
                  <a:pt x="1542" y="8525"/>
                </a:lnTo>
                <a:lnTo>
                  <a:pt x="1512" y="8524"/>
                </a:lnTo>
                <a:lnTo>
                  <a:pt x="1512" y="8524"/>
                </a:lnTo>
                <a:lnTo>
                  <a:pt x="1486" y="8525"/>
                </a:lnTo>
                <a:lnTo>
                  <a:pt x="1466" y="8529"/>
                </a:lnTo>
                <a:lnTo>
                  <a:pt x="1452" y="8531"/>
                </a:lnTo>
                <a:lnTo>
                  <a:pt x="1452" y="8531"/>
                </a:lnTo>
                <a:lnTo>
                  <a:pt x="1439" y="8541"/>
                </a:lnTo>
                <a:lnTo>
                  <a:pt x="1419" y="8557"/>
                </a:lnTo>
                <a:lnTo>
                  <a:pt x="1393" y="8579"/>
                </a:lnTo>
                <a:lnTo>
                  <a:pt x="1355" y="8631"/>
                </a:lnTo>
                <a:lnTo>
                  <a:pt x="1319" y="8649"/>
                </a:lnTo>
                <a:lnTo>
                  <a:pt x="1299" y="8653"/>
                </a:lnTo>
                <a:lnTo>
                  <a:pt x="1307" y="8685"/>
                </a:lnTo>
                <a:lnTo>
                  <a:pt x="1297" y="8721"/>
                </a:lnTo>
                <a:lnTo>
                  <a:pt x="1305" y="8771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/>
            <a:tailEnd/>
          </a:ln>
          <a:effectLst/>
        </p:spPr>
        <p:txBody>
          <a:bodyPr vert="horz" wrap="square" lIns="129287" tIns="64643" rIns="129287" bIns="64643" numCol="1" anchor="t" anchorCtr="0" compatLnSpc="1">
            <a:prstTxWarp prst="textNoShape">
              <a:avLst/>
            </a:prstTxWarp>
          </a:bodyPr>
          <a:lstStyle/>
          <a:p>
            <a:endParaRPr lang="ko-KR" altLang="en-US" sz="4198"/>
          </a:p>
        </p:txBody>
      </p:sp>
    </p:spTree>
    <p:extLst>
      <p:ext uri="{BB962C8B-B14F-4D97-AF65-F5344CB8AC3E}">
        <p14:creationId xmlns:p14="http://schemas.microsoft.com/office/powerpoint/2010/main" val="3358437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그룹 32">
            <a:extLst>
              <a:ext uri="{FF2B5EF4-FFF2-40B4-BE49-F238E27FC236}">
                <a16:creationId xmlns:a16="http://schemas.microsoft.com/office/drawing/2014/main" id="{D489F2DB-A64B-B9F5-C56F-54D71BB37835}"/>
              </a:ext>
            </a:extLst>
          </p:cNvPr>
          <p:cNvGrpSpPr>
            <a:grpSpLocks noChangeAspect="1"/>
          </p:cNvGrpSpPr>
          <p:nvPr/>
        </p:nvGrpSpPr>
        <p:grpSpPr>
          <a:xfrm>
            <a:off x="1085850" y="738725"/>
            <a:ext cx="8730669" cy="13680000"/>
            <a:chOff x="933450" y="512763"/>
            <a:chExt cx="8994775" cy="14093825"/>
          </a:xfrm>
          <a:solidFill>
            <a:schemeClr val="bg1"/>
          </a:solidFill>
        </p:grpSpPr>
        <p:sp>
          <p:nvSpPr>
            <p:cNvPr id="47" name="Freeform 9">
              <a:extLst>
                <a:ext uri="{FF2B5EF4-FFF2-40B4-BE49-F238E27FC236}">
                  <a16:creationId xmlns:a16="http://schemas.microsoft.com/office/drawing/2014/main" id="{CCDDDC1A-2401-8CFF-C91E-55EADCF04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4813" y="512763"/>
              <a:ext cx="3197225" cy="4102100"/>
            </a:xfrm>
            <a:custGeom>
              <a:avLst/>
              <a:gdLst>
                <a:gd name="T0" fmla="*/ 456 w 2014"/>
                <a:gd name="T1" fmla="*/ 2566 h 2584"/>
                <a:gd name="T2" fmla="*/ 470 w 2014"/>
                <a:gd name="T3" fmla="*/ 2439 h 2584"/>
                <a:gd name="T4" fmla="*/ 565 w 2014"/>
                <a:gd name="T5" fmla="*/ 2389 h 2584"/>
                <a:gd name="T6" fmla="*/ 555 w 2014"/>
                <a:gd name="T7" fmla="*/ 2291 h 2584"/>
                <a:gd name="T8" fmla="*/ 681 w 2014"/>
                <a:gd name="T9" fmla="*/ 2162 h 2584"/>
                <a:gd name="T10" fmla="*/ 774 w 2014"/>
                <a:gd name="T11" fmla="*/ 1992 h 2584"/>
                <a:gd name="T12" fmla="*/ 852 w 2014"/>
                <a:gd name="T13" fmla="*/ 1931 h 2584"/>
                <a:gd name="T14" fmla="*/ 965 w 2014"/>
                <a:gd name="T15" fmla="*/ 1927 h 2584"/>
                <a:gd name="T16" fmla="*/ 955 w 2014"/>
                <a:gd name="T17" fmla="*/ 1793 h 2584"/>
                <a:gd name="T18" fmla="*/ 1073 w 2014"/>
                <a:gd name="T19" fmla="*/ 1767 h 2584"/>
                <a:gd name="T20" fmla="*/ 1204 w 2014"/>
                <a:gd name="T21" fmla="*/ 1807 h 2584"/>
                <a:gd name="T22" fmla="*/ 1280 w 2014"/>
                <a:gd name="T23" fmla="*/ 1773 h 2584"/>
                <a:gd name="T24" fmla="*/ 1323 w 2014"/>
                <a:gd name="T25" fmla="*/ 1687 h 2584"/>
                <a:gd name="T26" fmla="*/ 1449 w 2014"/>
                <a:gd name="T27" fmla="*/ 1576 h 2584"/>
                <a:gd name="T28" fmla="*/ 1532 w 2014"/>
                <a:gd name="T29" fmla="*/ 1564 h 2584"/>
                <a:gd name="T30" fmla="*/ 1441 w 2014"/>
                <a:gd name="T31" fmla="*/ 1448 h 2584"/>
                <a:gd name="T32" fmla="*/ 1465 w 2014"/>
                <a:gd name="T33" fmla="*/ 1365 h 2584"/>
                <a:gd name="T34" fmla="*/ 1562 w 2014"/>
                <a:gd name="T35" fmla="*/ 1257 h 2584"/>
                <a:gd name="T36" fmla="*/ 1700 w 2014"/>
                <a:gd name="T37" fmla="*/ 1231 h 2584"/>
                <a:gd name="T38" fmla="*/ 1692 w 2014"/>
                <a:gd name="T39" fmla="*/ 1169 h 2584"/>
                <a:gd name="T40" fmla="*/ 1825 w 2014"/>
                <a:gd name="T41" fmla="*/ 709 h 2584"/>
                <a:gd name="T42" fmla="*/ 1813 w 2014"/>
                <a:gd name="T43" fmla="*/ 546 h 2584"/>
                <a:gd name="T44" fmla="*/ 1871 w 2014"/>
                <a:gd name="T45" fmla="*/ 380 h 2584"/>
                <a:gd name="T46" fmla="*/ 2014 w 2014"/>
                <a:gd name="T47" fmla="*/ 261 h 2584"/>
                <a:gd name="T48" fmla="*/ 1992 w 2014"/>
                <a:gd name="T49" fmla="*/ 213 h 2584"/>
                <a:gd name="T50" fmla="*/ 1881 w 2014"/>
                <a:gd name="T51" fmla="*/ 173 h 2584"/>
                <a:gd name="T52" fmla="*/ 1654 w 2014"/>
                <a:gd name="T53" fmla="*/ 111 h 2584"/>
                <a:gd name="T54" fmla="*/ 1505 w 2014"/>
                <a:gd name="T55" fmla="*/ 217 h 2584"/>
                <a:gd name="T56" fmla="*/ 1403 w 2014"/>
                <a:gd name="T57" fmla="*/ 360 h 2584"/>
                <a:gd name="T58" fmla="*/ 1361 w 2014"/>
                <a:gd name="T59" fmla="*/ 418 h 2584"/>
                <a:gd name="T60" fmla="*/ 1343 w 2014"/>
                <a:gd name="T61" fmla="*/ 488 h 2584"/>
                <a:gd name="T62" fmla="*/ 1061 w 2014"/>
                <a:gd name="T63" fmla="*/ 651 h 2584"/>
                <a:gd name="T64" fmla="*/ 896 w 2014"/>
                <a:gd name="T65" fmla="*/ 805 h 2584"/>
                <a:gd name="T66" fmla="*/ 844 w 2014"/>
                <a:gd name="T67" fmla="*/ 829 h 2584"/>
                <a:gd name="T68" fmla="*/ 838 w 2014"/>
                <a:gd name="T69" fmla="*/ 948 h 2584"/>
                <a:gd name="T70" fmla="*/ 739 w 2014"/>
                <a:gd name="T71" fmla="*/ 954 h 2584"/>
                <a:gd name="T72" fmla="*/ 651 w 2014"/>
                <a:gd name="T73" fmla="*/ 849 h 2584"/>
                <a:gd name="T74" fmla="*/ 595 w 2014"/>
                <a:gd name="T75" fmla="*/ 797 h 2584"/>
                <a:gd name="T76" fmla="*/ 486 w 2014"/>
                <a:gd name="T77" fmla="*/ 679 h 2584"/>
                <a:gd name="T78" fmla="*/ 337 w 2014"/>
                <a:gd name="T79" fmla="*/ 582 h 2584"/>
                <a:gd name="T80" fmla="*/ 253 w 2014"/>
                <a:gd name="T81" fmla="*/ 412 h 2584"/>
                <a:gd name="T82" fmla="*/ 289 w 2014"/>
                <a:gd name="T83" fmla="*/ 70 h 2584"/>
                <a:gd name="T84" fmla="*/ 132 w 2014"/>
                <a:gd name="T85" fmla="*/ 44 h 2584"/>
                <a:gd name="T86" fmla="*/ 34 w 2014"/>
                <a:gd name="T87" fmla="*/ 406 h 2584"/>
                <a:gd name="T88" fmla="*/ 72 w 2014"/>
                <a:gd name="T89" fmla="*/ 803 h 2584"/>
                <a:gd name="T90" fmla="*/ 52 w 2014"/>
                <a:gd name="T91" fmla="*/ 1259 h 2584"/>
                <a:gd name="T92" fmla="*/ 36 w 2014"/>
                <a:gd name="T93" fmla="*/ 1381 h 2584"/>
                <a:gd name="T94" fmla="*/ 181 w 2014"/>
                <a:gd name="T95" fmla="*/ 1685 h 2584"/>
                <a:gd name="T96" fmla="*/ 325 w 2014"/>
                <a:gd name="T97" fmla="*/ 2060 h 2584"/>
                <a:gd name="T98" fmla="*/ 319 w 2014"/>
                <a:gd name="T99" fmla="*/ 2152 h 2584"/>
                <a:gd name="T100" fmla="*/ 277 w 2014"/>
                <a:gd name="T101" fmla="*/ 2478 h 2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014" h="2584">
                  <a:moveTo>
                    <a:pt x="347" y="2540"/>
                  </a:moveTo>
                  <a:lnTo>
                    <a:pt x="386" y="2572"/>
                  </a:lnTo>
                  <a:lnTo>
                    <a:pt x="430" y="2584"/>
                  </a:lnTo>
                  <a:lnTo>
                    <a:pt x="450" y="2578"/>
                  </a:lnTo>
                  <a:lnTo>
                    <a:pt x="456" y="2566"/>
                  </a:lnTo>
                  <a:lnTo>
                    <a:pt x="452" y="2536"/>
                  </a:lnTo>
                  <a:lnTo>
                    <a:pt x="432" y="2512"/>
                  </a:lnTo>
                  <a:lnTo>
                    <a:pt x="426" y="2482"/>
                  </a:lnTo>
                  <a:lnTo>
                    <a:pt x="440" y="2453"/>
                  </a:lnTo>
                  <a:lnTo>
                    <a:pt x="470" y="2439"/>
                  </a:lnTo>
                  <a:lnTo>
                    <a:pt x="470" y="2439"/>
                  </a:lnTo>
                  <a:lnTo>
                    <a:pt x="502" y="2433"/>
                  </a:lnTo>
                  <a:lnTo>
                    <a:pt x="502" y="2433"/>
                  </a:lnTo>
                  <a:lnTo>
                    <a:pt x="532" y="2419"/>
                  </a:lnTo>
                  <a:lnTo>
                    <a:pt x="565" y="2389"/>
                  </a:lnTo>
                  <a:lnTo>
                    <a:pt x="583" y="2367"/>
                  </a:lnTo>
                  <a:lnTo>
                    <a:pt x="589" y="2339"/>
                  </a:lnTo>
                  <a:lnTo>
                    <a:pt x="579" y="2317"/>
                  </a:lnTo>
                  <a:lnTo>
                    <a:pt x="561" y="2305"/>
                  </a:lnTo>
                  <a:lnTo>
                    <a:pt x="555" y="2291"/>
                  </a:lnTo>
                  <a:lnTo>
                    <a:pt x="552" y="2267"/>
                  </a:lnTo>
                  <a:lnTo>
                    <a:pt x="561" y="2239"/>
                  </a:lnTo>
                  <a:lnTo>
                    <a:pt x="589" y="2215"/>
                  </a:lnTo>
                  <a:lnTo>
                    <a:pt x="637" y="2184"/>
                  </a:lnTo>
                  <a:lnTo>
                    <a:pt x="681" y="2162"/>
                  </a:lnTo>
                  <a:lnTo>
                    <a:pt x="705" y="2134"/>
                  </a:lnTo>
                  <a:lnTo>
                    <a:pt x="727" y="2078"/>
                  </a:lnTo>
                  <a:lnTo>
                    <a:pt x="750" y="2026"/>
                  </a:lnTo>
                  <a:lnTo>
                    <a:pt x="774" y="1992"/>
                  </a:lnTo>
                  <a:lnTo>
                    <a:pt x="774" y="1992"/>
                  </a:lnTo>
                  <a:lnTo>
                    <a:pt x="802" y="1956"/>
                  </a:lnTo>
                  <a:lnTo>
                    <a:pt x="802" y="1956"/>
                  </a:lnTo>
                  <a:lnTo>
                    <a:pt x="816" y="1948"/>
                  </a:lnTo>
                  <a:lnTo>
                    <a:pt x="828" y="1942"/>
                  </a:lnTo>
                  <a:lnTo>
                    <a:pt x="852" y="1931"/>
                  </a:lnTo>
                  <a:lnTo>
                    <a:pt x="896" y="1927"/>
                  </a:lnTo>
                  <a:lnTo>
                    <a:pt x="926" y="1935"/>
                  </a:lnTo>
                  <a:lnTo>
                    <a:pt x="936" y="1942"/>
                  </a:lnTo>
                  <a:lnTo>
                    <a:pt x="957" y="1935"/>
                  </a:lnTo>
                  <a:lnTo>
                    <a:pt x="965" y="1927"/>
                  </a:lnTo>
                  <a:lnTo>
                    <a:pt x="965" y="1897"/>
                  </a:lnTo>
                  <a:lnTo>
                    <a:pt x="953" y="1831"/>
                  </a:lnTo>
                  <a:lnTo>
                    <a:pt x="947" y="1817"/>
                  </a:lnTo>
                  <a:lnTo>
                    <a:pt x="947" y="1817"/>
                  </a:lnTo>
                  <a:lnTo>
                    <a:pt x="955" y="1793"/>
                  </a:lnTo>
                  <a:lnTo>
                    <a:pt x="955" y="1793"/>
                  </a:lnTo>
                  <a:lnTo>
                    <a:pt x="959" y="1781"/>
                  </a:lnTo>
                  <a:lnTo>
                    <a:pt x="965" y="1773"/>
                  </a:lnTo>
                  <a:lnTo>
                    <a:pt x="1003" y="1763"/>
                  </a:lnTo>
                  <a:lnTo>
                    <a:pt x="1073" y="1767"/>
                  </a:lnTo>
                  <a:lnTo>
                    <a:pt x="1113" y="1769"/>
                  </a:lnTo>
                  <a:lnTo>
                    <a:pt x="1160" y="1791"/>
                  </a:lnTo>
                  <a:lnTo>
                    <a:pt x="1160" y="1791"/>
                  </a:lnTo>
                  <a:lnTo>
                    <a:pt x="1180" y="1799"/>
                  </a:lnTo>
                  <a:lnTo>
                    <a:pt x="1204" y="1807"/>
                  </a:lnTo>
                  <a:lnTo>
                    <a:pt x="1204" y="1807"/>
                  </a:lnTo>
                  <a:lnTo>
                    <a:pt x="1220" y="1803"/>
                  </a:lnTo>
                  <a:lnTo>
                    <a:pt x="1238" y="1795"/>
                  </a:lnTo>
                  <a:lnTo>
                    <a:pt x="1238" y="1795"/>
                  </a:lnTo>
                  <a:lnTo>
                    <a:pt x="1280" y="1773"/>
                  </a:lnTo>
                  <a:lnTo>
                    <a:pt x="1312" y="1735"/>
                  </a:lnTo>
                  <a:lnTo>
                    <a:pt x="1312" y="1735"/>
                  </a:lnTo>
                  <a:lnTo>
                    <a:pt x="1316" y="1699"/>
                  </a:lnTo>
                  <a:lnTo>
                    <a:pt x="1316" y="1699"/>
                  </a:lnTo>
                  <a:lnTo>
                    <a:pt x="1323" y="1687"/>
                  </a:lnTo>
                  <a:lnTo>
                    <a:pt x="1331" y="1679"/>
                  </a:lnTo>
                  <a:lnTo>
                    <a:pt x="1391" y="1646"/>
                  </a:lnTo>
                  <a:lnTo>
                    <a:pt x="1411" y="1626"/>
                  </a:lnTo>
                  <a:lnTo>
                    <a:pt x="1429" y="1584"/>
                  </a:lnTo>
                  <a:lnTo>
                    <a:pt x="1449" y="1576"/>
                  </a:lnTo>
                  <a:lnTo>
                    <a:pt x="1463" y="1598"/>
                  </a:lnTo>
                  <a:lnTo>
                    <a:pt x="1483" y="1624"/>
                  </a:lnTo>
                  <a:lnTo>
                    <a:pt x="1509" y="1612"/>
                  </a:lnTo>
                  <a:lnTo>
                    <a:pt x="1528" y="1592"/>
                  </a:lnTo>
                  <a:lnTo>
                    <a:pt x="1532" y="1564"/>
                  </a:lnTo>
                  <a:lnTo>
                    <a:pt x="1503" y="1536"/>
                  </a:lnTo>
                  <a:lnTo>
                    <a:pt x="1469" y="1520"/>
                  </a:lnTo>
                  <a:lnTo>
                    <a:pt x="1439" y="1498"/>
                  </a:lnTo>
                  <a:lnTo>
                    <a:pt x="1429" y="1474"/>
                  </a:lnTo>
                  <a:lnTo>
                    <a:pt x="1441" y="1448"/>
                  </a:lnTo>
                  <a:lnTo>
                    <a:pt x="1479" y="1442"/>
                  </a:lnTo>
                  <a:lnTo>
                    <a:pt x="1509" y="1426"/>
                  </a:lnTo>
                  <a:lnTo>
                    <a:pt x="1516" y="1395"/>
                  </a:lnTo>
                  <a:lnTo>
                    <a:pt x="1507" y="1377"/>
                  </a:lnTo>
                  <a:lnTo>
                    <a:pt x="1465" y="1365"/>
                  </a:lnTo>
                  <a:lnTo>
                    <a:pt x="1463" y="1341"/>
                  </a:lnTo>
                  <a:lnTo>
                    <a:pt x="1471" y="1321"/>
                  </a:lnTo>
                  <a:lnTo>
                    <a:pt x="1511" y="1273"/>
                  </a:lnTo>
                  <a:lnTo>
                    <a:pt x="1538" y="1257"/>
                  </a:lnTo>
                  <a:lnTo>
                    <a:pt x="1562" y="1257"/>
                  </a:lnTo>
                  <a:lnTo>
                    <a:pt x="1582" y="1257"/>
                  </a:lnTo>
                  <a:lnTo>
                    <a:pt x="1596" y="1269"/>
                  </a:lnTo>
                  <a:lnTo>
                    <a:pt x="1640" y="1269"/>
                  </a:lnTo>
                  <a:lnTo>
                    <a:pt x="1674" y="1265"/>
                  </a:lnTo>
                  <a:lnTo>
                    <a:pt x="1700" y="1231"/>
                  </a:lnTo>
                  <a:lnTo>
                    <a:pt x="1700" y="1231"/>
                  </a:lnTo>
                  <a:lnTo>
                    <a:pt x="1696" y="1229"/>
                  </a:lnTo>
                  <a:lnTo>
                    <a:pt x="1696" y="1229"/>
                  </a:lnTo>
                  <a:lnTo>
                    <a:pt x="1692" y="1169"/>
                  </a:lnTo>
                  <a:lnTo>
                    <a:pt x="1692" y="1169"/>
                  </a:lnTo>
                  <a:lnTo>
                    <a:pt x="1684" y="1080"/>
                  </a:lnTo>
                  <a:lnTo>
                    <a:pt x="1666" y="1032"/>
                  </a:lnTo>
                  <a:lnTo>
                    <a:pt x="1702" y="980"/>
                  </a:lnTo>
                  <a:lnTo>
                    <a:pt x="1801" y="819"/>
                  </a:lnTo>
                  <a:lnTo>
                    <a:pt x="1825" y="709"/>
                  </a:lnTo>
                  <a:lnTo>
                    <a:pt x="1825" y="709"/>
                  </a:lnTo>
                  <a:lnTo>
                    <a:pt x="1819" y="665"/>
                  </a:lnTo>
                  <a:lnTo>
                    <a:pt x="1819" y="665"/>
                  </a:lnTo>
                  <a:lnTo>
                    <a:pt x="1801" y="606"/>
                  </a:lnTo>
                  <a:lnTo>
                    <a:pt x="1813" y="546"/>
                  </a:lnTo>
                  <a:lnTo>
                    <a:pt x="1855" y="480"/>
                  </a:lnTo>
                  <a:lnTo>
                    <a:pt x="1861" y="422"/>
                  </a:lnTo>
                  <a:lnTo>
                    <a:pt x="1861" y="422"/>
                  </a:lnTo>
                  <a:lnTo>
                    <a:pt x="1867" y="396"/>
                  </a:lnTo>
                  <a:lnTo>
                    <a:pt x="1871" y="380"/>
                  </a:lnTo>
                  <a:lnTo>
                    <a:pt x="1875" y="370"/>
                  </a:lnTo>
                  <a:lnTo>
                    <a:pt x="1875" y="370"/>
                  </a:lnTo>
                  <a:lnTo>
                    <a:pt x="1944" y="321"/>
                  </a:lnTo>
                  <a:lnTo>
                    <a:pt x="2010" y="299"/>
                  </a:lnTo>
                  <a:lnTo>
                    <a:pt x="2014" y="261"/>
                  </a:lnTo>
                  <a:lnTo>
                    <a:pt x="2014" y="261"/>
                  </a:lnTo>
                  <a:lnTo>
                    <a:pt x="2004" y="237"/>
                  </a:lnTo>
                  <a:lnTo>
                    <a:pt x="1998" y="221"/>
                  </a:lnTo>
                  <a:lnTo>
                    <a:pt x="1992" y="213"/>
                  </a:lnTo>
                  <a:lnTo>
                    <a:pt x="1992" y="213"/>
                  </a:lnTo>
                  <a:lnTo>
                    <a:pt x="1978" y="211"/>
                  </a:lnTo>
                  <a:lnTo>
                    <a:pt x="1950" y="209"/>
                  </a:lnTo>
                  <a:lnTo>
                    <a:pt x="1908" y="207"/>
                  </a:lnTo>
                  <a:lnTo>
                    <a:pt x="1908" y="207"/>
                  </a:lnTo>
                  <a:lnTo>
                    <a:pt x="1881" y="173"/>
                  </a:lnTo>
                  <a:lnTo>
                    <a:pt x="1849" y="137"/>
                  </a:lnTo>
                  <a:lnTo>
                    <a:pt x="1849" y="137"/>
                  </a:lnTo>
                  <a:lnTo>
                    <a:pt x="1803" y="117"/>
                  </a:lnTo>
                  <a:lnTo>
                    <a:pt x="1759" y="99"/>
                  </a:lnTo>
                  <a:lnTo>
                    <a:pt x="1654" y="111"/>
                  </a:lnTo>
                  <a:lnTo>
                    <a:pt x="1606" y="127"/>
                  </a:lnTo>
                  <a:lnTo>
                    <a:pt x="1520" y="135"/>
                  </a:lnTo>
                  <a:lnTo>
                    <a:pt x="1487" y="137"/>
                  </a:lnTo>
                  <a:lnTo>
                    <a:pt x="1469" y="177"/>
                  </a:lnTo>
                  <a:lnTo>
                    <a:pt x="1505" y="217"/>
                  </a:lnTo>
                  <a:lnTo>
                    <a:pt x="1493" y="279"/>
                  </a:lnTo>
                  <a:lnTo>
                    <a:pt x="1453" y="343"/>
                  </a:lnTo>
                  <a:lnTo>
                    <a:pt x="1453" y="343"/>
                  </a:lnTo>
                  <a:lnTo>
                    <a:pt x="1423" y="353"/>
                  </a:lnTo>
                  <a:lnTo>
                    <a:pt x="1403" y="360"/>
                  </a:lnTo>
                  <a:lnTo>
                    <a:pt x="1391" y="364"/>
                  </a:lnTo>
                  <a:lnTo>
                    <a:pt x="1391" y="364"/>
                  </a:lnTo>
                  <a:lnTo>
                    <a:pt x="1377" y="390"/>
                  </a:lnTo>
                  <a:lnTo>
                    <a:pt x="1369" y="406"/>
                  </a:lnTo>
                  <a:lnTo>
                    <a:pt x="1361" y="418"/>
                  </a:lnTo>
                  <a:lnTo>
                    <a:pt x="1361" y="418"/>
                  </a:lnTo>
                  <a:lnTo>
                    <a:pt x="1357" y="424"/>
                  </a:lnTo>
                  <a:lnTo>
                    <a:pt x="1355" y="432"/>
                  </a:lnTo>
                  <a:lnTo>
                    <a:pt x="1349" y="456"/>
                  </a:lnTo>
                  <a:lnTo>
                    <a:pt x="1343" y="488"/>
                  </a:lnTo>
                  <a:lnTo>
                    <a:pt x="1312" y="506"/>
                  </a:lnTo>
                  <a:lnTo>
                    <a:pt x="1214" y="540"/>
                  </a:lnTo>
                  <a:lnTo>
                    <a:pt x="1156" y="612"/>
                  </a:lnTo>
                  <a:lnTo>
                    <a:pt x="1089" y="635"/>
                  </a:lnTo>
                  <a:lnTo>
                    <a:pt x="1061" y="651"/>
                  </a:lnTo>
                  <a:lnTo>
                    <a:pt x="1057" y="685"/>
                  </a:lnTo>
                  <a:lnTo>
                    <a:pt x="1055" y="745"/>
                  </a:lnTo>
                  <a:lnTo>
                    <a:pt x="1031" y="789"/>
                  </a:lnTo>
                  <a:lnTo>
                    <a:pt x="993" y="811"/>
                  </a:lnTo>
                  <a:lnTo>
                    <a:pt x="896" y="805"/>
                  </a:lnTo>
                  <a:lnTo>
                    <a:pt x="896" y="805"/>
                  </a:lnTo>
                  <a:lnTo>
                    <a:pt x="854" y="811"/>
                  </a:lnTo>
                  <a:lnTo>
                    <a:pt x="854" y="811"/>
                  </a:lnTo>
                  <a:lnTo>
                    <a:pt x="850" y="817"/>
                  </a:lnTo>
                  <a:lnTo>
                    <a:pt x="844" y="829"/>
                  </a:lnTo>
                  <a:lnTo>
                    <a:pt x="834" y="847"/>
                  </a:lnTo>
                  <a:lnTo>
                    <a:pt x="834" y="847"/>
                  </a:lnTo>
                  <a:lnTo>
                    <a:pt x="850" y="918"/>
                  </a:lnTo>
                  <a:lnTo>
                    <a:pt x="850" y="918"/>
                  </a:lnTo>
                  <a:lnTo>
                    <a:pt x="838" y="948"/>
                  </a:lnTo>
                  <a:lnTo>
                    <a:pt x="828" y="978"/>
                  </a:lnTo>
                  <a:lnTo>
                    <a:pt x="794" y="996"/>
                  </a:lnTo>
                  <a:lnTo>
                    <a:pt x="794" y="996"/>
                  </a:lnTo>
                  <a:lnTo>
                    <a:pt x="768" y="976"/>
                  </a:lnTo>
                  <a:lnTo>
                    <a:pt x="739" y="954"/>
                  </a:lnTo>
                  <a:lnTo>
                    <a:pt x="739" y="954"/>
                  </a:lnTo>
                  <a:lnTo>
                    <a:pt x="699" y="914"/>
                  </a:lnTo>
                  <a:lnTo>
                    <a:pt x="659" y="877"/>
                  </a:lnTo>
                  <a:lnTo>
                    <a:pt x="659" y="877"/>
                  </a:lnTo>
                  <a:lnTo>
                    <a:pt x="651" y="849"/>
                  </a:lnTo>
                  <a:lnTo>
                    <a:pt x="647" y="831"/>
                  </a:lnTo>
                  <a:lnTo>
                    <a:pt x="643" y="821"/>
                  </a:lnTo>
                  <a:lnTo>
                    <a:pt x="643" y="821"/>
                  </a:lnTo>
                  <a:lnTo>
                    <a:pt x="615" y="807"/>
                  </a:lnTo>
                  <a:lnTo>
                    <a:pt x="595" y="797"/>
                  </a:lnTo>
                  <a:lnTo>
                    <a:pt x="585" y="791"/>
                  </a:lnTo>
                  <a:lnTo>
                    <a:pt x="585" y="791"/>
                  </a:lnTo>
                  <a:lnTo>
                    <a:pt x="538" y="721"/>
                  </a:lnTo>
                  <a:lnTo>
                    <a:pt x="538" y="721"/>
                  </a:lnTo>
                  <a:lnTo>
                    <a:pt x="486" y="679"/>
                  </a:lnTo>
                  <a:lnTo>
                    <a:pt x="432" y="635"/>
                  </a:lnTo>
                  <a:lnTo>
                    <a:pt x="432" y="635"/>
                  </a:lnTo>
                  <a:lnTo>
                    <a:pt x="414" y="625"/>
                  </a:lnTo>
                  <a:lnTo>
                    <a:pt x="374" y="604"/>
                  </a:lnTo>
                  <a:lnTo>
                    <a:pt x="337" y="582"/>
                  </a:lnTo>
                  <a:lnTo>
                    <a:pt x="317" y="570"/>
                  </a:lnTo>
                  <a:lnTo>
                    <a:pt x="317" y="570"/>
                  </a:lnTo>
                  <a:lnTo>
                    <a:pt x="271" y="496"/>
                  </a:lnTo>
                  <a:lnTo>
                    <a:pt x="271" y="496"/>
                  </a:lnTo>
                  <a:lnTo>
                    <a:pt x="253" y="412"/>
                  </a:lnTo>
                  <a:lnTo>
                    <a:pt x="239" y="331"/>
                  </a:lnTo>
                  <a:lnTo>
                    <a:pt x="241" y="271"/>
                  </a:lnTo>
                  <a:lnTo>
                    <a:pt x="289" y="139"/>
                  </a:lnTo>
                  <a:lnTo>
                    <a:pt x="289" y="139"/>
                  </a:lnTo>
                  <a:lnTo>
                    <a:pt x="289" y="70"/>
                  </a:lnTo>
                  <a:lnTo>
                    <a:pt x="289" y="70"/>
                  </a:lnTo>
                  <a:lnTo>
                    <a:pt x="281" y="0"/>
                  </a:lnTo>
                  <a:lnTo>
                    <a:pt x="239" y="4"/>
                  </a:lnTo>
                  <a:lnTo>
                    <a:pt x="185" y="28"/>
                  </a:lnTo>
                  <a:lnTo>
                    <a:pt x="132" y="44"/>
                  </a:lnTo>
                  <a:lnTo>
                    <a:pt x="58" y="119"/>
                  </a:lnTo>
                  <a:lnTo>
                    <a:pt x="60" y="169"/>
                  </a:lnTo>
                  <a:lnTo>
                    <a:pt x="48" y="263"/>
                  </a:lnTo>
                  <a:lnTo>
                    <a:pt x="28" y="331"/>
                  </a:lnTo>
                  <a:lnTo>
                    <a:pt x="34" y="406"/>
                  </a:lnTo>
                  <a:lnTo>
                    <a:pt x="44" y="458"/>
                  </a:lnTo>
                  <a:lnTo>
                    <a:pt x="32" y="570"/>
                  </a:lnTo>
                  <a:lnTo>
                    <a:pt x="50" y="616"/>
                  </a:lnTo>
                  <a:lnTo>
                    <a:pt x="88" y="711"/>
                  </a:lnTo>
                  <a:lnTo>
                    <a:pt x="72" y="803"/>
                  </a:lnTo>
                  <a:lnTo>
                    <a:pt x="36" y="898"/>
                  </a:lnTo>
                  <a:lnTo>
                    <a:pt x="36" y="942"/>
                  </a:lnTo>
                  <a:lnTo>
                    <a:pt x="60" y="1000"/>
                  </a:lnTo>
                  <a:lnTo>
                    <a:pt x="76" y="1203"/>
                  </a:lnTo>
                  <a:lnTo>
                    <a:pt x="52" y="1259"/>
                  </a:lnTo>
                  <a:lnTo>
                    <a:pt x="0" y="1305"/>
                  </a:lnTo>
                  <a:lnTo>
                    <a:pt x="2" y="1345"/>
                  </a:lnTo>
                  <a:lnTo>
                    <a:pt x="2" y="1345"/>
                  </a:lnTo>
                  <a:lnTo>
                    <a:pt x="18" y="1363"/>
                  </a:lnTo>
                  <a:lnTo>
                    <a:pt x="36" y="1381"/>
                  </a:lnTo>
                  <a:lnTo>
                    <a:pt x="36" y="1381"/>
                  </a:lnTo>
                  <a:lnTo>
                    <a:pt x="154" y="1399"/>
                  </a:lnTo>
                  <a:lnTo>
                    <a:pt x="177" y="1468"/>
                  </a:lnTo>
                  <a:lnTo>
                    <a:pt x="179" y="1574"/>
                  </a:lnTo>
                  <a:lnTo>
                    <a:pt x="181" y="1685"/>
                  </a:lnTo>
                  <a:lnTo>
                    <a:pt x="193" y="1751"/>
                  </a:lnTo>
                  <a:lnTo>
                    <a:pt x="203" y="1857"/>
                  </a:lnTo>
                  <a:lnTo>
                    <a:pt x="203" y="1948"/>
                  </a:lnTo>
                  <a:lnTo>
                    <a:pt x="259" y="1996"/>
                  </a:lnTo>
                  <a:lnTo>
                    <a:pt x="325" y="2060"/>
                  </a:lnTo>
                  <a:lnTo>
                    <a:pt x="325" y="2060"/>
                  </a:lnTo>
                  <a:lnTo>
                    <a:pt x="331" y="2122"/>
                  </a:lnTo>
                  <a:lnTo>
                    <a:pt x="331" y="2122"/>
                  </a:lnTo>
                  <a:lnTo>
                    <a:pt x="329" y="2134"/>
                  </a:lnTo>
                  <a:lnTo>
                    <a:pt x="319" y="2152"/>
                  </a:lnTo>
                  <a:lnTo>
                    <a:pt x="307" y="2178"/>
                  </a:lnTo>
                  <a:lnTo>
                    <a:pt x="289" y="2241"/>
                  </a:lnTo>
                  <a:lnTo>
                    <a:pt x="291" y="2347"/>
                  </a:lnTo>
                  <a:lnTo>
                    <a:pt x="301" y="2427"/>
                  </a:lnTo>
                  <a:lnTo>
                    <a:pt x="277" y="2478"/>
                  </a:lnTo>
                  <a:lnTo>
                    <a:pt x="319" y="2506"/>
                  </a:lnTo>
                  <a:lnTo>
                    <a:pt x="347" y="254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48" name="Freeform 10">
              <a:extLst>
                <a:ext uri="{FF2B5EF4-FFF2-40B4-BE49-F238E27FC236}">
                  <a16:creationId xmlns:a16="http://schemas.microsoft.com/office/drawing/2014/main" id="{3D79F9BA-2248-B805-FF52-E5F4D9B9D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1275" y="2730500"/>
              <a:ext cx="3536950" cy="4351338"/>
            </a:xfrm>
            <a:custGeom>
              <a:avLst/>
              <a:gdLst>
                <a:gd name="T0" fmla="*/ 2222 w 2228"/>
                <a:gd name="T1" fmla="*/ 944 h 2741"/>
                <a:gd name="T2" fmla="*/ 2189 w 2228"/>
                <a:gd name="T3" fmla="*/ 840 h 2741"/>
                <a:gd name="T4" fmla="*/ 2181 w 2228"/>
                <a:gd name="T5" fmla="*/ 603 h 2741"/>
                <a:gd name="T6" fmla="*/ 2121 w 2228"/>
                <a:gd name="T7" fmla="*/ 233 h 2741"/>
                <a:gd name="T8" fmla="*/ 2004 w 2228"/>
                <a:gd name="T9" fmla="*/ 123 h 2741"/>
                <a:gd name="T10" fmla="*/ 1956 w 2228"/>
                <a:gd name="T11" fmla="*/ 49 h 2741"/>
                <a:gd name="T12" fmla="*/ 1836 w 2228"/>
                <a:gd name="T13" fmla="*/ 231 h 2741"/>
                <a:gd name="T14" fmla="*/ 1582 w 2228"/>
                <a:gd name="T15" fmla="*/ 247 h 2741"/>
                <a:gd name="T16" fmla="*/ 1337 w 2228"/>
                <a:gd name="T17" fmla="*/ 65 h 2741"/>
                <a:gd name="T18" fmla="*/ 1202 w 2228"/>
                <a:gd name="T19" fmla="*/ 69 h 2741"/>
                <a:gd name="T20" fmla="*/ 1094 w 2228"/>
                <a:gd name="T21" fmla="*/ 17 h 2741"/>
                <a:gd name="T22" fmla="*/ 941 w 2228"/>
                <a:gd name="T23" fmla="*/ 225 h 2741"/>
                <a:gd name="T24" fmla="*/ 533 w 2228"/>
                <a:gd name="T25" fmla="*/ 328 h 2741"/>
                <a:gd name="T26" fmla="*/ 474 w 2228"/>
                <a:gd name="T27" fmla="*/ 559 h 2741"/>
                <a:gd name="T28" fmla="*/ 625 w 2228"/>
                <a:gd name="T29" fmla="*/ 653 h 2741"/>
                <a:gd name="T30" fmla="*/ 675 w 2228"/>
                <a:gd name="T31" fmla="*/ 633 h 2741"/>
                <a:gd name="T32" fmla="*/ 764 w 2228"/>
                <a:gd name="T33" fmla="*/ 615 h 2741"/>
                <a:gd name="T34" fmla="*/ 774 w 2228"/>
                <a:gd name="T35" fmla="*/ 649 h 2741"/>
                <a:gd name="T36" fmla="*/ 746 w 2228"/>
                <a:gd name="T37" fmla="*/ 922 h 2741"/>
                <a:gd name="T38" fmla="*/ 669 w 2228"/>
                <a:gd name="T39" fmla="*/ 930 h 2741"/>
                <a:gd name="T40" fmla="*/ 595 w 2228"/>
                <a:gd name="T41" fmla="*/ 976 h 2741"/>
                <a:gd name="T42" fmla="*/ 621 w 2228"/>
                <a:gd name="T43" fmla="*/ 1175 h 2741"/>
                <a:gd name="T44" fmla="*/ 605 w 2228"/>
                <a:gd name="T45" fmla="*/ 1360 h 2741"/>
                <a:gd name="T46" fmla="*/ 665 w 2228"/>
                <a:gd name="T47" fmla="*/ 1504 h 2741"/>
                <a:gd name="T48" fmla="*/ 539 w 2228"/>
                <a:gd name="T49" fmla="*/ 1601 h 2741"/>
                <a:gd name="T50" fmla="*/ 368 w 2228"/>
                <a:gd name="T51" fmla="*/ 1510 h 2741"/>
                <a:gd name="T52" fmla="*/ 267 w 2228"/>
                <a:gd name="T53" fmla="*/ 1552 h 2741"/>
                <a:gd name="T54" fmla="*/ 131 w 2228"/>
                <a:gd name="T55" fmla="*/ 1683 h 2741"/>
                <a:gd name="T56" fmla="*/ 44 w 2228"/>
                <a:gd name="T57" fmla="*/ 1799 h 2741"/>
                <a:gd name="T58" fmla="*/ 6 w 2228"/>
                <a:gd name="T59" fmla="*/ 1938 h 2741"/>
                <a:gd name="T60" fmla="*/ 20 w 2228"/>
                <a:gd name="T61" fmla="*/ 2080 h 2741"/>
                <a:gd name="T62" fmla="*/ 82 w 2228"/>
                <a:gd name="T63" fmla="*/ 2229 h 2741"/>
                <a:gd name="T64" fmla="*/ 10 w 2228"/>
                <a:gd name="T65" fmla="*/ 2319 h 2741"/>
                <a:gd name="T66" fmla="*/ 54 w 2228"/>
                <a:gd name="T67" fmla="*/ 2377 h 2741"/>
                <a:gd name="T68" fmla="*/ 82 w 2228"/>
                <a:gd name="T69" fmla="*/ 2367 h 2741"/>
                <a:gd name="T70" fmla="*/ 185 w 2228"/>
                <a:gd name="T71" fmla="*/ 2299 h 2741"/>
                <a:gd name="T72" fmla="*/ 376 w 2228"/>
                <a:gd name="T73" fmla="*/ 2329 h 2741"/>
                <a:gd name="T74" fmla="*/ 490 w 2228"/>
                <a:gd name="T75" fmla="*/ 2263 h 2741"/>
                <a:gd name="T76" fmla="*/ 525 w 2228"/>
                <a:gd name="T77" fmla="*/ 2229 h 2741"/>
                <a:gd name="T78" fmla="*/ 565 w 2228"/>
                <a:gd name="T79" fmla="*/ 2227 h 2741"/>
                <a:gd name="T80" fmla="*/ 686 w 2228"/>
                <a:gd name="T81" fmla="*/ 2295 h 2741"/>
                <a:gd name="T82" fmla="*/ 784 w 2228"/>
                <a:gd name="T83" fmla="*/ 2307 h 2741"/>
                <a:gd name="T84" fmla="*/ 778 w 2228"/>
                <a:gd name="T85" fmla="*/ 2353 h 2741"/>
                <a:gd name="T86" fmla="*/ 913 w 2228"/>
                <a:gd name="T87" fmla="*/ 2428 h 2741"/>
                <a:gd name="T88" fmla="*/ 941 w 2228"/>
                <a:gd name="T89" fmla="*/ 2472 h 2741"/>
                <a:gd name="T90" fmla="*/ 1124 w 2228"/>
                <a:gd name="T91" fmla="*/ 2614 h 2741"/>
                <a:gd name="T92" fmla="*/ 1246 w 2228"/>
                <a:gd name="T93" fmla="*/ 2741 h 2741"/>
                <a:gd name="T94" fmla="*/ 1427 w 2228"/>
                <a:gd name="T95" fmla="*/ 2594 h 2741"/>
                <a:gd name="T96" fmla="*/ 1675 w 2228"/>
                <a:gd name="T97" fmla="*/ 2414 h 2741"/>
                <a:gd name="T98" fmla="*/ 1769 w 2228"/>
                <a:gd name="T99" fmla="*/ 2060 h 2741"/>
                <a:gd name="T100" fmla="*/ 1870 w 2228"/>
                <a:gd name="T101" fmla="*/ 1773 h 2741"/>
                <a:gd name="T102" fmla="*/ 2099 w 2228"/>
                <a:gd name="T103" fmla="*/ 1516 h 2741"/>
                <a:gd name="T104" fmla="*/ 2216 w 2228"/>
                <a:gd name="T105" fmla="*/ 1293 h 2741"/>
                <a:gd name="T106" fmla="*/ 2205 w 2228"/>
                <a:gd name="T107" fmla="*/ 1251 h 2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28" h="2741">
                  <a:moveTo>
                    <a:pt x="2197" y="1225"/>
                  </a:moveTo>
                  <a:lnTo>
                    <a:pt x="2185" y="1187"/>
                  </a:lnTo>
                  <a:lnTo>
                    <a:pt x="2203" y="1107"/>
                  </a:lnTo>
                  <a:lnTo>
                    <a:pt x="2228" y="1028"/>
                  </a:lnTo>
                  <a:lnTo>
                    <a:pt x="2222" y="944"/>
                  </a:lnTo>
                  <a:lnTo>
                    <a:pt x="2222" y="944"/>
                  </a:lnTo>
                  <a:lnTo>
                    <a:pt x="2207" y="892"/>
                  </a:lnTo>
                  <a:lnTo>
                    <a:pt x="2207" y="892"/>
                  </a:lnTo>
                  <a:lnTo>
                    <a:pt x="2197" y="866"/>
                  </a:lnTo>
                  <a:lnTo>
                    <a:pt x="2189" y="840"/>
                  </a:lnTo>
                  <a:lnTo>
                    <a:pt x="2189" y="840"/>
                  </a:lnTo>
                  <a:lnTo>
                    <a:pt x="2197" y="810"/>
                  </a:lnTo>
                  <a:lnTo>
                    <a:pt x="2218" y="757"/>
                  </a:lnTo>
                  <a:lnTo>
                    <a:pt x="2216" y="689"/>
                  </a:lnTo>
                  <a:lnTo>
                    <a:pt x="2181" y="603"/>
                  </a:lnTo>
                  <a:lnTo>
                    <a:pt x="2183" y="536"/>
                  </a:lnTo>
                  <a:lnTo>
                    <a:pt x="2185" y="428"/>
                  </a:lnTo>
                  <a:lnTo>
                    <a:pt x="2159" y="360"/>
                  </a:lnTo>
                  <a:lnTo>
                    <a:pt x="2129" y="292"/>
                  </a:lnTo>
                  <a:lnTo>
                    <a:pt x="2121" y="233"/>
                  </a:lnTo>
                  <a:lnTo>
                    <a:pt x="2105" y="177"/>
                  </a:lnTo>
                  <a:lnTo>
                    <a:pt x="2051" y="139"/>
                  </a:lnTo>
                  <a:lnTo>
                    <a:pt x="2051" y="139"/>
                  </a:lnTo>
                  <a:lnTo>
                    <a:pt x="2023" y="131"/>
                  </a:lnTo>
                  <a:lnTo>
                    <a:pt x="2004" y="123"/>
                  </a:lnTo>
                  <a:lnTo>
                    <a:pt x="1996" y="119"/>
                  </a:lnTo>
                  <a:lnTo>
                    <a:pt x="1994" y="117"/>
                  </a:lnTo>
                  <a:lnTo>
                    <a:pt x="1994" y="117"/>
                  </a:lnTo>
                  <a:lnTo>
                    <a:pt x="1972" y="63"/>
                  </a:lnTo>
                  <a:lnTo>
                    <a:pt x="1956" y="49"/>
                  </a:lnTo>
                  <a:lnTo>
                    <a:pt x="1856" y="151"/>
                  </a:lnTo>
                  <a:lnTo>
                    <a:pt x="1856" y="151"/>
                  </a:lnTo>
                  <a:lnTo>
                    <a:pt x="1846" y="223"/>
                  </a:lnTo>
                  <a:lnTo>
                    <a:pt x="1846" y="223"/>
                  </a:lnTo>
                  <a:lnTo>
                    <a:pt x="1836" y="231"/>
                  </a:lnTo>
                  <a:lnTo>
                    <a:pt x="1815" y="249"/>
                  </a:lnTo>
                  <a:lnTo>
                    <a:pt x="1785" y="275"/>
                  </a:lnTo>
                  <a:lnTo>
                    <a:pt x="1703" y="312"/>
                  </a:lnTo>
                  <a:lnTo>
                    <a:pt x="1638" y="292"/>
                  </a:lnTo>
                  <a:lnTo>
                    <a:pt x="1582" y="247"/>
                  </a:lnTo>
                  <a:lnTo>
                    <a:pt x="1532" y="195"/>
                  </a:lnTo>
                  <a:lnTo>
                    <a:pt x="1528" y="107"/>
                  </a:lnTo>
                  <a:lnTo>
                    <a:pt x="1508" y="91"/>
                  </a:lnTo>
                  <a:lnTo>
                    <a:pt x="1365" y="89"/>
                  </a:lnTo>
                  <a:lnTo>
                    <a:pt x="1337" y="65"/>
                  </a:lnTo>
                  <a:lnTo>
                    <a:pt x="1337" y="65"/>
                  </a:lnTo>
                  <a:lnTo>
                    <a:pt x="1261" y="75"/>
                  </a:lnTo>
                  <a:lnTo>
                    <a:pt x="1261" y="75"/>
                  </a:lnTo>
                  <a:lnTo>
                    <a:pt x="1230" y="73"/>
                  </a:lnTo>
                  <a:lnTo>
                    <a:pt x="1202" y="69"/>
                  </a:lnTo>
                  <a:lnTo>
                    <a:pt x="1186" y="23"/>
                  </a:lnTo>
                  <a:lnTo>
                    <a:pt x="1146" y="0"/>
                  </a:lnTo>
                  <a:lnTo>
                    <a:pt x="1146" y="0"/>
                  </a:lnTo>
                  <a:lnTo>
                    <a:pt x="1122" y="8"/>
                  </a:lnTo>
                  <a:lnTo>
                    <a:pt x="1094" y="17"/>
                  </a:lnTo>
                  <a:lnTo>
                    <a:pt x="1094" y="17"/>
                  </a:lnTo>
                  <a:lnTo>
                    <a:pt x="1031" y="79"/>
                  </a:lnTo>
                  <a:lnTo>
                    <a:pt x="1019" y="135"/>
                  </a:lnTo>
                  <a:lnTo>
                    <a:pt x="989" y="197"/>
                  </a:lnTo>
                  <a:lnTo>
                    <a:pt x="941" y="225"/>
                  </a:lnTo>
                  <a:lnTo>
                    <a:pt x="844" y="233"/>
                  </a:lnTo>
                  <a:lnTo>
                    <a:pt x="770" y="233"/>
                  </a:lnTo>
                  <a:lnTo>
                    <a:pt x="679" y="269"/>
                  </a:lnTo>
                  <a:lnTo>
                    <a:pt x="625" y="265"/>
                  </a:lnTo>
                  <a:lnTo>
                    <a:pt x="533" y="328"/>
                  </a:lnTo>
                  <a:lnTo>
                    <a:pt x="499" y="358"/>
                  </a:lnTo>
                  <a:lnTo>
                    <a:pt x="495" y="444"/>
                  </a:lnTo>
                  <a:lnTo>
                    <a:pt x="491" y="516"/>
                  </a:lnTo>
                  <a:lnTo>
                    <a:pt x="474" y="559"/>
                  </a:lnTo>
                  <a:lnTo>
                    <a:pt x="474" y="559"/>
                  </a:lnTo>
                  <a:lnTo>
                    <a:pt x="533" y="601"/>
                  </a:lnTo>
                  <a:lnTo>
                    <a:pt x="581" y="629"/>
                  </a:lnTo>
                  <a:lnTo>
                    <a:pt x="613" y="643"/>
                  </a:lnTo>
                  <a:lnTo>
                    <a:pt x="613" y="643"/>
                  </a:lnTo>
                  <a:lnTo>
                    <a:pt x="625" y="653"/>
                  </a:lnTo>
                  <a:lnTo>
                    <a:pt x="635" y="659"/>
                  </a:lnTo>
                  <a:lnTo>
                    <a:pt x="639" y="661"/>
                  </a:lnTo>
                  <a:lnTo>
                    <a:pt x="639" y="661"/>
                  </a:lnTo>
                  <a:lnTo>
                    <a:pt x="659" y="647"/>
                  </a:lnTo>
                  <a:lnTo>
                    <a:pt x="675" y="633"/>
                  </a:lnTo>
                  <a:lnTo>
                    <a:pt x="704" y="605"/>
                  </a:lnTo>
                  <a:lnTo>
                    <a:pt x="732" y="595"/>
                  </a:lnTo>
                  <a:lnTo>
                    <a:pt x="754" y="605"/>
                  </a:lnTo>
                  <a:lnTo>
                    <a:pt x="754" y="605"/>
                  </a:lnTo>
                  <a:lnTo>
                    <a:pt x="764" y="615"/>
                  </a:lnTo>
                  <a:lnTo>
                    <a:pt x="774" y="627"/>
                  </a:lnTo>
                  <a:lnTo>
                    <a:pt x="774" y="627"/>
                  </a:lnTo>
                  <a:lnTo>
                    <a:pt x="774" y="633"/>
                  </a:lnTo>
                  <a:lnTo>
                    <a:pt x="774" y="641"/>
                  </a:lnTo>
                  <a:lnTo>
                    <a:pt x="774" y="649"/>
                  </a:lnTo>
                  <a:lnTo>
                    <a:pt x="768" y="731"/>
                  </a:lnTo>
                  <a:lnTo>
                    <a:pt x="768" y="818"/>
                  </a:lnTo>
                  <a:lnTo>
                    <a:pt x="784" y="876"/>
                  </a:lnTo>
                  <a:lnTo>
                    <a:pt x="770" y="916"/>
                  </a:lnTo>
                  <a:lnTo>
                    <a:pt x="746" y="922"/>
                  </a:lnTo>
                  <a:lnTo>
                    <a:pt x="746" y="922"/>
                  </a:lnTo>
                  <a:lnTo>
                    <a:pt x="684" y="936"/>
                  </a:lnTo>
                  <a:lnTo>
                    <a:pt x="684" y="936"/>
                  </a:lnTo>
                  <a:lnTo>
                    <a:pt x="677" y="934"/>
                  </a:lnTo>
                  <a:lnTo>
                    <a:pt x="669" y="930"/>
                  </a:lnTo>
                  <a:lnTo>
                    <a:pt x="629" y="922"/>
                  </a:lnTo>
                  <a:lnTo>
                    <a:pt x="611" y="934"/>
                  </a:lnTo>
                  <a:lnTo>
                    <a:pt x="611" y="934"/>
                  </a:lnTo>
                  <a:lnTo>
                    <a:pt x="595" y="976"/>
                  </a:lnTo>
                  <a:lnTo>
                    <a:pt x="595" y="976"/>
                  </a:lnTo>
                  <a:lnTo>
                    <a:pt x="587" y="1002"/>
                  </a:lnTo>
                  <a:lnTo>
                    <a:pt x="583" y="1083"/>
                  </a:lnTo>
                  <a:lnTo>
                    <a:pt x="591" y="1109"/>
                  </a:lnTo>
                  <a:lnTo>
                    <a:pt x="613" y="1151"/>
                  </a:lnTo>
                  <a:lnTo>
                    <a:pt x="621" y="1175"/>
                  </a:lnTo>
                  <a:lnTo>
                    <a:pt x="605" y="1223"/>
                  </a:lnTo>
                  <a:lnTo>
                    <a:pt x="587" y="1253"/>
                  </a:lnTo>
                  <a:lnTo>
                    <a:pt x="589" y="1283"/>
                  </a:lnTo>
                  <a:lnTo>
                    <a:pt x="605" y="1315"/>
                  </a:lnTo>
                  <a:lnTo>
                    <a:pt x="605" y="1360"/>
                  </a:lnTo>
                  <a:lnTo>
                    <a:pt x="623" y="1384"/>
                  </a:lnTo>
                  <a:lnTo>
                    <a:pt x="655" y="1412"/>
                  </a:lnTo>
                  <a:lnTo>
                    <a:pt x="675" y="1444"/>
                  </a:lnTo>
                  <a:lnTo>
                    <a:pt x="669" y="1472"/>
                  </a:lnTo>
                  <a:lnTo>
                    <a:pt x="665" y="1504"/>
                  </a:lnTo>
                  <a:lnTo>
                    <a:pt x="649" y="1514"/>
                  </a:lnTo>
                  <a:lnTo>
                    <a:pt x="627" y="1544"/>
                  </a:lnTo>
                  <a:lnTo>
                    <a:pt x="597" y="1572"/>
                  </a:lnTo>
                  <a:lnTo>
                    <a:pt x="565" y="1603"/>
                  </a:lnTo>
                  <a:lnTo>
                    <a:pt x="539" y="1601"/>
                  </a:lnTo>
                  <a:lnTo>
                    <a:pt x="497" y="1574"/>
                  </a:lnTo>
                  <a:lnTo>
                    <a:pt x="466" y="1554"/>
                  </a:lnTo>
                  <a:lnTo>
                    <a:pt x="444" y="1530"/>
                  </a:lnTo>
                  <a:lnTo>
                    <a:pt x="430" y="1504"/>
                  </a:lnTo>
                  <a:lnTo>
                    <a:pt x="368" y="1510"/>
                  </a:lnTo>
                  <a:lnTo>
                    <a:pt x="368" y="1510"/>
                  </a:lnTo>
                  <a:lnTo>
                    <a:pt x="340" y="1520"/>
                  </a:lnTo>
                  <a:lnTo>
                    <a:pt x="340" y="1520"/>
                  </a:lnTo>
                  <a:lnTo>
                    <a:pt x="308" y="1538"/>
                  </a:lnTo>
                  <a:lnTo>
                    <a:pt x="267" y="1552"/>
                  </a:lnTo>
                  <a:lnTo>
                    <a:pt x="203" y="1558"/>
                  </a:lnTo>
                  <a:lnTo>
                    <a:pt x="187" y="1576"/>
                  </a:lnTo>
                  <a:lnTo>
                    <a:pt x="161" y="1613"/>
                  </a:lnTo>
                  <a:lnTo>
                    <a:pt x="153" y="1655"/>
                  </a:lnTo>
                  <a:lnTo>
                    <a:pt x="131" y="1683"/>
                  </a:lnTo>
                  <a:lnTo>
                    <a:pt x="106" y="1745"/>
                  </a:lnTo>
                  <a:lnTo>
                    <a:pt x="82" y="1783"/>
                  </a:lnTo>
                  <a:lnTo>
                    <a:pt x="56" y="1799"/>
                  </a:lnTo>
                  <a:lnTo>
                    <a:pt x="44" y="1799"/>
                  </a:lnTo>
                  <a:lnTo>
                    <a:pt x="44" y="1799"/>
                  </a:lnTo>
                  <a:lnTo>
                    <a:pt x="50" y="1845"/>
                  </a:lnTo>
                  <a:lnTo>
                    <a:pt x="46" y="1874"/>
                  </a:lnTo>
                  <a:lnTo>
                    <a:pt x="38" y="1900"/>
                  </a:lnTo>
                  <a:lnTo>
                    <a:pt x="28" y="1922"/>
                  </a:lnTo>
                  <a:lnTo>
                    <a:pt x="6" y="1938"/>
                  </a:lnTo>
                  <a:lnTo>
                    <a:pt x="14" y="1982"/>
                  </a:lnTo>
                  <a:lnTo>
                    <a:pt x="20" y="2028"/>
                  </a:lnTo>
                  <a:lnTo>
                    <a:pt x="0" y="2038"/>
                  </a:lnTo>
                  <a:lnTo>
                    <a:pt x="0" y="2056"/>
                  </a:lnTo>
                  <a:lnTo>
                    <a:pt x="20" y="2080"/>
                  </a:lnTo>
                  <a:lnTo>
                    <a:pt x="72" y="2112"/>
                  </a:lnTo>
                  <a:lnTo>
                    <a:pt x="78" y="2135"/>
                  </a:lnTo>
                  <a:lnTo>
                    <a:pt x="98" y="2171"/>
                  </a:lnTo>
                  <a:lnTo>
                    <a:pt x="100" y="2215"/>
                  </a:lnTo>
                  <a:lnTo>
                    <a:pt x="82" y="2229"/>
                  </a:lnTo>
                  <a:lnTo>
                    <a:pt x="68" y="2263"/>
                  </a:lnTo>
                  <a:lnTo>
                    <a:pt x="66" y="2289"/>
                  </a:lnTo>
                  <a:lnTo>
                    <a:pt x="66" y="2305"/>
                  </a:lnTo>
                  <a:lnTo>
                    <a:pt x="50" y="2321"/>
                  </a:lnTo>
                  <a:lnTo>
                    <a:pt x="10" y="2319"/>
                  </a:lnTo>
                  <a:lnTo>
                    <a:pt x="10" y="2335"/>
                  </a:lnTo>
                  <a:lnTo>
                    <a:pt x="18" y="2355"/>
                  </a:lnTo>
                  <a:lnTo>
                    <a:pt x="40" y="2379"/>
                  </a:lnTo>
                  <a:lnTo>
                    <a:pt x="40" y="2379"/>
                  </a:lnTo>
                  <a:lnTo>
                    <a:pt x="54" y="2377"/>
                  </a:lnTo>
                  <a:lnTo>
                    <a:pt x="66" y="2377"/>
                  </a:lnTo>
                  <a:lnTo>
                    <a:pt x="74" y="2375"/>
                  </a:lnTo>
                  <a:lnTo>
                    <a:pt x="74" y="2375"/>
                  </a:lnTo>
                  <a:lnTo>
                    <a:pt x="78" y="2371"/>
                  </a:lnTo>
                  <a:lnTo>
                    <a:pt x="82" y="2367"/>
                  </a:lnTo>
                  <a:lnTo>
                    <a:pt x="92" y="2355"/>
                  </a:lnTo>
                  <a:lnTo>
                    <a:pt x="102" y="2337"/>
                  </a:lnTo>
                  <a:lnTo>
                    <a:pt x="135" y="2303"/>
                  </a:lnTo>
                  <a:lnTo>
                    <a:pt x="161" y="2295"/>
                  </a:lnTo>
                  <a:lnTo>
                    <a:pt x="185" y="2299"/>
                  </a:lnTo>
                  <a:lnTo>
                    <a:pt x="239" y="2299"/>
                  </a:lnTo>
                  <a:lnTo>
                    <a:pt x="279" y="2331"/>
                  </a:lnTo>
                  <a:lnTo>
                    <a:pt x="306" y="2363"/>
                  </a:lnTo>
                  <a:lnTo>
                    <a:pt x="356" y="2357"/>
                  </a:lnTo>
                  <a:lnTo>
                    <a:pt x="376" y="2329"/>
                  </a:lnTo>
                  <a:lnTo>
                    <a:pt x="414" y="2297"/>
                  </a:lnTo>
                  <a:lnTo>
                    <a:pt x="414" y="2297"/>
                  </a:lnTo>
                  <a:lnTo>
                    <a:pt x="462" y="2279"/>
                  </a:lnTo>
                  <a:lnTo>
                    <a:pt x="462" y="2279"/>
                  </a:lnTo>
                  <a:lnTo>
                    <a:pt x="490" y="2263"/>
                  </a:lnTo>
                  <a:lnTo>
                    <a:pt x="517" y="2247"/>
                  </a:lnTo>
                  <a:lnTo>
                    <a:pt x="517" y="2247"/>
                  </a:lnTo>
                  <a:lnTo>
                    <a:pt x="521" y="2243"/>
                  </a:lnTo>
                  <a:lnTo>
                    <a:pt x="523" y="2237"/>
                  </a:lnTo>
                  <a:lnTo>
                    <a:pt x="525" y="2229"/>
                  </a:lnTo>
                  <a:lnTo>
                    <a:pt x="525" y="2229"/>
                  </a:lnTo>
                  <a:lnTo>
                    <a:pt x="537" y="2225"/>
                  </a:lnTo>
                  <a:lnTo>
                    <a:pt x="553" y="2223"/>
                  </a:lnTo>
                  <a:lnTo>
                    <a:pt x="553" y="2223"/>
                  </a:lnTo>
                  <a:lnTo>
                    <a:pt x="565" y="2227"/>
                  </a:lnTo>
                  <a:lnTo>
                    <a:pt x="575" y="2231"/>
                  </a:lnTo>
                  <a:lnTo>
                    <a:pt x="603" y="2245"/>
                  </a:lnTo>
                  <a:lnTo>
                    <a:pt x="647" y="2259"/>
                  </a:lnTo>
                  <a:lnTo>
                    <a:pt x="669" y="2295"/>
                  </a:lnTo>
                  <a:lnTo>
                    <a:pt x="686" y="2295"/>
                  </a:lnTo>
                  <a:lnTo>
                    <a:pt x="718" y="2283"/>
                  </a:lnTo>
                  <a:lnTo>
                    <a:pt x="756" y="2283"/>
                  </a:lnTo>
                  <a:lnTo>
                    <a:pt x="756" y="2283"/>
                  </a:lnTo>
                  <a:lnTo>
                    <a:pt x="768" y="2295"/>
                  </a:lnTo>
                  <a:lnTo>
                    <a:pt x="784" y="2307"/>
                  </a:lnTo>
                  <a:lnTo>
                    <a:pt x="784" y="2307"/>
                  </a:lnTo>
                  <a:lnTo>
                    <a:pt x="784" y="2313"/>
                  </a:lnTo>
                  <a:lnTo>
                    <a:pt x="784" y="2321"/>
                  </a:lnTo>
                  <a:lnTo>
                    <a:pt x="784" y="2333"/>
                  </a:lnTo>
                  <a:lnTo>
                    <a:pt x="778" y="2353"/>
                  </a:lnTo>
                  <a:lnTo>
                    <a:pt x="796" y="2373"/>
                  </a:lnTo>
                  <a:lnTo>
                    <a:pt x="824" y="2373"/>
                  </a:lnTo>
                  <a:lnTo>
                    <a:pt x="868" y="2394"/>
                  </a:lnTo>
                  <a:lnTo>
                    <a:pt x="913" y="2428"/>
                  </a:lnTo>
                  <a:lnTo>
                    <a:pt x="913" y="2428"/>
                  </a:lnTo>
                  <a:lnTo>
                    <a:pt x="921" y="2442"/>
                  </a:lnTo>
                  <a:lnTo>
                    <a:pt x="931" y="2460"/>
                  </a:lnTo>
                  <a:lnTo>
                    <a:pt x="931" y="2460"/>
                  </a:lnTo>
                  <a:lnTo>
                    <a:pt x="933" y="2464"/>
                  </a:lnTo>
                  <a:lnTo>
                    <a:pt x="941" y="2472"/>
                  </a:lnTo>
                  <a:lnTo>
                    <a:pt x="949" y="2478"/>
                  </a:lnTo>
                  <a:lnTo>
                    <a:pt x="987" y="2494"/>
                  </a:lnTo>
                  <a:lnTo>
                    <a:pt x="1080" y="2558"/>
                  </a:lnTo>
                  <a:lnTo>
                    <a:pt x="1104" y="2586"/>
                  </a:lnTo>
                  <a:lnTo>
                    <a:pt x="1124" y="2614"/>
                  </a:lnTo>
                  <a:lnTo>
                    <a:pt x="1124" y="2644"/>
                  </a:lnTo>
                  <a:lnTo>
                    <a:pt x="1136" y="2667"/>
                  </a:lnTo>
                  <a:lnTo>
                    <a:pt x="1154" y="2695"/>
                  </a:lnTo>
                  <a:lnTo>
                    <a:pt x="1246" y="2741"/>
                  </a:lnTo>
                  <a:lnTo>
                    <a:pt x="1246" y="2741"/>
                  </a:lnTo>
                  <a:lnTo>
                    <a:pt x="1254" y="2713"/>
                  </a:lnTo>
                  <a:lnTo>
                    <a:pt x="1285" y="2699"/>
                  </a:lnTo>
                  <a:lnTo>
                    <a:pt x="1309" y="2721"/>
                  </a:lnTo>
                  <a:lnTo>
                    <a:pt x="1343" y="2677"/>
                  </a:lnTo>
                  <a:lnTo>
                    <a:pt x="1427" y="2594"/>
                  </a:lnTo>
                  <a:lnTo>
                    <a:pt x="1508" y="2574"/>
                  </a:lnTo>
                  <a:lnTo>
                    <a:pt x="1564" y="2566"/>
                  </a:lnTo>
                  <a:lnTo>
                    <a:pt x="1590" y="2522"/>
                  </a:lnTo>
                  <a:lnTo>
                    <a:pt x="1634" y="2460"/>
                  </a:lnTo>
                  <a:lnTo>
                    <a:pt x="1675" y="2414"/>
                  </a:lnTo>
                  <a:lnTo>
                    <a:pt x="1703" y="2353"/>
                  </a:lnTo>
                  <a:lnTo>
                    <a:pt x="1715" y="2305"/>
                  </a:lnTo>
                  <a:lnTo>
                    <a:pt x="1719" y="2219"/>
                  </a:lnTo>
                  <a:lnTo>
                    <a:pt x="1773" y="2127"/>
                  </a:lnTo>
                  <a:lnTo>
                    <a:pt x="1769" y="2060"/>
                  </a:lnTo>
                  <a:lnTo>
                    <a:pt x="1793" y="2028"/>
                  </a:lnTo>
                  <a:lnTo>
                    <a:pt x="1870" y="1914"/>
                  </a:lnTo>
                  <a:lnTo>
                    <a:pt x="1898" y="1884"/>
                  </a:lnTo>
                  <a:lnTo>
                    <a:pt x="1898" y="1823"/>
                  </a:lnTo>
                  <a:lnTo>
                    <a:pt x="1870" y="1773"/>
                  </a:lnTo>
                  <a:lnTo>
                    <a:pt x="1850" y="1737"/>
                  </a:lnTo>
                  <a:lnTo>
                    <a:pt x="1864" y="1699"/>
                  </a:lnTo>
                  <a:lnTo>
                    <a:pt x="1924" y="1671"/>
                  </a:lnTo>
                  <a:lnTo>
                    <a:pt x="2022" y="1609"/>
                  </a:lnTo>
                  <a:lnTo>
                    <a:pt x="2099" y="1516"/>
                  </a:lnTo>
                  <a:lnTo>
                    <a:pt x="2169" y="1406"/>
                  </a:lnTo>
                  <a:lnTo>
                    <a:pt x="2214" y="1336"/>
                  </a:lnTo>
                  <a:lnTo>
                    <a:pt x="2214" y="1336"/>
                  </a:lnTo>
                  <a:lnTo>
                    <a:pt x="2216" y="1311"/>
                  </a:lnTo>
                  <a:lnTo>
                    <a:pt x="2216" y="1293"/>
                  </a:lnTo>
                  <a:lnTo>
                    <a:pt x="2216" y="1285"/>
                  </a:lnTo>
                  <a:lnTo>
                    <a:pt x="2214" y="1281"/>
                  </a:lnTo>
                  <a:lnTo>
                    <a:pt x="2214" y="1281"/>
                  </a:lnTo>
                  <a:lnTo>
                    <a:pt x="2211" y="1269"/>
                  </a:lnTo>
                  <a:lnTo>
                    <a:pt x="2205" y="1251"/>
                  </a:lnTo>
                  <a:lnTo>
                    <a:pt x="2197" y="1225"/>
                  </a:lnTo>
                  <a:lnTo>
                    <a:pt x="2197" y="1225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49" name="Freeform 11">
              <a:extLst>
                <a:ext uri="{FF2B5EF4-FFF2-40B4-BE49-F238E27FC236}">
                  <a16:creationId xmlns:a16="http://schemas.microsoft.com/office/drawing/2014/main" id="{91AC5346-FF49-BCD4-AB6E-61EF023474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825" y="5522913"/>
              <a:ext cx="3292475" cy="3694113"/>
            </a:xfrm>
            <a:custGeom>
              <a:avLst/>
              <a:gdLst>
                <a:gd name="T0" fmla="*/ 1960 w 2074"/>
                <a:gd name="T1" fmla="*/ 1482 h 2327"/>
                <a:gd name="T2" fmla="*/ 2030 w 2074"/>
                <a:gd name="T3" fmla="*/ 1151 h 2327"/>
                <a:gd name="T4" fmla="*/ 1964 w 2074"/>
                <a:gd name="T5" fmla="*/ 908 h 2327"/>
                <a:gd name="T6" fmla="*/ 1777 w 2074"/>
                <a:gd name="T7" fmla="*/ 719 h 2327"/>
                <a:gd name="T8" fmla="*/ 1749 w 2074"/>
                <a:gd name="T9" fmla="*/ 683 h 2327"/>
                <a:gd name="T10" fmla="*/ 1612 w 2074"/>
                <a:gd name="T11" fmla="*/ 574 h 2327"/>
                <a:gd name="T12" fmla="*/ 1596 w 2074"/>
                <a:gd name="T13" fmla="*/ 536 h 2327"/>
                <a:gd name="T14" fmla="*/ 1431 w 2074"/>
                <a:gd name="T15" fmla="*/ 486 h 2327"/>
                <a:gd name="T16" fmla="*/ 1365 w 2074"/>
                <a:gd name="T17" fmla="*/ 466 h 2327"/>
                <a:gd name="T18" fmla="*/ 1345 w 2074"/>
                <a:gd name="T19" fmla="*/ 488 h 2327"/>
                <a:gd name="T20" fmla="*/ 1184 w 2074"/>
                <a:gd name="T21" fmla="*/ 598 h 2327"/>
                <a:gd name="T22" fmla="*/ 963 w 2074"/>
                <a:gd name="T23" fmla="*/ 544 h 2327"/>
                <a:gd name="T24" fmla="*/ 902 w 2074"/>
                <a:gd name="T25" fmla="*/ 616 h 2327"/>
                <a:gd name="T26" fmla="*/ 838 w 2074"/>
                <a:gd name="T27" fmla="*/ 576 h 2327"/>
                <a:gd name="T28" fmla="*/ 910 w 2074"/>
                <a:gd name="T29" fmla="*/ 470 h 2327"/>
                <a:gd name="T30" fmla="*/ 828 w 2074"/>
                <a:gd name="T31" fmla="*/ 297 h 2327"/>
                <a:gd name="T32" fmla="*/ 866 w 2074"/>
                <a:gd name="T33" fmla="*/ 141 h 2327"/>
                <a:gd name="T34" fmla="*/ 854 w 2074"/>
                <a:gd name="T35" fmla="*/ 10 h 2327"/>
                <a:gd name="T36" fmla="*/ 741 w 2074"/>
                <a:gd name="T37" fmla="*/ 62 h 2327"/>
                <a:gd name="T38" fmla="*/ 681 w 2074"/>
                <a:gd name="T39" fmla="*/ 72 h 2327"/>
                <a:gd name="T40" fmla="*/ 643 w 2074"/>
                <a:gd name="T41" fmla="*/ 76 h 2327"/>
                <a:gd name="T42" fmla="*/ 528 w 2074"/>
                <a:gd name="T43" fmla="*/ 219 h 2327"/>
                <a:gd name="T44" fmla="*/ 402 w 2074"/>
                <a:gd name="T45" fmla="*/ 247 h 2327"/>
                <a:gd name="T46" fmla="*/ 311 w 2074"/>
                <a:gd name="T47" fmla="*/ 351 h 2327"/>
                <a:gd name="T48" fmla="*/ 382 w 2074"/>
                <a:gd name="T49" fmla="*/ 560 h 2327"/>
                <a:gd name="T50" fmla="*/ 472 w 2074"/>
                <a:gd name="T51" fmla="*/ 743 h 2327"/>
                <a:gd name="T52" fmla="*/ 665 w 2074"/>
                <a:gd name="T53" fmla="*/ 924 h 2327"/>
                <a:gd name="T54" fmla="*/ 727 w 2074"/>
                <a:gd name="T55" fmla="*/ 1002 h 2327"/>
                <a:gd name="T56" fmla="*/ 703 w 2074"/>
                <a:gd name="T57" fmla="*/ 1144 h 2327"/>
                <a:gd name="T58" fmla="*/ 707 w 2074"/>
                <a:gd name="T59" fmla="*/ 1215 h 2327"/>
                <a:gd name="T60" fmla="*/ 526 w 2074"/>
                <a:gd name="T61" fmla="*/ 1379 h 2327"/>
                <a:gd name="T62" fmla="*/ 400 w 2074"/>
                <a:gd name="T63" fmla="*/ 1486 h 2327"/>
                <a:gd name="T64" fmla="*/ 267 w 2074"/>
                <a:gd name="T65" fmla="*/ 1464 h 2327"/>
                <a:gd name="T66" fmla="*/ 225 w 2074"/>
                <a:gd name="T67" fmla="*/ 1522 h 2327"/>
                <a:gd name="T68" fmla="*/ 112 w 2074"/>
                <a:gd name="T69" fmla="*/ 1586 h 2327"/>
                <a:gd name="T70" fmla="*/ 62 w 2074"/>
                <a:gd name="T71" fmla="*/ 1572 h 2327"/>
                <a:gd name="T72" fmla="*/ 6 w 2074"/>
                <a:gd name="T73" fmla="*/ 1564 h 2327"/>
                <a:gd name="T74" fmla="*/ 72 w 2074"/>
                <a:gd name="T75" fmla="*/ 1687 h 2327"/>
                <a:gd name="T76" fmla="*/ 102 w 2074"/>
                <a:gd name="T77" fmla="*/ 1855 h 2327"/>
                <a:gd name="T78" fmla="*/ 221 w 2074"/>
                <a:gd name="T79" fmla="*/ 2052 h 2327"/>
                <a:gd name="T80" fmla="*/ 273 w 2074"/>
                <a:gd name="T81" fmla="*/ 2178 h 2327"/>
                <a:gd name="T82" fmla="*/ 343 w 2074"/>
                <a:gd name="T83" fmla="*/ 2168 h 2327"/>
                <a:gd name="T84" fmla="*/ 339 w 2074"/>
                <a:gd name="T85" fmla="*/ 2217 h 2327"/>
                <a:gd name="T86" fmla="*/ 418 w 2074"/>
                <a:gd name="T87" fmla="*/ 2259 h 2327"/>
                <a:gd name="T88" fmla="*/ 625 w 2074"/>
                <a:gd name="T89" fmla="*/ 2319 h 2327"/>
                <a:gd name="T90" fmla="*/ 699 w 2074"/>
                <a:gd name="T91" fmla="*/ 2204 h 2327"/>
                <a:gd name="T92" fmla="*/ 860 w 2074"/>
                <a:gd name="T93" fmla="*/ 2217 h 2327"/>
                <a:gd name="T94" fmla="*/ 1023 w 2074"/>
                <a:gd name="T95" fmla="*/ 2188 h 2327"/>
                <a:gd name="T96" fmla="*/ 1176 w 2074"/>
                <a:gd name="T97" fmla="*/ 2202 h 2327"/>
                <a:gd name="T98" fmla="*/ 1226 w 2074"/>
                <a:gd name="T99" fmla="*/ 2108 h 2327"/>
                <a:gd name="T100" fmla="*/ 1351 w 2074"/>
                <a:gd name="T101" fmla="*/ 2156 h 2327"/>
                <a:gd name="T102" fmla="*/ 1727 w 2074"/>
                <a:gd name="T103" fmla="*/ 2114 h 2327"/>
                <a:gd name="T104" fmla="*/ 2074 w 2074"/>
                <a:gd name="T105" fmla="*/ 1721 h 2327"/>
                <a:gd name="T106" fmla="*/ 2018 w 2074"/>
                <a:gd name="T107" fmla="*/ 1620 h 2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74" h="2327">
                  <a:moveTo>
                    <a:pt x="2018" y="1620"/>
                  </a:moveTo>
                  <a:lnTo>
                    <a:pt x="2018" y="1620"/>
                  </a:lnTo>
                  <a:lnTo>
                    <a:pt x="1984" y="1612"/>
                  </a:lnTo>
                  <a:lnTo>
                    <a:pt x="1954" y="1602"/>
                  </a:lnTo>
                  <a:lnTo>
                    <a:pt x="1936" y="1550"/>
                  </a:lnTo>
                  <a:lnTo>
                    <a:pt x="1960" y="1482"/>
                  </a:lnTo>
                  <a:lnTo>
                    <a:pt x="1956" y="1434"/>
                  </a:lnTo>
                  <a:lnTo>
                    <a:pt x="1936" y="1381"/>
                  </a:lnTo>
                  <a:lnTo>
                    <a:pt x="1962" y="1307"/>
                  </a:lnTo>
                  <a:lnTo>
                    <a:pt x="1998" y="1261"/>
                  </a:lnTo>
                  <a:lnTo>
                    <a:pt x="2020" y="1203"/>
                  </a:lnTo>
                  <a:lnTo>
                    <a:pt x="2030" y="1151"/>
                  </a:lnTo>
                  <a:lnTo>
                    <a:pt x="2066" y="1086"/>
                  </a:lnTo>
                  <a:lnTo>
                    <a:pt x="2066" y="1006"/>
                  </a:lnTo>
                  <a:lnTo>
                    <a:pt x="2074" y="982"/>
                  </a:lnTo>
                  <a:lnTo>
                    <a:pt x="2074" y="982"/>
                  </a:lnTo>
                  <a:lnTo>
                    <a:pt x="1982" y="936"/>
                  </a:lnTo>
                  <a:lnTo>
                    <a:pt x="1964" y="908"/>
                  </a:lnTo>
                  <a:lnTo>
                    <a:pt x="1952" y="885"/>
                  </a:lnTo>
                  <a:lnTo>
                    <a:pt x="1952" y="855"/>
                  </a:lnTo>
                  <a:lnTo>
                    <a:pt x="1932" y="827"/>
                  </a:lnTo>
                  <a:lnTo>
                    <a:pt x="1908" y="799"/>
                  </a:lnTo>
                  <a:lnTo>
                    <a:pt x="1815" y="735"/>
                  </a:lnTo>
                  <a:lnTo>
                    <a:pt x="1777" y="719"/>
                  </a:lnTo>
                  <a:lnTo>
                    <a:pt x="1777" y="719"/>
                  </a:lnTo>
                  <a:lnTo>
                    <a:pt x="1769" y="713"/>
                  </a:lnTo>
                  <a:lnTo>
                    <a:pt x="1761" y="705"/>
                  </a:lnTo>
                  <a:lnTo>
                    <a:pt x="1759" y="701"/>
                  </a:lnTo>
                  <a:lnTo>
                    <a:pt x="1759" y="701"/>
                  </a:lnTo>
                  <a:lnTo>
                    <a:pt x="1749" y="683"/>
                  </a:lnTo>
                  <a:lnTo>
                    <a:pt x="1741" y="669"/>
                  </a:lnTo>
                  <a:lnTo>
                    <a:pt x="1696" y="635"/>
                  </a:lnTo>
                  <a:lnTo>
                    <a:pt x="1652" y="614"/>
                  </a:lnTo>
                  <a:lnTo>
                    <a:pt x="1624" y="614"/>
                  </a:lnTo>
                  <a:lnTo>
                    <a:pt x="1606" y="594"/>
                  </a:lnTo>
                  <a:lnTo>
                    <a:pt x="1612" y="574"/>
                  </a:lnTo>
                  <a:lnTo>
                    <a:pt x="1612" y="574"/>
                  </a:lnTo>
                  <a:lnTo>
                    <a:pt x="1612" y="562"/>
                  </a:lnTo>
                  <a:lnTo>
                    <a:pt x="1612" y="554"/>
                  </a:lnTo>
                  <a:lnTo>
                    <a:pt x="1612" y="548"/>
                  </a:lnTo>
                  <a:lnTo>
                    <a:pt x="1612" y="548"/>
                  </a:lnTo>
                  <a:lnTo>
                    <a:pt x="1596" y="536"/>
                  </a:lnTo>
                  <a:lnTo>
                    <a:pt x="1584" y="524"/>
                  </a:lnTo>
                  <a:lnTo>
                    <a:pt x="1546" y="524"/>
                  </a:lnTo>
                  <a:lnTo>
                    <a:pt x="1514" y="536"/>
                  </a:lnTo>
                  <a:lnTo>
                    <a:pt x="1497" y="536"/>
                  </a:lnTo>
                  <a:lnTo>
                    <a:pt x="1475" y="500"/>
                  </a:lnTo>
                  <a:lnTo>
                    <a:pt x="1431" y="486"/>
                  </a:lnTo>
                  <a:lnTo>
                    <a:pt x="1403" y="472"/>
                  </a:lnTo>
                  <a:lnTo>
                    <a:pt x="1403" y="472"/>
                  </a:lnTo>
                  <a:lnTo>
                    <a:pt x="1393" y="468"/>
                  </a:lnTo>
                  <a:lnTo>
                    <a:pt x="1381" y="464"/>
                  </a:lnTo>
                  <a:lnTo>
                    <a:pt x="1381" y="464"/>
                  </a:lnTo>
                  <a:lnTo>
                    <a:pt x="1365" y="466"/>
                  </a:lnTo>
                  <a:lnTo>
                    <a:pt x="1353" y="470"/>
                  </a:lnTo>
                  <a:lnTo>
                    <a:pt x="1353" y="470"/>
                  </a:lnTo>
                  <a:lnTo>
                    <a:pt x="1351" y="478"/>
                  </a:lnTo>
                  <a:lnTo>
                    <a:pt x="1349" y="484"/>
                  </a:lnTo>
                  <a:lnTo>
                    <a:pt x="1345" y="488"/>
                  </a:lnTo>
                  <a:lnTo>
                    <a:pt x="1345" y="488"/>
                  </a:lnTo>
                  <a:lnTo>
                    <a:pt x="1318" y="504"/>
                  </a:lnTo>
                  <a:lnTo>
                    <a:pt x="1290" y="520"/>
                  </a:lnTo>
                  <a:lnTo>
                    <a:pt x="1290" y="520"/>
                  </a:lnTo>
                  <a:lnTo>
                    <a:pt x="1242" y="538"/>
                  </a:lnTo>
                  <a:lnTo>
                    <a:pt x="1204" y="570"/>
                  </a:lnTo>
                  <a:lnTo>
                    <a:pt x="1184" y="598"/>
                  </a:lnTo>
                  <a:lnTo>
                    <a:pt x="1134" y="604"/>
                  </a:lnTo>
                  <a:lnTo>
                    <a:pt x="1107" y="572"/>
                  </a:lnTo>
                  <a:lnTo>
                    <a:pt x="1067" y="540"/>
                  </a:lnTo>
                  <a:lnTo>
                    <a:pt x="1013" y="540"/>
                  </a:lnTo>
                  <a:lnTo>
                    <a:pt x="989" y="536"/>
                  </a:lnTo>
                  <a:lnTo>
                    <a:pt x="963" y="544"/>
                  </a:lnTo>
                  <a:lnTo>
                    <a:pt x="930" y="578"/>
                  </a:lnTo>
                  <a:lnTo>
                    <a:pt x="930" y="578"/>
                  </a:lnTo>
                  <a:lnTo>
                    <a:pt x="920" y="596"/>
                  </a:lnTo>
                  <a:lnTo>
                    <a:pt x="910" y="608"/>
                  </a:lnTo>
                  <a:lnTo>
                    <a:pt x="906" y="612"/>
                  </a:lnTo>
                  <a:lnTo>
                    <a:pt x="902" y="616"/>
                  </a:lnTo>
                  <a:lnTo>
                    <a:pt x="902" y="616"/>
                  </a:lnTo>
                  <a:lnTo>
                    <a:pt x="894" y="618"/>
                  </a:lnTo>
                  <a:lnTo>
                    <a:pt x="882" y="618"/>
                  </a:lnTo>
                  <a:lnTo>
                    <a:pt x="868" y="620"/>
                  </a:lnTo>
                  <a:lnTo>
                    <a:pt x="846" y="596"/>
                  </a:lnTo>
                  <a:lnTo>
                    <a:pt x="838" y="576"/>
                  </a:lnTo>
                  <a:lnTo>
                    <a:pt x="838" y="560"/>
                  </a:lnTo>
                  <a:lnTo>
                    <a:pt x="878" y="562"/>
                  </a:lnTo>
                  <a:lnTo>
                    <a:pt x="894" y="546"/>
                  </a:lnTo>
                  <a:lnTo>
                    <a:pt x="894" y="530"/>
                  </a:lnTo>
                  <a:lnTo>
                    <a:pt x="896" y="504"/>
                  </a:lnTo>
                  <a:lnTo>
                    <a:pt x="910" y="470"/>
                  </a:lnTo>
                  <a:lnTo>
                    <a:pt x="928" y="456"/>
                  </a:lnTo>
                  <a:lnTo>
                    <a:pt x="926" y="412"/>
                  </a:lnTo>
                  <a:lnTo>
                    <a:pt x="906" y="376"/>
                  </a:lnTo>
                  <a:lnTo>
                    <a:pt x="900" y="353"/>
                  </a:lnTo>
                  <a:lnTo>
                    <a:pt x="848" y="321"/>
                  </a:lnTo>
                  <a:lnTo>
                    <a:pt x="828" y="297"/>
                  </a:lnTo>
                  <a:lnTo>
                    <a:pt x="828" y="279"/>
                  </a:lnTo>
                  <a:lnTo>
                    <a:pt x="848" y="269"/>
                  </a:lnTo>
                  <a:lnTo>
                    <a:pt x="842" y="223"/>
                  </a:lnTo>
                  <a:lnTo>
                    <a:pt x="834" y="179"/>
                  </a:lnTo>
                  <a:lnTo>
                    <a:pt x="856" y="163"/>
                  </a:lnTo>
                  <a:lnTo>
                    <a:pt x="866" y="141"/>
                  </a:lnTo>
                  <a:lnTo>
                    <a:pt x="874" y="115"/>
                  </a:lnTo>
                  <a:lnTo>
                    <a:pt x="878" y="86"/>
                  </a:lnTo>
                  <a:lnTo>
                    <a:pt x="878" y="86"/>
                  </a:lnTo>
                  <a:lnTo>
                    <a:pt x="872" y="40"/>
                  </a:lnTo>
                  <a:lnTo>
                    <a:pt x="862" y="42"/>
                  </a:lnTo>
                  <a:lnTo>
                    <a:pt x="854" y="10"/>
                  </a:lnTo>
                  <a:lnTo>
                    <a:pt x="842" y="0"/>
                  </a:lnTo>
                  <a:lnTo>
                    <a:pt x="808" y="0"/>
                  </a:lnTo>
                  <a:lnTo>
                    <a:pt x="772" y="16"/>
                  </a:lnTo>
                  <a:lnTo>
                    <a:pt x="772" y="44"/>
                  </a:lnTo>
                  <a:lnTo>
                    <a:pt x="741" y="62"/>
                  </a:lnTo>
                  <a:lnTo>
                    <a:pt x="741" y="62"/>
                  </a:lnTo>
                  <a:lnTo>
                    <a:pt x="727" y="62"/>
                  </a:lnTo>
                  <a:lnTo>
                    <a:pt x="717" y="62"/>
                  </a:lnTo>
                  <a:lnTo>
                    <a:pt x="711" y="62"/>
                  </a:lnTo>
                  <a:lnTo>
                    <a:pt x="711" y="62"/>
                  </a:lnTo>
                  <a:lnTo>
                    <a:pt x="695" y="68"/>
                  </a:lnTo>
                  <a:lnTo>
                    <a:pt x="681" y="72"/>
                  </a:lnTo>
                  <a:lnTo>
                    <a:pt x="681" y="72"/>
                  </a:lnTo>
                  <a:lnTo>
                    <a:pt x="667" y="72"/>
                  </a:lnTo>
                  <a:lnTo>
                    <a:pt x="657" y="72"/>
                  </a:lnTo>
                  <a:lnTo>
                    <a:pt x="649" y="72"/>
                  </a:lnTo>
                  <a:lnTo>
                    <a:pt x="649" y="72"/>
                  </a:lnTo>
                  <a:lnTo>
                    <a:pt x="643" y="76"/>
                  </a:lnTo>
                  <a:lnTo>
                    <a:pt x="635" y="84"/>
                  </a:lnTo>
                  <a:lnTo>
                    <a:pt x="625" y="92"/>
                  </a:lnTo>
                  <a:lnTo>
                    <a:pt x="609" y="121"/>
                  </a:lnTo>
                  <a:lnTo>
                    <a:pt x="555" y="169"/>
                  </a:lnTo>
                  <a:lnTo>
                    <a:pt x="536" y="189"/>
                  </a:lnTo>
                  <a:lnTo>
                    <a:pt x="528" y="219"/>
                  </a:lnTo>
                  <a:lnTo>
                    <a:pt x="528" y="219"/>
                  </a:lnTo>
                  <a:lnTo>
                    <a:pt x="504" y="219"/>
                  </a:lnTo>
                  <a:lnTo>
                    <a:pt x="504" y="219"/>
                  </a:lnTo>
                  <a:lnTo>
                    <a:pt x="476" y="229"/>
                  </a:lnTo>
                  <a:lnTo>
                    <a:pt x="440" y="247"/>
                  </a:lnTo>
                  <a:lnTo>
                    <a:pt x="402" y="247"/>
                  </a:lnTo>
                  <a:lnTo>
                    <a:pt x="374" y="261"/>
                  </a:lnTo>
                  <a:lnTo>
                    <a:pt x="341" y="283"/>
                  </a:lnTo>
                  <a:lnTo>
                    <a:pt x="341" y="283"/>
                  </a:lnTo>
                  <a:lnTo>
                    <a:pt x="323" y="315"/>
                  </a:lnTo>
                  <a:lnTo>
                    <a:pt x="323" y="315"/>
                  </a:lnTo>
                  <a:lnTo>
                    <a:pt x="311" y="351"/>
                  </a:lnTo>
                  <a:lnTo>
                    <a:pt x="309" y="394"/>
                  </a:lnTo>
                  <a:lnTo>
                    <a:pt x="291" y="446"/>
                  </a:lnTo>
                  <a:lnTo>
                    <a:pt x="299" y="472"/>
                  </a:lnTo>
                  <a:lnTo>
                    <a:pt x="333" y="496"/>
                  </a:lnTo>
                  <a:lnTo>
                    <a:pt x="382" y="534"/>
                  </a:lnTo>
                  <a:lnTo>
                    <a:pt x="382" y="560"/>
                  </a:lnTo>
                  <a:lnTo>
                    <a:pt x="394" y="600"/>
                  </a:lnTo>
                  <a:lnTo>
                    <a:pt x="416" y="620"/>
                  </a:lnTo>
                  <a:lnTo>
                    <a:pt x="442" y="653"/>
                  </a:lnTo>
                  <a:lnTo>
                    <a:pt x="466" y="689"/>
                  </a:lnTo>
                  <a:lnTo>
                    <a:pt x="468" y="711"/>
                  </a:lnTo>
                  <a:lnTo>
                    <a:pt x="472" y="743"/>
                  </a:lnTo>
                  <a:lnTo>
                    <a:pt x="504" y="791"/>
                  </a:lnTo>
                  <a:lnTo>
                    <a:pt x="546" y="821"/>
                  </a:lnTo>
                  <a:lnTo>
                    <a:pt x="579" y="831"/>
                  </a:lnTo>
                  <a:lnTo>
                    <a:pt x="607" y="847"/>
                  </a:lnTo>
                  <a:lnTo>
                    <a:pt x="641" y="894"/>
                  </a:lnTo>
                  <a:lnTo>
                    <a:pt x="665" y="924"/>
                  </a:lnTo>
                  <a:lnTo>
                    <a:pt x="665" y="924"/>
                  </a:lnTo>
                  <a:lnTo>
                    <a:pt x="681" y="940"/>
                  </a:lnTo>
                  <a:lnTo>
                    <a:pt x="697" y="958"/>
                  </a:lnTo>
                  <a:lnTo>
                    <a:pt x="697" y="958"/>
                  </a:lnTo>
                  <a:lnTo>
                    <a:pt x="711" y="982"/>
                  </a:lnTo>
                  <a:lnTo>
                    <a:pt x="727" y="1002"/>
                  </a:lnTo>
                  <a:lnTo>
                    <a:pt x="727" y="1082"/>
                  </a:lnTo>
                  <a:lnTo>
                    <a:pt x="713" y="1100"/>
                  </a:lnTo>
                  <a:lnTo>
                    <a:pt x="713" y="1100"/>
                  </a:lnTo>
                  <a:lnTo>
                    <a:pt x="701" y="1130"/>
                  </a:lnTo>
                  <a:lnTo>
                    <a:pt x="701" y="1130"/>
                  </a:lnTo>
                  <a:lnTo>
                    <a:pt x="703" y="1144"/>
                  </a:lnTo>
                  <a:lnTo>
                    <a:pt x="721" y="1163"/>
                  </a:lnTo>
                  <a:lnTo>
                    <a:pt x="723" y="1181"/>
                  </a:lnTo>
                  <a:lnTo>
                    <a:pt x="715" y="1193"/>
                  </a:lnTo>
                  <a:lnTo>
                    <a:pt x="715" y="1193"/>
                  </a:lnTo>
                  <a:lnTo>
                    <a:pt x="707" y="1215"/>
                  </a:lnTo>
                  <a:lnTo>
                    <a:pt x="707" y="1215"/>
                  </a:lnTo>
                  <a:lnTo>
                    <a:pt x="707" y="1235"/>
                  </a:lnTo>
                  <a:lnTo>
                    <a:pt x="677" y="1255"/>
                  </a:lnTo>
                  <a:lnTo>
                    <a:pt x="615" y="1325"/>
                  </a:lnTo>
                  <a:lnTo>
                    <a:pt x="577" y="1351"/>
                  </a:lnTo>
                  <a:lnTo>
                    <a:pt x="552" y="1365"/>
                  </a:lnTo>
                  <a:lnTo>
                    <a:pt x="526" y="1379"/>
                  </a:lnTo>
                  <a:lnTo>
                    <a:pt x="506" y="1395"/>
                  </a:lnTo>
                  <a:lnTo>
                    <a:pt x="506" y="1416"/>
                  </a:lnTo>
                  <a:lnTo>
                    <a:pt x="486" y="1450"/>
                  </a:lnTo>
                  <a:lnTo>
                    <a:pt x="468" y="1476"/>
                  </a:lnTo>
                  <a:lnTo>
                    <a:pt x="418" y="1476"/>
                  </a:lnTo>
                  <a:lnTo>
                    <a:pt x="400" y="1486"/>
                  </a:lnTo>
                  <a:lnTo>
                    <a:pt x="361" y="1486"/>
                  </a:lnTo>
                  <a:lnTo>
                    <a:pt x="319" y="1466"/>
                  </a:lnTo>
                  <a:lnTo>
                    <a:pt x="293" y="1454"/>
                  </a:lnTo>
                  <a:lnTo>
                    <a:pt x="293" y="1454"/>
                  </a:lnTo>
                  <a:lnTo>
                    <a:pt x="267" y="1464"/>
                  </a:lnTo>
                  <a:lnTo>
                    <a:pt x="267" y="1464"/>
                  </a:lnTo>
                  <a:lnTo>
                    <a:pt x="261" y="1472"/>
                  </a:lnTo>
                  <a:lnTo>
                    <a:pt x="255" y="1480"/>
                  </a:lnTo>
                  <a:lnTo>
                    <a:pt x="255" y="1480"/>
                  </a:lnTo>
                  <a:lnTo>
                    <a:pt x="251" y="1502"/>
                  </a:lnTo>
                  <a:lnTo>
                    <a:pt x="251" y="1502"/>
                  </a:lnTo>
                  <a:lnTo>
                    <a:pt x="225" y="1522"/>
                  </a:lnTo>
                  <a:lnTo>
                    <a:pt x="225" y="1522"/>
                  </a:lnTo>
                  <a:lnTo>
                    <a:pt x="199" y="1534"/>
                  </a:lnTo>
                  <a:lnTo>
                    <a:pt x="166" y="1552"/>
                  </a:lnTo>
                  <a:lnTo>
                    <a:pt x="130" y="1580"/>
                  </a:lnTo>
                  <a:lnTo>
                    <a:pt x="130" y="1580"/>
                  </a:lnTo>
                  <a:lnTo>
                    <a:pt x="112" y="1586"/>
                  </a:lnTo>
                  <a:lnTo>
                    <a:pt x="112" y="1586"/>
                  </a:lnTo>
                  <a:lnTo>
                    <a:pt x="104" y="1584"/>
                  </a:lnTo>
                  <a:lnTo>
                    <a:pt x="90" y="1582"/>
                  </a:lnTo>
                  <a:lnTo>
                    <a:pt x="66" y="1576"/>
                  </a:lnTo>
                  <a:lnTo>
                    <a:pt x="66" y="1576"/>
                  </a:lnTo>
                  <a:lnTo>
                    <a:pt x="62" y="1572"/>
                  </a:lnTo>
                  <a:lnTo>
                    <a:pt x="56" y="1566"/>
                  </a:lnTo>
                  <a:lnTo>
                    <a:pt x="48" y="1554"/>
                  </a:lnTo>
                  <a:lnTo>
                    <a:pt x="48" y="1554"/>
                  </a:lnTo>
                  <a:lnTo>
                    <a:pt x="40" y="1536"/>
                  </a:lnTo>
                  <a:lnTo>
                    <a:pt x="0" y="1528"/>
                  </a:lnTo>
                  <a:lnTo>
                    <a:pt x="6" y="1564"/>
                  </a:lnTo>
                  <a:lnTo>
                    <a:pt x="12" y="1578"/>
                  </a:lnTo>
                  <a:lnTo>
                    <a:pt x="26" y="1604"/>
                  </a:lnTo>
                  <a:lnTo>
                    <a:pt x="26" y="1624"/>
                  </a:lnTo>
                  <a:lnTo>
                    <a:pt x="46" y="1648"/>
                  </a:lnTo>
                  <a:lnTo>
                    <a:pt x="54" y="1678"/>
                  </a:lnTo>
                  <a:lnTo>
                    <a:pt x="72" y="1687"/>
                  </a:lnTo>
                  <a:lnTo>
                    <a:pt x="90" y="1695"/>
                  </a:lnTo>
                  <a:lnTo>
                    <a:pt x="96" y="1719"/>
                  </a:lnTo>
                  <a:lnTo>
                    <a:pt x="98" y="1823"/>
                  </a:lnTo>
                  <a:lnTo>
                    <a:pt x="98" y="1823"/>
                  </a:lnTo>
                  <a:lnTo>
                    <a:pt x="102" y="1855"/>
                  </a:lnTo>
                  <a:lnTo>
                    <a:pt x="102" y="1855"/>
                  </a:lnTo>
                  <a:lnTo>
                    <a:pt x="128" y="1893"/>
                  </a:lnTo>
                  <a:lnTo>
                    <a:pt x="148" y="1931"/>
                  </a:lnTo>
                  <a:lnTo>
                    <a:pt x="171" y="1984"/>
                  </a:lnTo>
                  <a:lnTo>
                    <a:pt x="185" y="2018"/>
                  </a:lnTo>
                  <a:lnTo>
                    <a:pt x="189" y="2040"/>
                  </a:lnTo>
                  <a:lnTo>
                    <a:pt x="221" y="2052"/>
                  </a:lnTo>
                  <a:lnTo>
                    <a:pt x="249" y="2076"/>
                  </a:lnTo>
                  <a:lnTo>
                    <a:pt x="253" y="2092"/>
                  </a:lnTo>
                  <a:lnTo>
                    <a:pt x="253" y="2134"/>
                  </a:lnTo>
                  <a:lnTo>
                    <a:pt x="261" y="2154"/>
                  </a:lnTo>
                  <a:lnTo>
                    <a:pt x="261" y="2154"/>
                  </a:lnTo>
                  <a:lnTo>
                    <a:pt x="273" y="2178"/>
                  </a:lnTo>
                  <a:lnTo>
                    <a:pt x="273" y="2178"/>
                  </a:lnTo>
                  <a:lnTo>
                    <a:pt x="277" y="2178"/>
                  </a:lnTo>
                  <a:lnTo>
                    <a:pt x="285" y="2176"/>
                  </a:lnTo>
                  <a:lnTo>
                    <a:pt x="297" y="2172"/>
                  </a:lnTo>
                  <a:lnTo>
                    <a:pt x="325" y="2160"/>
                  </a:lnTo>
                  <a:lnTo>
                    <a:pt x="343" y="2168"/>
                  </a:lnTo>
                  <a:lnTo>
                    <a:pt x="343" y="2186"/>
                  </a:lnTo>
                  <a:lnTo>
                    <a:pt x="343" y="2186"/>
                  </a:lnTo>
                  <a:lnTo>
                    <a:pt x="341" y="2192"/>
                  </a:lnTo>
                  <a:lnTo>
                    <a:pt x="339" y="2200"/>
                  </a:lnTo>
                  <a:lnTo>
                    <a:pt x="339" y="2200"/>
                  </a:lnTo>
                  <a:lnTo>
                    <a:pt x="339" y="2217"/>
                  </a:lnTo>
                  <a:lnTo>
                    <a:pt x="368" y="2241"/>
                  </a:lnTo>
                  <a:lnTo>
                    <a:pt x="386" y="2253"/>
                  </a:lnTo>
                  <a:lnTo>
                    <a:pt x="386" y="2253"/>
                  </a:lnTo>
                  <a:lnTo>
                    <a:pt x="402" y="2257"/>
                  </a:lnTo>
                  <a:lnTo>
                    <a:pt x="418" y="2259"/>
                  </a:lnTo>
                  <a:lnTo>
                    <a:pt x="418" y="2259"/>
                  </a:lnTo>
                  <a:lnTo>
                    <a:pt x="422" y="2269"/>
                  </a:lnTo>
                  <a:lnTo>
                    <a:pt x="424" y="2277"/>
                  </a:lnTo>
                  <a:lnTo>
                    <a:pt x="474" y="2311"/>
                  </a:lnTo>
                  <a:lnTo>
                    <a:pt x="524" y="2325"/>
                  </a:lnTo>
                  <a:lnTo>
                    <a:pt x="601" y="2327"/>
                  </a:lnTo>
                  <a:lnTo>
                    <a:pt x="625" y="2319"/>
                  </a:lnTo>
                  <a:lnTo>
                    <a:pt x="631" y="2291"/>
                  </a:lnTo>
                  <a:lnTo>
                    <a:pt x="643" y="2259"/>
                  </a:lnTo>
                  <a:lnTo>
                    <a:pt x="649" y="2233"/>
                  </a:lnTo>
                  <a:lnTo>
                    <a:pt x="663" y="2225"/>
                  </a:lnTo>
                  <a:lnTo>
                    <a:pt x="685" y="2209"/>
                  </a:lnTo>
                  <a:lnTo>
                    <a:pt x="699" y="2204"/>
                  </a:lnTo>
                  <a:lnTo>
                    <a:pt x="715" y="2209"/>
                  </a:lnTo>
                  <a:lnTo>
                    <a:pt x="733" y="2225"/>
                  </a:lnTo>
                  <a:lnTo>
                    <a:pt x="768" y="2237"/>
                  </a:lnTo>
                  <a:lnTo>
                    <a:pt x="794" y="2243"/>
                  </a:lnTo>
                  <a:lnTo>
                    <a:pt x="844" y="2237"/>
                  </a:lnTo>
                  <a:lnTo>
                    <a:pt x="860" y="2217"/>
                  </a:lnTo>
                  <a:lnTo>
                    <a:pt x="874" y="2202"/>
                  </a:lnTo>
                  <a:lnTo>
                    <a:pt x="894" y="2188"/>
                  </a:lnTo>
                  <a:lnTo>
                    <a:pt x="924" y="2184"/>
                  </a:lnTo>
                  <a:lnTo>
                    <a:pt x="955" y="2176"/>
                  </a:lnTo>
                  <a:lnTo>
                    <a:pt x="989" y="2176"/>
                  </a:lnTo>
                  <a:lnTo>
                    <a:pt x="1023" y="2188"/>
                  </a:lnTo>
                  <a:lnTo>
                    <a:pt x="1057" y="2188"/>
                  </a:lnTo>
                  <a:lnTo>
                    <a:pt x="1091" y="2176"/>
                  </a:lnTo>
                  <a:lnTo>
                    <a:pt x="1115" y="2176"/>
                  </a:lnTo>
                  <a:lnTo>
                    <a:pt x="1138" y="2194"/>
                  </a:lnTo>
                  <a:lnTo>
                    <a:pt x="1176" y="2202"/>
                  </a:lnTo>
                  <a:lnTo>
                    <a:pt x="1176" y="2202"/>
                  </a:lnTo>
                  <a:lnTo>
                    <a:pt x="1176" y="2202"/>
                  </a:lnTo>
                  <a:lnTo>
                    <a:pt x="1176" y="2168"/>
                  </a:lnTo>
                  <a:lnTo>
                    <a:pt x="1176" y="2168"/>
                  </a:lnTo>
                  <a:lnTo>
                    <a:pt x="1202" y="2136"/>
                  </a:lnTo>
                  <a:lnTo>
                    <a:pt x="1226" y="2108"/>
                  </a:lnTo>
                  <a:lnTo>
                    <a:pt x="1226" y="2108"/>
                  </a:lnTo>
                  <a:lnTo>
                    <a:pt x="1258" y="2136"/>
                  </a:lnTo>
                  <a:lnTo>
                    <a:pt x="1294" y="2168"/>
                  </a:lnTo>
                  <a:lnTo>
                    <a:pt x="1294" y="2168"/>
                  </a:lnTo>
                  <a:lnTo>
                    <a:pt x="1304" y="2166"/>
                  </a:lnTo>
                  <a:lnTo>
                    <a:pt x="1323" y="2162"/>
                  </a:lnTo>
                  <a:lnTo>
                    <a:pt x="1351" y="2156"/>
                  </a:lnTo>
                  <a:lnTo>
                    <a:pt x="1433" y="2096"/>
                  </a:lnTo>
                  <a:lnTo>
                    <a:pt x="1489" y="2136"/>
                  </a:lnTo>
                  <a:lnTo>
                    <a:pt x="1520" y="2209"/>
                  </a:lnTo>
                  <a:lnTo>
                    <a:pt x="1590" y="2207"/>
                  </a:lnTo>
                  <a:lnTo>
                    <a:pt x="1648" y="2180"/>
                  </a:lnTo>
                  <a:lnTo>
                    <a:pt x="1727" y="2114"/>
                  </a:lnTo>
                  <a:lnTo>
                    <a:pt x="1765" y="2096"/>
                  </a:lnTo>
                  <a:lnTo>
                    <a:pt x="1775" y="2048"/>
                  </a:lnTo>
                  <a:lnTo>
                    <a:pt x="1853" y="1960"/>
                  </a:lnTo>
                  <a:lnTo>
                    <a:pt x="1904" y="1891"/>
                  </a:lnTo>
                  <a:lnTo>
                    <a:pt x="2058" y="1773"/>
                  </a:lnTo>
                  <a:lnTo>
                    <a:pt x="2074" y="1721"/>
                  </a:lnTo>
                  <a:lnTo>
                    <a:pt x="2058" y="1662"/>
                  </a:lnTo>
                  <a:lnTo>
                    <a:pt x="2058" y="1662"/>
                  </a:lnTo>
                  <a:lnTo>
                    <a:pt x="2040" y="1642"/>
                  </a:lnTo>
                  <a:lnTo>
                    <a:pt x="2026" y="1628"/>
                  </a:lnTo>
                  <a:lnTo>
                    <a:pt x="2018" y="1620"/>
                  </a:lnTo>
                  <a:lnTo>
                    <a:pt x="2018" y="162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50" name="Freeform 12">
              <a:extLst>
                <a:ext uri="{FF2B5EF4-FFF2-40B4-BE49-F238E27FC236}">
                  <a16:creationId xmlns:a16="http://schemas.microsoft.com/office/drawing/2014/main" id="{E7125A82-1446-64C3-A3FC-AFD93D1AC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638" y="4953000"/>
              <a:ext cx="2836862" cy="3087688"/>
            </a:xfrm>
            <a:custGeom>
              <a:avLst/>
              <a:gdLst>
                <a:gd name="T0" fmla="*/ 1011 w 1787"/>
                <a:gd name="T1" fmla="*/ 1935 h 1945"/>
                <a:gd name="T2" fmla="*/ 1057 w 1787"/>
                <a:gd name="T3" fmla="*/ 1945 h 1945"/>
                <a:gd name="T4" fmla="*/ 1170 w 1787"/>
                <a:gd name="T5" fmla="*/ 1881 h 1945"/>
                <a:gd name="T6" fmla="*/ 1200 w 1787"/>
                <a:gd name="T7" fmla="*/ 1839 h 1945"/>
                <a:gd name="T8" fmla="*/ 1264 w 1787"/>
                <a:gd name="T9" fmla="*/ 1825 h 1945"/>
                <a:gd name="T10" fmla="*/ 1431 w 1787"/>
                <a:gd name="T11" fmla="*/ 1809 h 1945"/>
                <a:gd name="T12" fmla="*/ 1522 w 1787"/>
                <a:gd name="T13" fmla="*/ 1710 h 1945"/>
                <a:gd name="T14" fmla="*/ 1652 w 1787"/>
                <a:gd name="T15" fmla="*/ 1574 h 1945"/>
                <a:gd name="T16" fmla="*/ 1648 w 1787"/>
                <a:gd name="T17" fmla="*/ 1503 h 1945"/>
                <a:gd name="T18" fmla="*/ 1672 w 1787"/>
                <a:gd name="T19" fmla="*/ 1441 h 1945"/>
                <a:gd name="T20" fmla="*/ 1642 w 1787"/>
                <a:gd name="T21" fmla="*/ 1317 h 1945"/>
                <a:gd name="T22" fmla="*/ 1524 w 1787"/>
                <a:gd name="T23" fmla="*/ 1190 h 1945"/>
                <a:gd name="T24" fmla="*/ 1411 w 1787"/>
                <a:gd name="T25" fmla="*/ 1048 h 1945"/>
                <a:gd name="T26" fmla="*/ 1327 w 1787"/>
                <a:gd name="T27" fmla="*/ 893 h 1945"/>
                <a:gd name="T28" fmla="*/ 1256 w 1787"/>
                <a:gd name="T29" fmla="*/ 710 h 1945"/>
                <a:gd name="T30" fmla="*/ 1319 w 1787"/>
                <a:gd name="T31" fmla="*/ 620 h 1945"/>
                <a:gd name="T32" fmla="*/ 1449 w 1787"/>
                <a:gd name="T33" fmla="*/ 578 h 1945"/>
                <a:gd name="T34" fmla="*/ 1554 w 1787"/>
                <a:gd name="T35" fmla="*/ 480 h 1945"/>
                <a:gd name="T36" fmla="*/ 1594 w 1787"/>
                <a:gd name="T37" fmla="*/ 431 h 1945"/>
                <a:gd name="T38" fmla="*/ 1626 w 1787"/>
                <a:gd name="T39" fmla="*/ 431 h 1945"/>
                <a:gd name="T40" fmla="*/ 1672 w 1787"/>
                <a:gd name="T41" fmla="*/ 421 h 1945"/>
                <a:gd name="T42" fmla="*/ 1787 w 1787"/>
                <a:gd name="T43" fmla="*/ 359 h 1945"/>
                <a:gd name="T44" fmla="*/ 1703 w 1787"/>
                <a:gd name="T45" fmla="*/ 221 h 1945"/>
                <a:gd name="T46" fmla="*/ 1580 w 1787"/>
                <a:gd name="T47" fmla="*/ 233 h 1945"/>
                <a:gd name="T48" fmla="*/ 1427 w 1787"/>
                <a:gd name="T49" fmla="*/ 195 h 1945"/>
                <a:gd name="T50" fmla="*/ 1337 w 1787"/>
                <a:gd name="T51" fmla="*/ 267 h 1945"/>
                <a:gd name="T52" fmla="*/ 1043 w 1787"/>
                <a:gd name="T53" fmla="*/ 186 h 1945"/>
                <a:gd name="T54" fmla="*/ 842 w 1787"/>
                <a:gd name="T55" fmla="*/ 144 h 1945"/>
                <a:gd name="T56" fmla="*/ 742 w 1787"/>
                <a:gd name="T57" fmla="*/ 116 h 1945"/>
                <a:gd name="T58" fmla="*/ 689 w 1787"/>
                <a:gd name="T59" fmla="*/ 44 h 1945"/>
                <a:gd name="T60" fmla="*/ 569 w 1787"/>
                <a:gd name="T61" fmla="*/ 48 h 1945"/>
                <a:gd name="T62" fmla="*/ 484 w 1787"/>
                <a:gd name="T63" fmla="*/ 108 h 1945"/>
                <a:gd name="T64" fmla="*/ 287 w 1787"/>
                <a:gd name="T65" fmla="*/ 178 h 1945"/>
                <a:gd name="T66" fmla="*/ 261 w 1787"/>
                <a:gd name="T67" fmla="*/ 251 h 1945"/>
                <a:gd name="T68" fmla="*/ 189 w 1787"/>
                <a:gd name="T69" fmla="*/ 323 h 1945"/>
                <a:gd name="T70" fmla="*/ 163 w 1787"/>
                <a:gd name="T71" fmla="*/ 383 h 1945"/>
                <a:gd name="T72" fmla="*/ 175 w 1787"/>
                <a:gd name="T73" fmla="*/ 508 h 1945"/>
                <a:gd name="T74" fmla="*/ 102 w 1787"/>
                <a:gd name="T75" fmla="*/ 626 h 1945"/>
                <a:gd name="T76" fmla="*/ 20 w 1787"/>
                <a:gd name="T77" fmla="*/ 686 h 1945"/>
                <a:gd name="T78" fmla="*/ 114 w 1787"/>
                <a:gd name="T79" fmla="*/ 831 h 1945"/>
                <a:gd name="T80" fmla="*/ 142 w 1787"/>
                <a:gd name="T81" fmla="*/ 941 h 1945"/>
                <a:gd name="T82" fmla="*/ 94 w 1787"/>
                <a:gd name="T83" fmla="*/ 1054 h 1945"/>
                <a:gd name="T84" fmla="*/ 185 w 1787"/>
                <a:gd name="T85" fmla="*/ 1118 h 1945"/>
                <a:gd name="T86" fmla="*/ 303 w 1787"/>
                <a:gd name="T87" fmla="*/ 1116 h 1945"/>
                <a:gd name="T88" fmla="*/ 327 w 1787"/>
                <a:gd name="T89" fmla="*/ 1218 h 1945"/>
                <a:gd name="T90" fmla="*/ 358 w 1787"/>
                <a:gd name="T91" fmla="*/ 1287 h 1945"/>
                <a:gd name="T92" fmla="*/ 364 w 1787"/>
                <a:gd name="T93" fmla="*/ 1393 h 1945"/>
                <a:gd name="T94" fmla="*/ 416 w 1787"/>
                <a:gd name="T95" fmla="*/ 1510 h 1945"/>
                <a:gd name="T96" fmla="*/ 430 w 1787"/>
                <a:gd name="T97" fmla="*/ 1580 h 1945"/>
                <a:gd name="T98" fmla="*/ 520 w 1787"/>
                <a:gd name="T99" fmla="*/ 1634 h 1945"/>
                <a:gd name="T100" fmla="*/ 703 w 1787"/>
                <a:gd name="T101" fmla="*/ 1602 h 1945"/>
                <a:gd name="T102" fmla="*/ 784 w 1787"/>
                <a:gd name="T103" fmla="*/ 1612 h 1945"/>
                <a:gd name="T104" fmla="*/ 925 w 1787"/>
                <a:gd name="T105" fmla="*/ 1674 h 1945"/>
                <a:gd name="T106" fmla="*/ 1025 w 1787"/>
                <a:gd name="T107" fmla="*/ 1708 h 1945"/>
                <a:gd name="T108" fmla="*/ 1011 w 1787"/>
                <a:gd name="T109" fmla="*/ 1770 h 1945"/>
                <a:gd name="T110" fmla="*/ 985 w 1787"/>
                <a:gd name="T111" fmla="*/ 1895 h 19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787" h="1945">
                  <a:moveTo>
                    <a:pt x="993" y="1913"/>
                  </a:moveTo>
                  <a:lnTo>
                    <a:pt x="993" y="1913"/>
                  </a:lnTo>
                  <a:lnTo>
                    <a:pt x="1001" y="1925"/>
                  </a:lnTo>
                  <a:lnTo>
                    <a:pt x="1007" y="1931"/>
                  </a:lnTo>
                  <a:lnTo>
                    <a:pt x="1011" y="1935"/>
                  </a:lnTo>
                  <a:lnTo>
                    <a:pt x="1011" y="1935"/>
                  </a:lnTo>
                  <a:lnTo>
                    <a:pt x="1035" y="1941"/>
                  </a:lnTo>
                  <a:lnTo>
                    <a:pt x="1049" y="1943"/>
                  </a:lnTo>
                  <a:lnTo>
                    <a:pt x="1057" y="1945"/>
                  </a:lnTo>
                  <a:lnTo>
                    <a:pt x="1057" y="1945"/>
                  </a:lnTo>
                  <a:lnTo>
                    <a:pt x="1075" y="1939"/>
                  </a:lnTo>
                  <a:lnTo>
                    <a:pt x="1111" y="1911"/>
                  </a:lnTo>
                  <a:lnTo>
                    <a:pt x="1144" y="1893"/>
                  </a:lnTo>
                  <a:lnTo>
                    <a:pt x="1144" y="1893"/>
                  </a:lnTo>
                  <a:lnTo>
                    <a:pt x="1170" y="1881"/>
                  </a:lnTo>
                  <a:lnTo>
                    <a:pt x="1170" y="1881"/>
                  </a:lnTo>
                  <a:lnTo>
                    <a:pt x="1196" y="1861"/>
                  </a:lnTo>
                  <a:lnTo>
                    <a:pt x="1196" y="1861"/>
                  </a:lnTo>
                  <a:lnTo>
                    <a:pt x="1200" y="1839"/>
                  </a:lnTo>
                  <a:lnTo>
                    <a:pt x="1200" y="1839"/>
                  </a:lnTo>
                  <a:lnTo>
                    <a:pt x="1206" y="1831"/>
                  </a:lnTo>
                  <a:lnTo>
                    <a:pt x="1212" y="1823"/>
                  </a:lnTo>
                  <a:lnTo>
                    <a:pt x="1212" y="1823"/>
                  </a:lnTo>
                  <a:lnTo>
                    <a:pt x="1238" y="1813"/>
                  </a:lnTo>
                  <a:lnTo>
                    <a:pt x="1264" y="1825"/>
                  </a:lnTo>
                  <a:lnTo>
                    <a:pt x="1306" y="1845"/>
                  </a:lnTo>
                  <a:lnTo>
                    <a:pt x="1345" y="1845"/>
                  </a:lnTo>
                  <a:lnTo>
                    <a:pt x="1363" y="1835"/>
                  </a:lnTo>
                  <a:lnTo>
                    <a:pt x="1413" y="1835"/>
                  </a:lnTo>
                  <a:lnTo>
                    <a:pt x="1431" y="1809"/>
                  </a:lnTo>
                  <a:lnTo>
                    <a:pt x="1451" y="1775"/>
                  </a:lnTo>
                  <a:lnTo>
                    <a:pt x="1451" y="1754"/>
                  </a:lnTo>
                  <a:lnTo>
                    <a:pt x="1471" y="1738"/>
                  </a:lnTo>
                  <a:lnTo>
                    <a:pt x="1497" y="1724"/>
                  </a:lnTo>
                  <a:lnTo>
                    <a:pt x="1522" y="1710"/>
                  </a:lnTo>
                  <a:lnTo>
                    <a:pt x="1560" y="1684"/>
                  </a:lnTo>
                  <a:lnTo>
                    <a:pt x="1622" y="1614"/>
                  </a:lnTo>
                  <a:lnTo>
                    <a:pt x="1652" y="1594"/>
                  </a:lnTo>
                  <a:lnTo>
                    <a:pt x="1652" y="1594"/>
                  </a:lnTo>
                  <a:lnTo>
                    <a:pt x="1652" y="1574"/>
                  </a:lnTo>
                  <a:lnTo>
                    <a:pt x="1652" y="1574"/>
                  </a:lnTo>
                  <a:lnTo>
                    <a:pt x="1660" y="1552"/>
                  </a:lnTo>
                  <a:lnTo>
                    <a:pt x="1668" y="1540"/>
                  </a:lnTo>
                  <a:lnTo>
                    <a:pt x="1666" y="1522"/>
                  </a:lnTo>
                  <a:lnTo>
                    <a:pt x="1648" y="1503"/>
                  </a:lnTo>
                  <a:lnTo>
                    <a:pt x="1648" y="1503"/>
                  </a:lnTo>
                  <a:lnTo>
                    <a:pt x="1646" y="1489"/>
                  </a:lnTo>
                  <a:lnTo>
                    <a:pt x="1646" y="1489"/>
                  </a:lnTo>
                  <a:lnTo>
                    <a:pt x="1658" y="1459"/>
                  </a:lnTo>
                  <a:lnTo>
                    <a:pt x="1672" y="1441"/>
                  </a:lnTo>
                  <a:lnTo>
                    <a:pt x="1672" y="1361"/>
                  </a:lnTo>
                  <a:lnTo>
                    <a:pt x="1672" y="1361"/>
                  </a:lnTo>
                  <a:lnTo>
                    <a:pt x="1656" y="1341"/>
                  </a:lnTo>
                  <a:lnTo>
                    <a:pt x="1642" y="1317"/>
                  </a:lnTo>
                  <a:lnTo>
                    <a:pt x="1642" y="1317"/>
                  </a:lnTo>
                  <a:lnTo>
                    <a:pt x="1626" y="1299"/>
                  </a:lnTo>
                  <a:lnTo>
                    <a:pt x="1610" y="1283"/>
                  </a:lnTo>
                  <a:lnTo>
                    <a:pt x="1586" y="1253"/>
                  </a:lnTo>
                  <a:lnTo>
                    <a:pt x="1552" y="1206"/>
                  </a:lnTo>
                  <a:lnTo>
                    <a:pt x="1524" y="1190"/>
                  </a:lnTo>
                  <a:lnTo>
                    <a:pt x="1491" y="1180"/>
                  </a:lnTo>
                  <a:lnTo>
                    <a:pt x="1449" y="1150"/>
                  </a:lnTo>
                  <a:lnTo>
                    <a:pt x="1417" y="1102"/>
                  </a:lnTo>
                  <a:lnTo>
                    <a:pt x="1413" y="1070"/>
                  </a:lnTo>
                  <a:lnTo>
                    <a:pt x="1411" y="1048"/>
                  </a:lnTo>
                  <a:lnTo>
                    <a:pt x="1387" y="1012"/>
                  </a:lnTo>
                  <a:lnTo>
                    <a:pt x="1361" y="979"/>
                  </a:lnTo>
                  <a:lnTo>
                    <a:pt x="1339" y="959"/>
                  </a:lnTo>
                  <a:lnTo>
                    <a:pt x="1327" y="919"/>
                  </a:lnTo>
                  <a:lnTo>
                    <a:pt x="1327" y="893"/>
                  </a:lnTo>
                  <a:lnTo>
                    <a:pt x="1278" y="855"/>
                  </a:lnTo>
                  <a:lnTo>
                    <a:pt x="1244" y="831"/>
                  </a:lnTo>
                  <a:lnTo>
                    <a:pt x="1236" y="805"/>
                  </a:lnTo>
                  <a:lnTo>
                    <a:pt x="1254" y="753"/>
                  </a:lnTo>
                  <a:lnTo>
                    <a:pt x="1256" y="710"/>
                  </a:lnTo>
                  <a:lnTo>
                    <a:pt x="1256" y="710"/>
                  </a:lnTo>
                  <a:lnTo>
                    <a:pt x="1268" y="674"/>
                  </a:lnTo>
                  <a:lnTo>
                    <a:pt x="1268" y="674"/>
                  </a:lnTo>
                  <a:lnTo>
                    <a:pt x="1286" y="642"/>
                  </a:lnTo>
                  <a:lnTo>
                    <a:pt x="1319" y="620"/>
                  </a:lnTo>
                  <a:lnTo>
                    <a:pt x="1347" y="606"/>
                  </a:lnTo>
                  <a:lnTo>
                    <a:pt x="1385" y="606"/>
                  </a:lnTo>
                  <a:lnTo>
                    <a:pt x="1421" y="588"/>
                  </a:lnTo>
                  <a:lnTo>
                    <a:pt x="1421" y="588"/>
                  </a:lnTo>
                  <a:lnTo>
                    <a:pt x="1449" y="578"/>
                  </a:lnTo>
                  <a:lnTo>
                    <a:pt x="1449" y="578"/>
                  </a:lnTo>
                  <a:lnTo>
                    <a:pt x="1473" y="578"/>
                  </a:lnTo>
                  <a:lnTo>
                    <a:pt x="1481" y="548"/>
                  </a:lnTo>
                  <a:lnTo>
                    <a:pt x="1500" y="528"/>
                  </a:lnTo>
                  <a:lnTo>
                    <a:pt x="1554" y="480"/>
                  </a:lnTo>
                  <a:lnTo>
                    <a:pt x="1570" y="451"/>
                  </a:lnTo>
                  <a:lnTo>
                    <a:pt x="1570" y="451"/>
                  </a:lnTo>
                  <a:lnTo>
                    <a:pt x="1580" y="443"/>
                  </a:lnTo>
                  <a:lnTo>
                    <a:pt x="1588" y="435"/>
                  </a:lnTo>
                  <a:lnTo>
                    <a:pt x="1594" y="431"/>
                  </a:lnTo>
                  <a:lnTo>
                    <a:pt x="1594" y="431"/>
                  </a:lnTo>
                  <a:lnTo>
                    <a:pt x="1602" y="431"/>
                  </a:lnTo>
                  <a:lnTo>
                    <a:pt x="1612" y="431"/>
                  </a:lnTo>
                  <a:lnTo>
                    <a:pt x="1626" y="431"/>
                  </a:lnTo>
                  <a:lnTo>
                    <a:pt x="1626" y="431"/>
                  </a:lnTo>
                  <a:lnTo>
                    <a:pt x="1640" y="427"/>
                  </a:lnTo>
                  <a:lnTo>
                    <a:pt x="1656" y="421"/>
                  </a:lnTo>
                  <a:lnTo>
                    <a:pt x="1656" y="421"/>
                  </a:lnTo>
                  <a:lnTo>
                    <a:pt x="1662" y="421"/>
                  </a:lnTo>
                  <a:lnTo>
                    <a:pt x="1672" y="421"/>
                  </a:lnTo>
                  <a:lnTo>
                    <a:pt x="1686" y="421"/>
                  </a:lnTo>
                  <a:lnTo>
                    <a:pt x="1717" y="403"/>
                  </a:lnTo>
                  <a:lnTo>
                    <a:pt x="1717" y="375"/>
                  </a:lnTo>
                  <a:lnTo>
                    <a:pt x="1753" y="359"/>
                  </a:lnTo>
                  <a:lnTo>
                    <a:pt x="1787" y="359"/>
                  </a:lnTo>
                  <a:lnTo>
                    <a:pt x="1773" y="317"/>
                  </a:lnTo>
                  <a:lnTo>
                    <a:pt x="1773" y="289"/>
                  </a:lnTo>
                  <a:lnTo>
                    <a:pt x="1767" y="251"/>
                  </a:lnTo>
                  <a:lnTo>
                    <a:pt x="1751" y="227"/>
                  </a:lnTo>
                  <a:lnTo>
                    <a:pt x="1703" y="221"/>
                  </a:lnTo>
                  <a:lnTo>
                    <a:pt x="1660" y="221"/>
                  </a:lnTo>
                  <a:lnTo>
                    <a:pt x="1644" y="213"/>
                  </a:lnTo>
                  <a:lnTo>
                    <a:pt x="1620" y="205"/>
                  </a:lnTo>
                  <a:lnTo>
                    <a:pt x="1600" y="205"/>
                  </a:lnTo>
                  <a:lnTo>
                    <a:pt x="1580" y="233"/>
                  </a:lnTo>
                  <a:lnTo>
                    <a:pt x="1544" y="247"/>
                  </a:lnTo>
                  <a:lnTo>
                    <a:pt x="1516" y="239"/>
                  </a:lnTo>
                  <a:lnTo>
                    <a:pt x="1483" y="233"/>
                  </a:lnTo>
                  <a:lnTo>
                    <a:pt x="1447" y="205"/>
                  </a:lnTo>
                  <a:lnTo>
                    <a:pt x="1427" y="195"/>
                  </a:lnTo>
                  <a:lnTo>
                    <a:pt x="1407" y="199"/>
                  </a:lnTo>
                  <a:lnTo>
                    <a:pt x="1401" y="213"/>
                  </a:lnTo>
                  <a:lnTo>
                    <a:pt x="1389" y="235"/>
                  </a:lnTo>
                  <a:lnTo>
                    <a:pt x="1373" y="251"/>
                  </a:lnTo>
                  <a:lnTo>
                    <a:pt x="1337" y="267"/>
                  </a:lnTo>
                  <a:lnTo>
                    <a:pt x="1292" y="269"/>
                  </a:lnTo>
                  <a:lnTo>
                    <a:pt x="1248" y="253"/>
                  </a:lnTo>
                  <a:lnTo>
                    <a:pt x="1198" y="225"/>
                  </a:lnTo>
                  <a:lnTo>
                    <a:pt x="1136" y="211"/>
                  </a:lnTo>
                  <a:lnTo>
                    <a:pt x="1043" y="186"/>
                  </a:lnTo>
                  <a:lnTo>
                    <a:pt x="945" y="148"/>
                  </a:lnTo>
                  <a:lnTo>
                    <a:pt x="945" y="148"/>
                  </a:lnTo>
                  <a:lnTo>
                    <a:pt x="884" y="138"/>
                  </a:lnTo>
                  <a:lnTo>
                    <a:pt x="884" y="138"/>
                  </a:lnTo>
                  <a:lnTo>
                    <a:pt x="842" y="144"/>
                  </a:lnTo>
                  <a:lnTo>
                    <a:pt x="774" y="144"/>
                  </a:lnTo>
                  <a:lnTo>
                    <a:pt x="774" y="144"/>
                  </a:lnTo>
                  <a:lnTo>
                    <a:pt x="758" y="130"/>
                  </a:lnTo>
                  <a:lnTo>
                    <a:pt x="748" y="122"/>
                  </a:lnTo>
                  <a:lnTo>
                    <a:pt x="742" y="116"/>
                  </a:lnTo>
                  <a:lnTo>
                    <a:pt x="742" y="116"/>
                  </a:lnTo>
                  <a:lnTo>
                    <a:pt x="736" y="108"/>
                  </a:lnTo>
                  <a:lnTo>
                    <a:pt x="721" y="92"/>
                  </a:lnTo>
                  <a:lnTo>
                    <a:pt x="699" y="70"/>
                  </a:lnTo>
                  <a:lnTo>
                    <a:pt x="689" y="44"/>
                  </a:lnTo>
                  <a:lnTo>
                    <a:pt x="689" y="0"/>
                  </a:lnTo>
                  <a:lnTo>
                    <a:pt x="639" y="6"/>
                  </a:lnTo>
                  <a:lnTo>
                    <a:pt x="603" y="34"/>
                  </a:lnTo>
                  <a:lnTo>
                    <a:pt x="603" y="34"/>
                  </a:lnTo>
                  <a:lnTo>
                    <a:pt x="569" y="48"/>
                  </a:lnTo>
                  <a:lnTo>
                    <a:pt x="569" y="48"/>
                  </a:lnTo>
                  <a:lnTo>
                    <a:pt x="565" y="54"/>
                  </a:lnTo>
                  <a:lnTo>
                    <a:pt x="557" y="68"/>
                  </a:lnTo>
                  <a:lnTo>
                    <a:pt x="547" y="86"/>
                  </a:lnTo>
                  <a:lnTo>
                    <a:pt x="484" y="108"/>
                  </a:lnTo>
                  <a:lnTo>
                    <a:pt x="426" y="132"/>
                  </a:lnTo>
                  <a:lnTo>
                    <a:pt x="396" y="148"/>
                  </a:lnTo>
                  <a:lnTo>
                    <a:pt x="364" y="140"/>
                  </a:lnTo>
                  <a:lnTo>
                    <a:pt x="323" y="140"/>
                  </a:lnTo>
                  <a:lnTo>
                    <a:pt x="287" y="178"/>
                  </a:lnTo>
                  <a:lnTo>
                    <a:pt x="287" y="178"/>
                  </a:lnTo>
                  <a:lnTo>
                    <a:pt x="265" y="215"/>
                  </a:lnTo>
                  <a:lnTo>
                    <a:pt x="265" y="215"/>
                  </a:lnTo>
                  <a:lnTo>
                    <a:pt x="263" y="235"/>
                  </a:lnTo>
                  <a:lnTo>
                    <a:pt x="261" y="251"/>
                  </a:lnTo>
                  <a:lnTo>
                    <a:pt x="243" y="299"/>
                  </a:lnTo>
                  <a:lnTo>
                    <a:pt x="221" y="323"/>
                  </a:lnTo>
                  <a:lnTo>
                    <a:pt x="203" y="323"/>
                  </a:lnTo>
                  <a:lnTo>
                    <a:pt x="203" y="323"/>
                  </a:lnTo>
                  <a:lnTo>
                    <a:pt x="189" y="323"/>
                  </a:lnTo>
                  <a:lnTo>
                    <a:pt x="173" y="323"/>
                  </a:lnTo>
                  <a:lnTo>
                    <a:pt x="173" y="323"/>
                  </a:lnTo>
                  <a:lnTo>
                    <a:pt x="169" y="331"/>
                  </a:lnTo>
                  <a:lnTo>
                    <a:pt x="167" y="335"/>
                  </a:lnTo>
                  <a:lnTo>
                    <a:pt x="163" y="383"/>
                  </a:lnTo>
                  <a:lnTo>
                    <a:pt x="159" y="417"/>
                  </a:lnTo>
                  <a:lnTo>
                    <a:pt x="161" y="441"/>
                  </a:lnTo>
                  <a:lnTo>
                    <a:pt x="183" y="460"/>
                  </a:lnTo>
                  <a:lnTo>
                    <a:pt x="187" y="500"/>
                  </a:lnTo>
                  <a:lnTo>
                    <a:pt x="175" y="508"/>
                  </a:lnTo>
                  <a:lnTo>
                    <a:pt x="142" y="520"/>
                  </a:lnTo>
                  <a:lnTo>
                    <a:pt x="112" y="560"/>
                  </a:lnTo>
                  <a:lnTo>
                    <a:pt x="106" y="580"/>
                  </a:lnTo>
                  <a:lnTo>
                    <a:pt x="120" y="606"/>
                  </a:lnTo>
                  <a:lnTo>
                    <a:pt x="102" y="626"/>
                  </a:lnTo>
                  <a:lnTo>
                    <a:pt x="76" y="636"/>
                  </a:lnTo>
                  <a:lnTo>
                    <a:pt x="46" y="644"/>
                  </a:lnTo>
                  <a:lnTo>
                    <a:pt x="44" y="652"/>
                  </a:lnTo>
                  <a:lnTo>
                    <a:pt x="46" y="682"/>
                  </a:lnTo>
                  <a:lnTo>
                    <a:pt x="20" y="686"/>
                  </a:lnTo>
                  <a:lnTo>
                    <a:pt x="0" y="694"/>
                  </a:lnTo>
                  <a:lnTo>
                    <a:pt x="4" y="712"/>
                  </a:lnTo>
                  <a:lnTo>
                    <a:pt x="28" y="737"/>
                  </a:lnTo>
                  <a:lnTo>
                    <a:pt x="88" y="805"/>
                  </a:lnTo>
                  <a:lnTo>
                    <a:pt x="114" y="831"/>
                  </a:lnTo>
                  <a:lnTo>
                    <a:pt x="146" y="835"/>
                  </a:lnTo>
                  <a:lnTo>
                    <a:pt x="163" y="845"/>
                  </a:lnTo>
                  <a:lnTo>
                    <a:pt x="163" y="879"/>
                  </a:lnTo>
                  <a:lnTo>
                    <a:pt x="146" y="907"/>
                  </a:lnTo>
                  <a:lnTo>
                    <a:pt x="142" y="941"/>
                  </a:lnTo>
                  <a:lnTo>
                    <a:pt x="118" y="959"/>
                  </a:lnTo>
                  <a:lnTo>
                    <a:pt x="72" y="1012"/>
                  </a:lnTo>
                  <a:lnTo>
                    <a:pt x="66" y="1042"/>
                  </a:lnTo>
                  <a:lnTo>
                    <a:pt x="76" y="1068"/>
                  </a:lnTo>
                  <a:lnTo>
                    <a:pt x="94" y="1054"/>
                  </a:lnTo>
                  <a:lnTo>
                    <a:pt x="118" y="1042"/>
                  </a:lnTo>
                  <a:lnTo>
                    <a:pt x="136" y="1066"/>
                  </a:lnTo>
                  <a:lnTo>
                    <a:pt x="144" y="1102"/>
                  </a:lnTo>
                  <a:lnTo>
                    <a:pt x="161" y="1114"/>
                  </a:lnTo>
                  <a:lnTo>
                    <a:pt x="185" y="1118"/>
                  </a:lnTo>
                  <a:lnTo>
                    <a:pt x="215" y="1096"/>
                  </a:lnTo>
                  <a:lnTo>
                    <a:pt x="237" y="1084"/>
                  </a:lnTo>
                  <a:lnTo>
                    <a:pt x="285" y="1108"/>
                  </a:lnTo>
                  <a:lnTo>
                    <a:pt x="285" y="1108"/>
                  </a:lnTo>
                  <a:lnTo>
                    <a:pt x="303" y="1116"/>
                  </a:lnTo>
                  <a:lnTo>
                    <a:pt x="321" y="1126"/>
                  </a:lnTo>
                  <a:lnTo>
                    <a:pt x="321" y="1126"/>
                  </a:lnTo>
                  <a:lnTo>
                    <a:pt x="317" y="1152"/>
                  </a:lnTo>
                  <a:lnTo>
                    <a:pt x="319" y="1194"/>
                  </a:lnTo>
                  <a:lnTo>
                    <a:pt x="327" y="1218"/>
                  </a:lnTo>
                  <a:lnTo>
                    <a:pt x="347" y="1253"/>
                  </a:lnTo>
                  <a:lnTo>
                    <a:pt x="347" y="1253"/>
                  </a:lnTo>
                  <a:lnTo>
                    <a:pt x="352" y="1269"/>
                  </a:lnTo>
                  <a:lnTo>
                    <a:pt x="358" y="1287"/>
                  </a:lnTo>
                  <a:lnTo>
                    <a:pt x="358" y="1287"/>
                  </a:lnTo>
                  <a:lnTo>
                    <a:pt x="354" y="1301"/>
                  </a:lnTo>
                  <a:lnTo>
                    <a:pt x="350" y="1313"/>
                  </a:lnTo>
                  <a:lnTo>
                    <a:pt x="341" y="1337"/>
                  </a:lnTo>
                  <a:lnTo>
                    <a:pt x="354" y="1365"/>
                  </a:lnTo>
                  <a:lnTo>
                    <a:pt x="364" y="1393"/>
                  </a:lnTo>
                  <a:lnTo>
                    <a:pt x="396" y="1411"/>
                  </a:lnTo>
                  <a:lnTo>
                    <a:pt x="422" y="1437"/>
                  </a:lnTo>
                  <a:lnTo>
                    <a:pt x="422" y="1477"/>
                  </a:lnTo>
                  <a:lnTo>
                    <a:pt x="416" y="1510"/>
                  </a:lnTo>
                  <a:lnTo>
                    <a:pt x="416" y="1510"/>
                  </a:lnTo>
                  <a:lnTo>
                    <a:pt x="412" y="1518"/>
                  </a:lnTo>
                  <a:lnTo>
                    <a:pt x="408" y="1528"/>
                  </a:lnTo>
                  <a:lnTo>
                    <a:pt x="408" y="1528"/>
                  </a:lnTo>
                  <a:lnTo>
                    <a:pt x="410" y="1552"/>
                  </a:lnTo>
                  <a:lnTo>
                    <a:pt x="430" y="1580"/>
                  </a:lnTo>
                  <a:lnTo>
                    <a:pt x="470" y="1590"/>
                  </a:lnTo>
                  <a:lnTo>
                    <a:pt x="488" y="1604"/>
                  </a:lnTo>
                  <a:lnTo>
                    <a:pt x="506" y="1628"/>
                  </a:lnTo>
                  <a:lnTo>
                    <a:pt x="506" y="1628"/>
                  </a:lnTo>
                  <a:lnTo>
                    <a:pt x="520" y="1634"/>
                  </a:lnTo>
                  <a:lnTo>
                    <a:pt x="538" y="1638"/>
                  </a:lnTo>
                  <a:lnTo>
                    <a:pt x="538" y="1638"/>
                  </a:lnTo>
                  <a:lnTo>
                    <a:pt x="597" y="1632"/>
                  </a:lnTo>
                  <a:lnTo>
                    <a:pt x="597" y="1632"/>
                  </a:lnTo>
                  <a:lnTo>
                    <a:pt x="703" y="1602"/>
                  </a:lnTo>
                  <a:lnTo>
                    <a:pt x="703" y="1602"/>
                  </a:lnTo>
                  <a:lnTo>
                    <a:pt x="742" y="1580"/>
                  </a:lnTo>
                  <a:lnTo>
                    <a:pt x="764" y="1574"/>
                  </a:lnTo>
                  <a:lnTo>
                    <a:pt x="774" y="1586"/>
                  </a:lnTo>
                  <a:lnTo>
                    <a:pt x="784" y="1612"/>
                  </a:lnTo>
                  <a:lnTo>
                    <a:pt x="822" y="1628"/>
                  </a:lnTo>
                  <a:lnTo>
                    <a:pt x="872" y="1650"/>
                  </a:lnTo>
                  <a:lnTo>
                    <a:pt x="872" y="1650"/>
                  </a:lnTo>
                  <a:lnTo>
                    <a:pt x="898" y="1662"/>
                  </a:lnTo>
                  <a:lnTo>
                    <a:pt x="925" y="1674"/>
                  </a:lnTo>
                  <a:lnTo>
                    <a:pt x="925" y="1674"/>
                  </a:lnTo>
                  <a:lnTo>
                    <a:pt x="977" y="1660"/>
                  </a:lnTo>
                  <a:lnTo>
                    <a:pt x="977" y="1660"/>
                  </a:lnTo>
                  <a:lnTo>
                    <a:pt x="1009" y="1674"/>
                  </a:lnTo>
                  <a:lnTo>
                    <a:pt x="1025" y="1708"/>
                  </a:lnTo>
                  <a:lnTo>
                    <a:pt x="1025" y="1708"/>
                  </a:lnTo>
                  <a:lnTo>
                    <a:pt x="1015" y="1736"/>
                  </a:lnTo>
                  <a:lnTo>
                    <a:pt x="1015" y="1736"/>
                  </a:lnTo>
                  <a:lnTo>
                    <a:pt x="1011" y="1770"/>
                  </a:lnTo>
                  <a:lnTo>
                    <a:pt x="1011" y="1770"/>
                  </a:lnTo>
                  <a:lnTo>
                    <a:pt x="1009" y="1809"/>
                  </a:lnTo>
                  <a:lnTo>
                    <a:pt x="983" y="1839"/>
                  </a:lnTo>
                  <a:lnTo>
                    <a:pt x="949" y="1883"/>
                  </a:lnTo>
                  <a:lnTo>
                    <a:pt x="945" y="1887"/>
                  </a:lnTo>
                  <a:lnTo>
                    <a:pt x="985" y="1895"/>
                  </a:lnTo>
                  <a:lnTo>
                    <a:pt x="985" y="1895"/>
                  </a:lnTo>
                  <a:lnTo>
                    <a:pt x="993" y="1913"/>
                  </a:lnTo>
                  <a:lnTo>
                    <a:pt x="993" y="1913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51" name="Freeform 13">
              <a:extLst>
                <a:ext uri="{FF2B5EF4-FFF2-40B4-BE49-F238E27FC236}">
                  <a16:creationId xmlns:a16="http://schemas.microsoft.com/office/drawing/2014/main" id="{676737E4-875D-F36E-349E-F82A18F0A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6125" y="9112250"/>
              <a:ext cx="2106612" cy="2370138"/>
            </a:xfrm>
            <a:custGeom>
              <a:avLst/>
              <a:gdLst>
                <a:gd name="T0" fmla="*/ 1311 w 1327"/>
                <a:gd name="T1" fmla="*/ 935 h 1493"/>
                <a:gd name="T2" fmla="*/ 1248 w 1327"/>
                <a:gd name="T3" fmla="*/ 745 h 1493"/>
                <a:gd name="T4" fmla="*/ 1196 w 1327"/>
                <a:gd name="T5" fmla="*/ 668 h 1493"/>
                <a:gd name="T6" fmla="*/ 1069 w 1327"/>
                <a:gd name="T7" fmla="*/ 626 h 1493"/>
                <a:gd name="T8" fmla="*/ 1053 w 1327"/>
                <a:gd name="T9" fmla="*/ 482 h 1493"/>
                <a:gd name="T10" fmla="*/ 1049 w 1327"/>
                <a:gd name="T11" fmla="*/ 417 h 1493"/>
                <a:gd name="T12" fmla="*/ 1043 w 1327"/>
                <a:gd name="T13" fmla="*/ 379 h 1493"/>
                <a:gd name="T14" fmla="*/ 1063 w 1327"/>
                <a:gd name="T15" fmla="*/ 293 h 1493"/>
                <a:gd name="T16" fmla="*/ 1061 w 1327"/>
                <a:gd name="T17" fmla="*/ 261 h 1493"/>
                <a:gd name="T18" fmla="*/ 1059 w 1327"/>
                <a:gd name="T19" fmla="*/ 170 h 1493"/>
                <a:gd name="T20" fmla="*/ 1023 w 1327"/>
                <a:gd name="T21" fmla="*/ 36 h 1493"/>
                <a:gd name="T22" fmla="*/ 957 w 1327"/>
                <a:gd name="T23" fmla="*/ 48 h 1493"/>
                <a:gd name="T24" fmla="*/ 870 w 1327"/>
                <a:gd name="T25" fmla="*/ 104 h 1493"/>
                <a:gd name="T26" fmla="*/ 736 w 1327"/>
                <a:gd name="T27" fmla="*/ 172 h 1493"/>
                <a:gd name="T28" fmla="*/ 667 w 1327"/>
                <a:gd name="T29" fmla="*/ 202 h 1493"/>
                <a:gd name="T30" fmla="*/ 649 w 1327"/>
                <a:gd name="T31" fmla="*/ 136 h 1493"/>
                <a:gd name="T32" fmla="*/ 621 w 1327"/>
                <a:gd name="T33" fmla="*/ 74 h 1493"/>
                <a:gd name="T34" fmla="*/ 555 w 1327"/>
                <a:gd name="T35" fmla="*/ 136 h 1493"/>
                <a:gd name="T36" fmla="*/ 526 w 1327"/>
                <a:gd name="T37" fmla="*/ 162 h 1493"/>
                <a:gd name="T38" fmla="*/ 484 w 1327"/>
                <a:gd name="T39" fmla="*/ 227 h 1493"/>
                <a:gd name="T40" fmla="*/ 406 w 1327"/>
                <a:gd name="T41" fmla="*/ 281 h 1493"/>
                <a:gd name="T42" fmla="*/ 356 w 1327"/>
                <a:gd name="T43" fmla="*/ 373 h 1493"/>
                <a:gd name="T44" fmla="*/ 275 w 1327"/>
                <a:gd name="T45" fmla="*/ 506 h 1493"/>
                <a:gd name="T46" fmla="*/ 239 w 1327"/>
                <a:gd name="T47" fmla="*/ 550 h 1493"/>
                <a:gd name="T48" fmla="*/ 217 w 1327"/>
                <a:gd name="T49" fmla="*/ 648 h 1493"/>
                <a:gd name="T50" fmla="*/ 209 w 1327"/>
                <a:gd name="T51" fmla="*/ 670 h 1493"/>
                <a:gd name="T52" fmla="*/ 185 w 1327"/>
                <a:gd name="T53" fmla="*/ 753 h 1493"/>
                <a:gd name="T54" fmla="*/ 114 w 1327"/>
                <a:gd name="T55" fmla="*/ 811 h 1493"/>
                <a:gd name="T56" fmla="*/ 88 w 1327"/>
                <a:gd name="T57" fmla="*/ 873 h 1493"/>
                <a:gd name="T58" fmla="*/ 0 w 1327"/>
                <a:gd name="T59" fmla="*/ 957 h 1493"/>
                <a:gd name="T60" fmla="*/ 122 w 1327"/>
                <a:gd name="T61" fmla="*/ 993 h 1493"/>
                <a:gd name="T62" fmla="*/ 185 w 1327"/>
                <a:gd name="T63" fmla="*/ 1068 h 1493"/>
                <a:gd name="T64" fmla="*/ 181 w 1327"/>
                <a:gd name="T65" fmla="*/ 1100 h 1493"/>
                <a:gd name="T66" fmla="*/ 112 w 1327"/>
                <a:gd name="T67" fmla="*/ 1228 h 1493"/>
                <a:gd name="T68" fmla="*/ 124 w 1327"/>
                <a:gd name="T69" fmla="*/ 1303 h 1493"/>
                <a:gd name="T70" fmla="*/ 165 w 1327"/>
                <a:gd name="T71" fmla="*/ 1377 h 1493"/>
                <a:gd name="T72" fmla="*/ 307 w 1327"/>
                <a:gd name="T73" fmla="*/ 1337 h 1493"/>
                <a:gd name="T74" fmla="*/ 382 w 1327"/>
                <a:gd name="T75" fmla="*/ 1283 h 1493"/>
                <a:gd name="T76" fmla="*/ 484 w 1327"/>
                <a:gd name="T77" fmla="*/ 1269 h 1493"/>
                <a:gd name="T78" fmla="*/ 569 w 1327"/>
                <a:gd name="T79" fmla="*/ 1295 h 1493"/>
                <a:gd name="T80" fmla="*/ 651 w 1327"/>
                <a:gd name="T81" fmla="*/ 1337 h 1493"/>
                <a:gd name="T82" fmla="*/ 715 w 1327"/>
                <a:gd name="T83" fmla="*/ 1345 h 1493"/>
                <a:gd name="T84" fmla="*/ 728 w 1327"/>
                <a:gd name="T85" fmla="*/ 1347 h 1493"/>
                <a:gd name="T86" fmla="*/ 792 w 1327"/>
                <a:gd name="T87" fmla="*/ 1323 h 1493"/>
                <a:gd name="T88" fmla="*/ 856 w 1327"/>
                <a:gd name="T89" fmla="*/ 1393 h 1493"/>
                <a:gd name="T90" fmla="*/ 876 w 1327"/>
                <a:gd name="T91" fmla="*/ 1415 h 1493"/>
                <a:gd name="T92" fmla="*/ 933 w 1327"/>
                <a:gd name="T93" fmla="*/ 1449 h 1493"/>
                <a:gd name="T94" fmla="*/ 1049 w 1327"/>
                <a:gd name="T95" fmla="*/ 1493 h 1493"/>
                <a:gd name="T96" fmla="*/ 1091 w 1327"/>
                <a:gd name="T97" fmla="*/ 1485 h 1493"/>
                <a:gd name="T98" fmla="*/ 1160 w 1327"/>
                <a:gd name="T99" fmla="*/ 1447 h 1493"/>
                <a:gd name="T100" fmla="*/ 1178 w 1327"/>
                <a:gd name="T101" fmla="*/ 1395 h 1493"/>
                <a:gd name="T102" fmla="*/ 1182 w 1327"/>
                <a:gd name="T103" fmla="*/ 1345 h 1493"/>
                <a:gd name="T104" fmla="*/ 1274 w 1327"/>
                <a:gd name="T105" fmla="*/ 1252 h 1493"/>
                <a:gd name="T106" fmla="*/ 1309 w 1327"/>
                <a:gd name="T107" fmla="*/ 1184 h 1493"/>
                <a:gd name="T108" fmla="*/ 1298 w 1327"/>
                <a:gd name="T109" fmla="*/ 1166 h 1493"/>
                <a:gd name="T110" fmla="*/ 1301 w 1327"/>
                <a:gd name="T111" fmla="*/ 1134 h 1493"/>
                <a:gd name="T112" fmla="*/ 1307 w 1327"/>
                <a:gd name="T113" fmla="*/ 1110 h 1493"/>
                <a:gd name="T114" fmla="*/ 1309 w 1327"/>
                <a:gd name="T115" fmla="*/ 1036 h 1493"/>
                <a:gd name="T116" fmla="*/ 1317 w 1327"/>
                <a:gd name="T117" fmla="*/ 1022 h 1493"/>
                <a:gd name="T118" fmla="*/ 1327 w 1327"/>
                <a:gd name="T119" fmla="*/ 995 h 1493"/>
                <a:gd name="T120" fmla="*/ 1327 w 1327"/>
                <a:gd name="T121" fmla="*/ 977 h 1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27" h="1493">
                  <a:moveTo>
                    <a:pt x="1327" y="977"/>
                  </a:moveTo>
                  <a:lnTo>
                    <a:pt x="1327" y="977"/>
                  </a:lnTo>
                  <a:lnTo>
                    <a:pt x="1311" y="935"/>
                  </a:lnTo>
                  <a:lnTo>
                    <a:pt x="1278" y="881"/>
                  </a:lnTo>
                  <a:lnTo>
                    <a:pt x="1254" y="823"/>
                  </a:lnTo>
                  <a:lnTo>
                    <a:pt x="1248" y="745"/>
                  </a:lnTo>
                  <a:lnTo>
                    <a:pt x="1248" y="698"/>
                  </a:lnTo>
                  <a:lnTo>
                    <a:pt x="1238" y="668"/>
                  </a:lnTo>
                  <a:lnTo>
                    <a:pt x="1196" y="668"/>
                  </a:lnTo>
                  <a:lnTo>
                    <a:pt x="1146" y="662"/>
                  </a:lnTo>
                  <a:lnTo>
                    <a:pt x="1106" y="644"/>
                  </a:lnTo>
                  <a:lnTo>
                    <a:pt x="1069" y="626"/>
                  </a:lnTo>
                  <a:lnTo>
                    <a:pt x="1063" y="592"/>
                  </a:lnTo>
                  <a:lnTo>
                    <a:pt x="1065" y="550"/>
                  </a:lnTo>
                  <a:lnTo>
                    <a:pt x="1053" y="482"/>
                  </a:lnTo>
                  <a:lnTo>
                    <a:pt x="1049" y="435"/>
                  </a:lnTo>
                  <a:lnTo>
                    <a:pt x="1049" y="435"/>
                  </a:lnTo>
                  <a:lnTo>
                    <a:pt x="1049" y="417"/>
                  </a:lnTo>
                  <a:lnTo>
                    <a:pt x="1049" y="395"/>
                  </a:lnTo>
                  <a:lnTo>
                    <a:pt x="1049" y="395"/>
                  </a:lnTo>
                  <a:lnTo>
                    <a:pt x="1043" y="379"/>
                  </a:lnTo>
                  <a:lnTo>
                    <a:pt x="1037" y="367"/>
                  </a:lnTo>
                  <a:lnTo>
                    <a:pt x="1039" y="323"/>
                  </a:lnTo>
                  <a:lnTo>
                    <a:pt x="1063" y="293"/>
                  </a:lnTo>
                  <a:lnTo>
                    <a:pt x="1063" y="293"/>
                  </a:lnTo>
                  <a:lnTo>
                    <a:pt x="1061" y="261"/>
                  </a:lnTo>
                  <a:lnTo>
                    <a:pt x="1061" y="261"/>
                  </a:lnTo>
                  <a:lnTo>
                    <a:pt x="1057" y="245"/>
                  </a:lnTo>
                  <a:lnTo>
                    <a:pt x="1053" y="233"/>
                  </a:lnTo>
                  <a:lnTo>
                    <a:pt x="1059" y="170"/>
                  </a:lnTo>
                  <a:lnTo>
                    <a:pt x="1043" y="132"/>
                  </a:lnTo>
                  <a:lnTo>
                    <a:pt x="1025" y="92"/>
                  </a:lnTo>
                  <a:lnTo>
                    <a:pt x="1023" y="36"/>
                  </a:lnTo>
                  <a:lnTo>
                    <a:pt x="1007" y="0"/>
                  </a:lnTo>
                  <a:lnTo>
                    <a:pt x="979" y="32"/>
                  </a:lnTo>
                  <a:lnTo>
                    <a:pt x="957" y="48"/>
                  </a:lnTo>
                  <a:lnTo>
                    <a:pt x="925" y="72"/>
                  </a:lnTo>
                  <a:lnTo>
                    <a:pt x="904" y="88"/>
                  </a:lnTo>
                  <a:lnTo>
                    <a:pt x="870" y="104"/>
                  </a:lnTo>
                  <a:lnTo>
                    <a:pt x="858" y="124"/>
                  </a:lnTo>
                  <a:lnTo>
                    <a:pt x="814" y="152"/>
                  </a:lnTo>
                  <a:lnTo>
                    <a:pt x="736" y="172"/>
                  </a:lnTo>
                  <a:lnTo>
                    <a:pt x="715" y="180"/>
                  </a:lnTo>
                  <a:lnTo>
                    <a:pt x="697" y="198"/>
                  </a:lnTo>
                  <a:lnTo>
                    <a:pt x="667" y="202"/>
                  </a:lnTo>
                  <a:lnTo>
                    <a:pt x="667" y="176"/>
                  </a:lnTo>
                  <a:lnTo>
                    <a:pt x="667" y="150"/>
                  </a:lnTo>
                  <a:lnTo>
                    <a:pt x="649" y="136"/>
                  </a:lnTo>
                  <a:lnTo>
                    <a:pt x="655" y="88"/>
                  </a:lnTo>
                  <a:lnTo>
                    <a:pt x="643" y="68"/>
                  </a:lnTo>
                  <a:lnTo>
                    <a:pt x="621" y="74"/>
                  </a:lnTo>
                  <a:lnTo>
                    <a:pt x="597" y="94"/>
                  </a:lnTo>
                  <a:lnTo>
                    <a:pt x="597" y="94"/>
                  </a:lnTo>
                  <a:lnTo>
                    <a:pt x="555" y="136"/>
                  </a:lnTo>
                  <a:lnTo>
                    <a:pt x="555" y="136"/>
                  </a:lnTo>
                  <a:lnTo>
                    <a:pt x="541" y="150"/>
                  </a:lnTo>
                  <a:lnTo>
                    <a:pt x="526" y="162"/>
                  </a:lnTo>
                  <a:lnTo>
                    <a:pt x="526" y="180"/>
                  </a:lnTo>
                  <a:lnTo>
                    <a:pt x="510" y="206"/>
                  </a:lnTo>
                  <a:lnTo>
                    <a:pt x="484" y="227"/>
                  </a:lnTo>
                  <a:lnTo>
                    <a:pt x="448" y="249"/>
                  </a:lnTo>
                  <a:lnTo>
                    <a:pt x="426" y="259"/>
                  </a:lnTo>
                  <a:lnTo>
                    <a:pt x="406" y="281"/>
                  </a:lnTo>
                  <a:lnTo>
                    <a:pt x="400" y="305"/>
                  </a:lnTo>
                  <a:lnTo>
                    <a:pt x="378" y="337"/>
                  </a:lnTo>
                  <a:lnTo>
                    <a:pt x="356" y="373"/>
                  </a:lnTo>
                  <a:lnTo>
                    <a:pt x="319" y="433"/>
                  </a:lnTo>
                  <a:lnTo>
                    <a:pt x="275" y="506"/>
                  </a:lnTo>
                  <a:lnTo>
                    <a:pt x="275" y="506"/>
                  </a:lnTo>
                  <a:lnTo>
                    <a:pt x="245" y="538"/>
                  </a:lnTo>
                  <a:lnTo>
                    <a:pt x="245" y="538"/>
                  </a:lnTo>
                  <a:lnTo>
                    <a:pt x="239" y="550"/>
                  </a:lnTo>
                  <a:lnTo>
                    <a:pt x="235" y="560"/>
                  </a:lnTo>
                  <a:lnTo>
                    <a:pt x="221" y="602"/>
                  </a:lnTo>
                  <a:lnTo>
                    <a:pt x="217" y="648"/>
                  </a:lnTo>
                  <a:lnTo>
                    <a:pt x="217" y="648"/>
                  </a:lnTo>
                  <a:lnTo>
                    <a:pt x="209" y="670"/>
                  </a:lnTo>
                  <a:lnTo>
                    <a:pt x="209" y="670"/>
                  </a:lnTo>
                  <a:lnTo>
                    <a:pt x="201" y="694"/>
                  </a:lnTo>
                  <a:lnTo>
                    <a:pt x="191" y="716"/>
                  </a:lnTo>
                  <a:lnTo>
                    <a:pt x="185" y="753"/>
                  </a:lnTo>
                  <a:lnTo>
                    <a:pt x="165" y="777"/>
                  </a:lnTo>
                  <a:lnTo>
                    <a:pt x="138" y="795"/>
                  </a:lnTo>
                  <a:lnTo>
                    <a:pt x="114" y="811"/>
                  </a:lnTo>
                  <a:lnTo>
                    <a:pt x="96" y="831"/>
                  </a:lnTo>
                  <a:lnTo>
                    <a:pt x="92" y="847"/>
                  </a:lnTo>
                  <a:lnTo>
                    <a:pt x="88" y="873"/>
                  </a:lnTo>
                  <a:lnTo>
                    <a:pt x="40" y="917"/>
                  </a:lnTo>
                  <a:lnTo>
                    <a:pt x="0" y="957"/>
                  </a:lnTo>
                  <a:lnTo>
                    <a:pt x="0" y="957"/>
                  </a:lnTo>
                  <a:lnTo>
                    <a:pt x="8" y="971"/>
                  </a:lnTo>
                  <a:lnTo>
                    <a:pt x="66" y="989"/>
                  </a:lnTo>
                  <a:lnTo>
                    <a:pt x="122" y="993"/>
                  </a:lnTo>
                  <a:lnTo>
                    <a:pt x="155" y="1028"/>
                  </a:lnTo>
                  <a:lnTo>
                    <a:pt x="185" y="1068"/>
                  </a:lnTo>
                  <a:lnTo>
                    <a:pt x="185" y="1068"/>
                  </a:lnTo>
                  <a:lnTo>
                    <a:pt x="183" y="1084"/>
                  </a:lnTo>
                  <a:lnTo>
                    <a:pt x="181" y="1100"/>
                  </a:lnTo>
                  <a:lnTo>
                    <a:pt x="181" y="1100"/>
                  </a:lnTo>
                  <a:lnTo>
                    <a:pt x="153" y="1130"/>
                  </a:lnTo>
                  <a:lnTo>
                    <a:pt x="136" y="1182"/>
                  </a:lnTo>
                  <a:lnTo>
                    <a:pt x="112" y="1228"/>
                  </a:lnTo>
                  <a:lnTo>
                    <a:pt x="112" y="1271"/>
                  </a:lnTo>
                  <a:lnTo>
                    <a:pt x="124" y="1303"/>
                  </a:lnTo>
                  <a:lnTo>
                    <a:pt x="124" y="1303"/>
                  </a:lnTo>
                  <a:lnTo>
                    <a:pt x="144" y="1345"/>
                  </a:lnTo>
                  <a:lnTo>
                    <a:pt x="144" y="1345"/>
                  </a:lnTo>
                  <a:lnTo>
                    <a:pt x="165" y="1377"/>
                  </a:lnTo>
                  <a:lnTo>
                    <a:pt x="209" y="1377"/>
                  </a:lnTo>
                  <a:lnTo>
                    <a:pt x="249" y="1359"/>
                  </a:lnTo>
                  <a:lnTo>
                    <a:pt x="307" y="1337"/>
                  </a:lnTo>
                  <a:lnTo>
                    <a:pt x="319" y="1311"/>
                  </a:lnTo>
                  <a:lnTo>
                    <a:pt x="340" y="1291"/>
                  </a:lnTo>
                  <a:lnTo>
                    <a:pt x="382" y="1283"/>
                  </a:lnTo>
                  <a:lnTo>
                    <a:pt x="426" y="1269"/>
                  </a:lnTo>
                  <a:lnTo>
                    <a:pt x="464" y="1262"/>
                  </a:lnTo>
                  <a:lnTo>
                    <a:pt x="484" y="1269"/>
                  </a:lnTo>
                  <a:lnTo>
                    <a:pt x="508" y="1299"/>
                  </a:lnTo>
                  <a:lnTo>
                    <a:pt x="539" y="1309"/>
                  </a:lnTo>
                  <a:lnTo>
                    <a:pt x="569" y="1295"/>
                  </a:lnTo>
                  <a:lnTo>
                    <a:pt x="599" y="1309"/>
                  </a:lnTo>
                  <a:lnTo>
                    <a:pt x="629" y="1335"/>
                  </a:lnTo>
                  <a:lnTo>
                    <a:pt x="651" y="1337"/>
                  </a:lnTo>
                  <a:lnTo>
                    <a:pt x="705" y="1343"/>
                  </a:lnTo>
                  <a:lnTo>
                    <a:pt x="705" y="1343"/>
                  </a:lnTo>
                  <a:lnTo>
                    <a:pt x="715" y="1345"/>
                  </a:lnTo>
                  <a:lnTo>
                    <a:pt x="723" y="1347"/>
                  </a:lnTo>
                  <a:lnTo>
                    <a:pt x="728" y="1347"/>
                  </a:lnTo>
                  <a:lnTo>
                    <a:pt x="728" y="1347"/>
                  </a:lnTo>
                  <a:lnTo>
                    <a:pt x="742" y="1341"/>
                  </a:lnTo>
                  <a:lnTo>
                    <a:pt x="750" y="1337"/>
                  </a:lnTo>
                  <a:lnTo>
                    <a:pt x="792" y="1323"/>
                  </a:lnTo>
                  <a:lnTo>
                    <a:pt x="816" y="1331"/>
                  </a:lnTo>
                  <a:lnTo>
                    <a:pt x="822" y="1365"/>
                  </a:lnTo>
                  <a:lnTo>
                    <a:pt x="856" y="1393"/>
                  </a:lnTo>
                  <a:lnTo>
                    <a:pt x="856" y="1393"/>
                  </a:lnTo>
                  <a:lnTo>
                    <a:pt x="864" y="1403"/>
                  </a:lnTo>
                  <a:lnTo>
                    <a:pt x="876" y="1415"/>
                  </a:lnTo>
                  <a:lnTo>
                    <a:pt x="876" y="1415"/>
                  </a:lnTo>
                  <a:lnTo>
                    <a:pt x="894" y="1441"/>
                  </a:lnTo>
                  <a:lnTo>
                    <a:pt x="933" y="1449"/>
                  </a:lnTo>
                  <a:lnTo>
                    <a:pt x="981" y="1463"/>
                  </a:lnTo>
                  <a:lnTo>
                    <a:pt x="1007" y="1485"/>
                  </a:lnTo>
                  <a:lnTo>
                    <a:pt x="1049" y="1493"/>
                  </a:lnTo>
                  <a:lnTo>
                    <a:pt x="1091" y="1485"/>
                  </a:lnTo>
                  <a:lnTo>
                    <a:pt x="1091" y="1485"/>
                  </a:lnTo>
                  <a:lnTo>
                    <a:pt x="1091" y="1485"/>
                  </a:lnTo>
                  <a:lnTo>
                    <a:pt x="1110" y="1473"/>
                  </a:lnTo>
                  <a:lnTo>
                    <a:pt x="1110" y="1473"/>
                  </a:lnTo>
                  <a:lnTo>
                    <a:pt x="1160" y="1447"/>
                  </a:lnTo>
                  <a:lnTo>
                    <a:pt x="1174" y="1437"/>
                  </a:lnTo>
                  <a:lnTo>
                    <a:pt x="1178" y="1395"/>
                  </a:lnTo>
                  <a:lnTo>
                    <a:pt x="1178" y="1395"/>
                  </a:lnTo>
                  <a:lnTo>
                    <a:pt x="1180" y="1371"/>
                  </a:lnTo>
                  <a:lnTo>
                    <a:pt x="1182" y="1345"/>
                  </a:lnTo>
                  <a:lnTo>
                    <a:pt x="1182" y="1345"/>
                  </a:lnTo>
                  <a:lnTo>
                    <a:pt x="1198" y="1315"/>
                  </a:lnTo>
                  <a:lnTo>
                    <a:pt x="1230" y="1287"/>
                  </a:lnTo>
                  <a:lnTo>
                    <a:pt x="1274" y="1252"/>
                  </a:lnTo>
                  <a:lnTo>
                    <a:pt x="1309" y="1228"/>
                  </a:lnTo>
                  <a:lnTo>
                    <a:pt x="1309" y="1184"/>
                  </a:lnTo>
                  <a:lnTo>
                    <a:pt x="1309" y="1184"/>
                  </a:lnTo>
                  <a:lnTo>
                    <a:pt x="1303" y="1176"/>
                  </a:lnTo>
                  <a:lnTo>
                    <a:pt x="1298" y="1166"/>
                  </a:lnTo>
                  <a:lnTo>
                    <a:pt x="1298" y="1166"/>
                  </a:lnTo>
                  <a:lnTo>
                    <a:pt x="1299" y="1150"/>
                  </a:lnTo>
                  <a:lnTo>
                    <a:pt x="1299" y="1138"/>
                  </a:lnTo>
                  <a:lnTo>
                    <a:pt x="1301" y="1134"/>
                  </a:lnTo>
                  <a:lnTo>
                    <a:pt x="1301" y="1134"/>
                  </a:lnTo>
                  <a:lnTo>
                    <a:pt x="1303" y="1126"/>
                  </a:lnTo>
                  <a:lnTo>
                    <a:pt x="1307" y="1110"/>
                  </a:lnTo>
                  <a:lnTo>
                    <a:pt x="1309" y="1088"/>
                  </a:lnTo>
                  <a:lnTo>
                    <a:pt x="1309" y="1088"/>
                  </a:lnTo>
                  <a:lnTo>
                    <a:pt x="1309" y="1036"/>
                  </a:lnTo>
                  <a:lnTo>
                    <a:pt x="1309" y="1036"/>
                  </a:lnTo>
                  <a:lnTo>
                    <a:pt x="1311" y="1032"/>
                  </a:lnTo>
                  <a:lnTo>
                    <a:pt x="1317" y="1022"/>
                  </a:lnTo>
                  <a:lnTo>
                    <a:pt x="1327" y="1010"/>
                  </a:lnTo>
                  <a:lnTo>
                    <a:pt x="1327" y="1010"/>
                  </a:lnTo>
                  <a:lnTo>
                    <a:pt x="1327" y="995"/>
                  </a:lnTo>
                  <a:lnTo>
                    <a:pt x="1327" y="983"/>
                  </a:lnTo>
                  <a:lnTo>
                    <a:pt x="1327" y="977"/>
                  </a:lnTo>
                  <a:lnTo>
                    <a:pt x="1327" y="977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52" name="Freeform 14">
              <a:extLst>
                <a:ext uri="{FF2B5EF4-FFF2-40B4-BE49-F238E27FC236}">
                  <a16:creationId xmlns:a16="http://schemas.microsoft.com/office/drawing/2014/main" id="{FA487E09-C117-B11F-C8BF-8556DFFAF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363" y="11102975"/>
              <a:ext cx="2719387" cy="3279775"/>
            </a:xfrm>
            <a:custGeom>
              <a:avLst/>
              <a:gdLst>
                <a:gd name="T0" fmla="*/ 1528 w 1713"/>
                <a:gd name="T1" fmla="*/ 77 h 2066"/>
                <a:gd name="T2" fmla="*/ 1422 w 1713"/>
                <a:gd name="T3" fmla="*/ 119 h 2066"/>
                <a:gd name="T4" fmla="*/ 1343 w 1713"/>
                <a:gd name="T5" fmla="*/ 89 h 2066"/>
                <a:gd name="T6" fmla="*/ 1261 w 1713"/>
                <a:gd name="T7" fmla="*/ 133 h 2066"/>
                <a:gd name="T8" fmla="*/ 1257 w 1713"/>
                <a:gd name="T9" fmla="*/ 183 h 2066"/>
                <a:gd name="T10" fmla="*/ 1193 w 1713"/>
                <a:gd name="T11" fmla="*/ 219 h 2066"/>
                <a:gd name="T12" fmla="*/ 1148 w 1713"/>
                <a:gd name="T13" fmla="*/ 261 h 2066"/>
                <a:gd name="T14" fmla="*/ 1090 w 1713"/>
                <a:gd name="T15" fmla="*/ 322 h 2066"/>
                <a:gd name="T16" fmla="*/ 1056 w 1713"/>
                <a:gd name="T17" fmla="*/ 418 h 2066"/>
                <a:gd name="T18" fmla="*/ 1056 w 1713"/>
                <a:gd name="T19" fmla="*/ 520 h 2066"/>
                <a:gd name="T20" fmla="*/ 1032 w 1713"/>
                <a:gd name="T21" fmla="*/ 623 h 2066"/>
                <a:gd name="T22" fmla="*/ 1022 w 1713"/>
                <a:gd name="T23" fmla="*/ 751 h 2066"/>
                <a:gd name="T24" fmla="*/ 895 w 1713"/>
                <a:gd name="T25" fmla="*/ 864 h 2066"/>
                <a:gd name="T26" fmla="*/ 831 w 1713"/>
                <a:gd name="T27" fmla="*/ 926 h 2066"/>
                <a:gd name="T28" fmla="*/ 738 w 1713"/>
                <a:gd name="T29" fmla="*/ 926 h 2066"/>
                <a:gd name="T30" fmla="*/ 712 w 1713"/>
                <a:gd name="T31" fmla="*/ 910 h 2066"/>
                <a:gd name="T32" fmla="*/ 597 w 1713"/>
                <a:gd name="T33" fmla="*/ 812 h 2066"/>
                <a:gd name="T34" fmla="*/ 537 w 1713"/>
                <a:gd name="T35" fmla="*/ 713 h 2066"/>
                <a:gd name="T36" fmla="*/ 477 w 1713"/>
                <a:gd name="T37" fmla="*/ 775 h 2066"/>
                <a:gd name="T38" fmla="*/ 485 w 1713"/>
                <a:gd name="T39" fmla="*/ 806 h 2066"/>
                <a:gd name="T40" fmla="*/ 453 w 1713"/>
                <a:gd name="T41" fmla="*/ 826 h 2066"/>
                <a:gd name="T42" fmla="*/ 378 w 1713"/>
                <a:gd name="T43" fmla="*/ 820 h 2066"/>
                <a:gd name="T44" fmla="*/ 340 w 1713"/>
                <a:gd name="T45" fmla="*/ 938 h 2066"/>
                <a:gd name="T46" fmla="*/ 284 w 1713"/>
                <a:gd name="T47" fmla="*/ 990 h 2066"/>
                <a:gd name="T48" fmla="*/ 256 w 1713"/>
                <a:gd name="T49" fmla="*/ 1018 h 2066"/>
                <a:gd name="T50" fmla="*/ 234 w 1713"/>
                <a:gd name="T51" fmla="*/ 1107 h 2066"/>
                <a:gd name="T52" fmla="*/ 205 w 1713"/>
                <a:gd name="T53" fmla="*/ 1123 h 2066"/>
                <a:gd name="T54" fmla="*/ 137 w 1713"/>
                <a:gd name="T55" fmla="*/ 1205 h 2066"/>
                <a:gd name="T56" fmla="*/ 125 w 1713"/>
                <a:gd name="T57" fmla="*/ 1243 h 2066"/>
                <a:gd name="T58" fmla="*/ 81 w 1713"/>
                <a:gd name="T59" fmla="*/ 1358 h 2066"/>
                <a:gd name="T60" fmla="*/ 38 w 1713"/>
                <a:gd name="T61" fmla="*/ 1462 h 2066"/>
                <a:gd name="T62" fmla="*/ 38 w 1713"/>
                <a:gd name="T63" fmla="*/ 1554 h 2066"/>
                <a:gd name="T64" fmla="*/ 47 w 1713"/>
                <a:gd name="T65" fmla="*/ 1590 h 2066"/>
                <a:gd name="T66" fmla="*/ 34 w 1713"/>
                <a:gd name="T67" fmla="*/ 1609 h 2066"/>
                <a:gd name="T68" fmla="*/ 8 w 1713"/>
                <a:gd name="T69" fmla="*/ 1629 h 2066"/>
                <a:gd name="T70" fmla="*/ 4 w 1713"/>
                <a:gd name="T71" fmla="*/ 1663 h 2066"/>
                <a:gd name="T72" fmla="*/ 40 w 1713"/>
                <a:gd name="T73" fmla="*/ 1759 h 2066"/>
                <a:gd name="T74" fmla="*/ 24 w 1713"/>
                <a:gd name="T75" fmla="*/ 1882 h 2066"/>
                <a:gd name="T76" fmla="*/ 53 w 1713"/>
                <a:gd name="T77" fmla="*/ 1860 h 2066"/>
                <a:gd name="T78" fmla="*/ 87 w 1713"/>
                <a:gd name="T79" fmla="*/ 1854 h 2066"/>
                <a:gd name="T80" fmla="*/ 143 w 1713"/>
                <a:gd name="T81" fmla="*/ 1854 h 2066"/>
                <a:gd name="T82" fmla="*/ 171 w 1713"/>
                <a:gd name="T83" fmla="*/ 1884 h 2066"/>
                <a:gd name="T84" fmla="*/ 185 w 1713"/>
                <a:gd name="T85" fmla="*/ 1882 h 2066"/>
                <a:gd name="T86" fmla="*/ 272 w 1713"/>
                <a:gd name="T87" fmla="*/ 1896 h 2066"/>
                <a:gd name="T88" fmla="*/ 418 w 1713"/>
                <a:gd name="T89" fmla="*/ 1870 h 2066"/>
                <a:gd name="T90" fmla="*/ 465 w 1713"/>
                <a:gd name="T91" fmla="*/ 1803 h 2066"/>
                <a:gd name="T92" fmla="*/ 485 w 1713"/>
                <a:gd name="T93" fmla="*/ 1763 h 2066"/>
                <a:gd name="T94" fmla="*/ 517 w 1713"/>
                <a:gd name="T95" fmla="*/ 1749 h 2066"/>
                <a:gd name="T96" fmla="*/ 565 w 1713"/>
                <a:gd name="T97" fmla="*/ 1920 h 2066"/>
                <a:gd name="T98" fmla="*/ 710 w 1713"/>
                <a:gd name="T99" fmla="*/ 2006 h 2066"/>
                <a:gd name="T100" fmla="*/ 786 w 1713"/>
                <a:gd name="T101" fmla="*/ 2058 h 2066"/>
                <a:gd name="T102" fmla="*/ 935 w 1713"/>
                <a:gd name="T103" fmla="*/ 1880 h 2066"/>
                <a:gd name="T104" fmla="*/ 1275 w 1713"/>
                <a:gd name="T105" fmla="*/ 1787 h 2066"/>
                <a:gd name="T106" fmla="*/ 1351 w 1713"/>
                <a:gd name="T107" fmla="*/ 1576 h 2066"/>
                <a:gd name="T108" fmla="*/ 1436 w 1713"/>
                <a:gd name="T109" fmla="*/ 1418 h 2066"/>
                <a:gd name="T110" fmla="*/ 1512 w 1713"/>
                <a:gd name="T111" fmla="*/ 1332 h 2066"/>
                <a:gd name="T112" fmla="*/ 1460 w 1713"/>
                <a:gd name="T113" fmla="*/ 1235 h 2066"/>
                <a:gd name="T114" fmla="*/ 1615 w 1713"/>
                <a:gd name="T115" fmla="*/ 779 h 2066"/>
                <a:gd name="T116" fmla="*/ 1524 w 1713"/>
                <a:gd name="T117" fmla="*/ 575 h 2066"/>
                <a:gd name="T118" fmla="*/ 1552 w 1713"/>
                <a:gd name="T119" fmla="*/ 418 h 2066"/>
                <a:gd name="T120" fmla="*/ 1713 w 1713"/>
                <a:gd name="T121" fmla="*/ 171 h 2066"/>
                <a:gd name="T122" fmla="*/ 1623 w 1713"/>
                <a:gd name="T123" fmla="*/ 0 h 2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13" h="2066">
                  <a:moveTo>
                    <a:pt x="1573" y="9"/>
                  </a:moveTo>
                  <a:lnTo>
                    <a:pt x="1554" y="45"/>
                  </a:lnTo>
                  <a:lnTo>
                    <a:pt x="1528" y="77"/>
                  </a:lnTo>
                  <a:lnTo>
                    <a:pt x="1492" y="99"/>
                  </a:lnTo>
                  <a:lnTo>
                    <a:pt x="1462" y="99"/>
                  </a:lnTo>
                  <a:lnTo>
                    <a:pt x="1422" y="119"/>
                  </a:lnTo>
                  <a:lnTo>
                    <a:pt x="1392" y="119"/>
                  </a:lnTo>
                  <a:lnTo>
                    <a:pt x="1371" y="119"/>
                  </a:lnTo>
                  <a:lnTo>
                    <a:pt x="1343" y="89"/>
                  </a:lnTo>
                  <a:lnTo>
                    <a:pt x="1307" y="107"/>
                  </a:lnTo>
                  <a:lnTo>
                    <a:pt x="1275" y="127"/>
                  </a:lnTo>
                  <a:lnTo>
                    <a:pt x="1261" y="133"/>
                  </a:lnTo>
                  <a:lnTo>
                    <a:pt x="1261" y="133"/>
                  </a:lnTo>
                  <a:lnTo>
                    <a:pt x="1261" y="141"/>
                  </a:lnTo>
                  <a:lnTo>
                    <a:pt x="1257" y="183"/>
                  </a:lnTo>
                  <a:lnTo>
                    <a:pt x="1243" y="193"/>
                  </a:lnTo>
                  <a:lnTo>
                    <a:pt x="1243" y="193"/>
                  </a:lnTo>
                  <a:lnTo>
                    <a:pt x="1193" y="219"/>
                  </a:lnTo>
                  <a:lnTo>
                    <a:pt x="1193" y="219"/>
                  </a:lnTo>
                  <a:lnTo>
                    <a:pt x="1162" y="239"/>
                  </a:lnTo>
                  <a:lnTo>
                    <a:pt x="1148" y="261"/>
                  </a:lnTo>
                  <a:lnTo>
                    <a:pt x="1156" y="280"/>
                  </a:lnTo>
                  <a:lnTo>
                    <a:pt x="1138" y="290"/>
                  </a:lnTo>
                  <a:lnTo>
                    <a:pt x="1090" y="322"/>
                  </a:lnTo>
                  <a:lnTo>
                    <a:pt x="1078" y="348"/>
                  </a:lnTo>
                  <a:lnTo>
                    <a:pt x="1078" y="392"/>
                  </a:lnTo>
                  <a:lnTo>
                    <a:pt x="1056" y="418"/>
                  </a:lnTo>
                  <a:lnTo>
                    <a:pt x="1044" y="458"/>
                  </a:lnTo>
                  <a:lnTo>
                    <a:pt x="1044" y="500"/>
                  </a:lnTo>
                  <a:lnTo>
                    <a:pt x="1056" y="520"/>
                  </a:lnTo>
                  <a:lnTo>
                    <a:pt x="1056" y="553"/>
                  </a:lnTo>
                  <a:lnTo>
                    <a:pt x="1040" y="589"/>
                  </a:lnTo>
                  <a:lnTo>
                    <a:pt x="1032" y="623"/>
                  </a:lnTo>
                  <a:lnTo>
                    <a:pt x="1044" y="681"/>
                  </a:lnTo>
                  <a:lnTo>
                    <a:pt x="1044" y="729"/>
                  </a:lnTo>
                  <a:lnTo>
                    <a:pt x="1022" y="751"/>
                  </a:lnTo>
                  <a:lnTo>
                    <a:pt x="973" y="779"/>
                  </a:lnTo>
                  <a:lnTo>
                    <a:pt x="921" y="840"/>
                  </a:lnTo>
                  <a:lnTo>
                    <a:pt x="895" y="864"/>
                  </a:lnTo>
                  <a:lnTo>
                    <a:pt x="863" y="902"/>
                  </a:lnTo>
                  <a:lnTo>
                    <a:pt x="831" y="926"/>
                  </a:lnTo>
                  <a:lnTo>
                    <a:pt x="831" y="926"/>
                  </a:lnTo>
                  <a:lnTo>
                    <a:pt x="784" y="926"/>
                  </a:lnTo>
                  <a:lnTo>
                    <a:pt x="784" y="926"/>
                  </a:lnTo>
                  <a:lnTo>
                    <a:pt x="738" y="926"/>
                  </a:lnTo>
                  <a:lnTo>
                    <a:pt x="738" y="926"/>
                  </a:lnTo>
                  <a:lnTo>
                    <a:pt x="724" y="918"/>
                  </a:lnTo>
                  <a:lnTo>
                    <a:pt x="712" y="910"/>
                  </a:lnTo>
                  <a:lnTo>
                    <a:pt x="672" y="846"/>
                  </a:lnTo>
                  <a:lnTo>
                    <a:pt x="656" y="830"/>
                  </a:lnTo>
                  <a:lnTo>
                    <a:pt x="597" y="812"/>
                  </a:lnTo>
                  <a:lnTo>
                    <a:pt x="591" y="793"/>
                  </a:lnTo>
                  <a:lnTo>
                    <a:pt x="579" y="747"/>
                  </a:lnTo>
                  <a:lnTo>
                    <a:pt x="537" y="713"/>
                  </a:lnTo>
                  <a:lnTo>
                    <a:pt x="501" y="713"/>
                  </a:lnTo>
                  <a:lnTo>
                    <a:pt x="477" y="725"/>
                  </a:lnTo>
                  <a:lnTo>
                    <a:pt x="477" y="775"/>
                  </a:lnTo>
                  <a:lnTo>
                    <a:pt x="477" y="775"/>
                  </a:lnTo>
                  <a:lnTo>
                    <a:pt x="481" y="789"/>
                  </a:lnTo>
                  <a:lnTo>
                    <a:pt x="485" y="806"/>
                  </a:lnTo>
                  <a:lnTo>
                    <a:pt x="485" y="806"/>
                  </a:lnTo>
                  <a:lnTo>
                    <a:pt x="469" y="816"/>
                  </a:lnTo>
                  <a:lnTo>
                    <a:pt x="453" y="826"/>
                  </a:lnTo>
                  <a:lnTo>
                    <a:pt x="422" y="822"/>
                  </a:lnTo>
                  <a:lnTo>
                    <a:pt x="408" y="812"/>
                  </a:lnTo>
                  <a:lnTo>
                    <a:pt x="378" y="820"/>
                  </a:lnTo>
                  <a:lnTo>
                    <a:pt x="354" y="842"/>
                  </a:lnTo>
                  <a:lnTo>
                    <a:pt x="346" y="896"/>
                  </a:lnTo>
                  <a:lnTo>
                    <a:pt x="340" y="938"/>
                  </a:lnTo>
                  <a:lnTo>
                    <a:pt x="326" y="970"/>
                  </a:lnTo>
                  <a:lnTo>
                    <a:pt x="284" y="990"/>
                  </a:lnTo>
                  <a:lnTo>
                    <a:pt x="284" y="990"/>
                  </a:lnTo>
                  <a:lnTo>
                    <a:pt x="270" y="1002"/>
                  </a:lnTo>
                  <a:lnTo>
                    <a:pt x="256" y="1018"/>
                  </a:lnTo>
                  <a:lnTo>
                    <a:pt x="256" y="1018"/>
                  </a:lnTo>
                  <a:lnTo>
                    <a:pt x="242" y="1067"/>
                  </a:lnTo>
                  <a:lnTo>
                    <a:pt x="234" y="1107"/>
                  </a:lnTo>
                  <a:lnTo>
                    <a:pt x="234" y="1107"/>
                  </a:lnTo>
                  <a:lnTo>
                    <a:pt x="221" y="1115"/>
                  </a:lnTo>
                  <a:lnTo>
                    <a:pt x="205" y="1123"/>
                  </a:lnTo>
                  <a:lnTo>
                    <a:pt x="205" y="1123"/>
                  </a:lnTo>
                  <a:lnTo>
                    <a:pt x="201" y="1139"/>
                  </a:lnTo>
                  <a:lnTo>
                    <a:pt x="197" y="1153"/>
                  </a:lnTo>
                  <a:lnTo>
                    <a:pt x="137" y="1205"/>
                  </a:lnTo>
                  <a:lnTo>
                    <a:pt x="137" y="1205"/>
                  </a:lnTo>
                  <a:lnTo>
                    <a:pt x="125" y="1243"/>
                  </a:lnTo>
                  <a:lnTo>
                    <a:pt x="125" y="1243"/>
                  </a:lnTo>
                  <a:lnTo>
                    <a:pt x="113" y="1279"/>
                  </a:lnTo>
                  <a:lnTo>
                    <a:pt x="87" y="1321"/>
                  </a:lnTo>
                  <a:lnTo>
                    <a:pt x="81" y="1358"/>
                  </a:lnTo>
                  <a:lnTo>
                    <a:pt x="67" y="1392"/>
                  </a:lnTo>
                  <a:lnTo>
                    <a:pt x="45" y="1430"/>
                  </a:lnTo>
                  <a:lnTo>
                    <a:pt x="38" y="1462"/>
                  </a:lnTo>
                  <a:lnTo>
                    <a:pt x="32" y="1536"/>
                  </a:lnTo>
                  <a:lnTo>
                    <a:pt x="38" y="1554"/>
                  </a:lnTo>
                  <a:lnTo>
                    <a:pt x="38" y="1554"/>
                  </a:lnTo>
                  <a:lnTo>
                    <a:pt x="51" y="1574"/>
                  </a:lnTo>
                  <a:lnTo>
                    <a:pt x="51" y="1574"/>
                  </a:lnTo>
                  <a:lnTo>
                    <a:pt x="47" y="1590"/>
                  </a:lnTo>
                  <a:lnTo>
                    <a:pt x="45" y="1601"/>
                  </a:lnTo>
                  <a:lnTo>
                    <a:pt x="45" y="1601"/>
                  </a:lnTo>
                  <a:lnTo>
                    <a:pt x="34" y="1609"/>
                  </a:lnTo>
                  <a:lnTo>
                    <a:pt x="20" y="1617"/>
                  </a:lnTo>
                  <a:lnTo>
                    <a:pt x="20" y="1617"/>
                  </a:lnTo>
                  <a:lnTo>
                    <a:pt x="8" y="1629"/>
                  </a:lnTo>
                  <a:lnTo>
                    <a:pt x="0" y="1643"/>
                  </a:lnTo>
                  <a:lnTo>
                    <a:pt x="0" y="1643"/>
                  </a:lnTo>
                  <a:lnTo>
                    <a:pt x="4" y="1663"/>
                  </a:lnTo>
                  <a:lnTo>
                    <a:pt x="20" y="1693"/>
                  </a:lnTo>
                  <a:lnTo>
                    <a:pt x="24" y="1725"/>
                  </a:lnTo>
                  <a:lnTo>
                    <a:pt x="40" y="1759"/>
                  </a:lnTo>
                  <a:lnTo>
                    <a:pt x="30" y="1775"/>
                  </a:lnTo>
                  <a:lnTo>
                    <a:pt x="24" y="1821"/>
                  </a:lnTo>
                  <a:lnTo>
                    <a:pt x="24" y="1882"/>
                  </a:lnTo>
                  <a:lnTo>
                    <a:pt x="24" y="1882"/>
                  </a:lnTo>
                  <a:lnTo>
                    <a:pt x="41" y="1868"/>
                  </a:lnTo>
                  <a:lnTo>
                    <a:pt x="53" y="1860"/>
                  </a:lnTo>
                  <a:lnTo>
                    <a:pt x="53" y="1860"/>
                  </a:lnTo>
                  <a:lnTo>
                    <a:pt x="67" y="1858"/>
                  </a:lnTo>
                  <a:lnTo>
                    <a:pt x="87" y="1854"/>
                  </a:lnTo>
                  <a:lnTo>
                    <a:pt x="113" y="1853"/>
                  </a:lnTo>
                  <a:lnTo>
                    <a:pt x="143" y="1854"/>
                  </a:lnTo>
                  <a:lnTo>
                    <a:pt x="143" y="1854"/>
                  </a:lnTo>
                  <a:lnTo>
                    <a:pt x="155" y="1870"/>
                  </a:lnTo>
                  <a:lnTo>
                    <a:pt x="165" y="1880"/>
                  </a:lnTo>
                  <a:lnTo>
                    <a:pt x="171" y="1884"/>
                  </a:lnTo>
                  <a:lnTo>
                    <a:pt x="173" y="1886"/>
                  </a:lnTo>
                  <a:lnTo>
                    <a:pt x="173" y="1886"/>
                  </a:lnTo>
                  <a:lnTo>
                    <a:pt x="185" y="1882"/>
                  </a:lnTo>
                  <a:lnTo>
                    <a:pt x="203" y="1872"/>
                  </a:lnTo>
                  <a:lnTo>
                    <a:pt x="225" y="1858"/>
                  </a:lnTo>
                  <a:lnTo>
                    <a:pt x="272" y="1896"/>
                  </a:lnTo>
                  <a:lnTo>
                    <a:pt x="344" y="1858"/>
                  </a:lnTo>
                  <a:lnTo>
                    <a:pt x="370" y="1845"/>
                  </a:lnTo>
                  <a:lnTo>
                    <a:pt x="418" y="1870"/>
                  </a:lnTo>
                  <a:lnTo>
                    <a:pt x="465" y="1858"/>
                  </a:lnTo>
                  <a:lnTo>
                    <a:pt x="465" y="1803"/>
                  </a:lnTo>
                  <a:lnTo>
                    <a:pt x="465" y="1803"/>
                  </a:lnTo>
                  <a:lnTo>
                    <a:pt x="473" y="1783"/>
                  </a:lnTo>
                  <a:lnTo>
                    <a:pt x="479" y="1769"/>
                  </a:lnTo>
                  <a:lnTo>
                    <a:pt x="485" y="1763"/>
                  </a:lnTo>
                  <a:lnTo>
                    <a:pt x="485" y="1763"/>
                  </a:lnTo>
                  <a:lnTo>
                    <a:pt x="503" y="1755"/>
                  </a:lnTo>
                  <a:lnTo>
                    <a:pt x="517" y="1749"/>
                  </a:lnTo>
                  <a:lnTo>
                    <a:pt x="549" y="1783"/>
                  </a:lnTo>
                  <a:lnTo>
                    <a:pt x="559" y="1801"/>
                  </a:lnTo>
                  <a:lnTo>
                    <a:pt x="565" y="1920"/>
                  </a:lnTo>
                  <a:lnTo>
                    <a:pt x="636" y="1972"/>
                  </a:lnTo>
                  <a:lnTo>
                    <a:pt x="696" y="1984"/>
                  </a:lnTo>
                  <a:lnTo>
                    <a:pt x="710" y="2006"/>
                  </a:lnTo>
                  <a:lnTo>
                    <a:pt x="710" y="2038"/>
                  </a:lnTo>
                  <a:lnTo>
                    <a:pt x="748" y="2066"/>
                  </a:lnTo>
                  <a:lnTo>
                    <a:pt x="786" y="2058"/>
                  </a:lnTo>
                  <a:lnTo>
                    <a:pt x="841" y="1992"/>
                  </a:lnTo>
                  <a:lnTo>
                    <a:pt x="893" y="1964"/>
                  </a:lnTo>
                  <a:lnTo>
                    <a:pt x="935" y="1880"/>
                  </a:lnTo>
                  <a:lnTo>
                    <a:pt x="1008" y="1874"/>
                  </a:lnTo>
                  <a:lnTo>
                    <a:pt x="1188" y="1781"/>
                  </a:lnTo>
                  <a:lnTo>
                    <a:pt x="1275" y="1787"/>
                  </a:lnTo>
                  <a:lnTo>
                    <a:pt x="1305" y="1773"/>
                  </a:lnTo>
                  <a:lnTo>
                    <a:pt x="1309" y="1641"/>
                  </a:lnTo>
                  <a:lnTo>
                    <a:pt x="1351" y="1576"/>
                  </a:lnTo>
                  <a:lnTo>
                    <a:pt x="1422" y="1474"/>
                  </a:lnTo>
                  <a:lnTo>
                    <a:pt x="1436" y="1418"/>
                  </a:lnTo>
                  <a:lnTo>
                    <a:pt x="1436" y="1418"/>
                  </a:lnTo>
                  <a:lnTo>
                    <a:pt x="1514" y="1336"/>
                  </a:lnTo>
                  <a:lnTo>
                    <a:pt x="1514" y="1336"/>
                  </a:lnTo>
                  <a:lnTo>
                    <a:pt x="1512" y="1332"/>
                  </a:lnTo>
                  <a:lnTo>
                    <a:pt x="1506" y="1321"/>
                  </a:lnTo>
                  <a:lnTo>
                    <a:pt x="1488" y="1285"/>
                  </a:lnTo>
                  <a:lnTo>
                    <a:pt x="1460" y="1235"/>
                  </a:lnTo>
                  <a:lnTo>
                    <a:pt x="1603" y="1036"/>
                  </a:lnTo>
                  <a:lnTo>
                    <a:pt x="1560" y="970"/>
                  </a:lnTo>
                  <a:lnTo>
                    <a:pt x="1615" y="779"/>
                  </a:lnTo>
                  <a:lnTo>
                    <a:pt x="1572" y="687"/>
                  </a:lnTo>
                  <a:lnTo>
                    <a:pt x="1552" y="635"/>
                  </a:lnTo>
                  <a:lnTo>
                    <a:pt x="1524" y="575"/>
                  </a:lnTo>
                  <a:lnTo>
                    <a:pt x="1518" y="522"/>
                  </a:lnTo>
                  <a:lnTo>
                    <a:pt x="1552" y="482"/>
                  </a:lnTo>
                  <a:lnTo>
                    <a:pt x="1552" y="418"/>
                  </a:lnTo>
                  <a:lnTo>
                    <a:pt x="1599" y="320"/>
                  </a:lnTo>
                  <a:lnTo>
                    <a:pt x="1603" y="267"/>
                  </a:lnTo>
                  <a:lnTo>
                    <a:pt x="1713" y="171"/>
                  </a:lnTo>
                  <a:lnTo>
                    <a:pt x="1621" y="53"/>
                  </a:lnTo>
                  <a:lnTo>
                    <a:pt x="1619" y="13"/>
                  </a:lnTo>
                  <a:lnTo>
                    <a:pt x="1623" y="0"/>
                  </a:lnTo>
                  <a:lnTo>
                    <a:pt x="1593" y="0"/>
                  </a:lnTo>
                  <a:lnTo>
                    <a:pt x="1573" y="9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53" name="Freeform 15">
              <a:extLst>
                <a:ext uri="{FF2B5EF4-FFF2-40B4-BE49-F238E27FC236}">
                  <a16:creationId xmlns:a16="http://schemas.microsoft.com/office/drawing/2014/main" id="{A916DF10-7473-37D6-EDAD-FE55E74E9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1238" y="7948613"/>
              <a:ext cx="2154237" cy="3365500"/>
            </a:xfrm>
            <a:custGeom>
              <a:avLst/>
              <a:gdLst>
                <a:gd name="T0" fmla="*/ 1337 w 1357"/>
                <a:gd name="T1" fmla="*/ 674 h 2120"/>
                <a:gd name="T2" fmla="*/ 1252 w 1357"/>
                <a:gd name="T3" fmla="*/ 648 h 2120"/>
                <a:gd name="T4" fmla="*/ 1116 w 1357"/>
                <a:gd name="T5" fmla="*/ 648 h 2120"/>
                <a:gd name="T6" fmla="*/ 1021 w 1357"/>
                <a:gd name="T7" fmla="*/ 689 h 2120"/>
                <a:gd name="T8" fmla="*/ 894 w 1357"/>
                <a:gd name="T9" fmla="*/ 697 h 2120"/>
                <a:gd name="T10" fmla="*/ 824 w 1357"/>
                <a:gd name="T11" fmla="*/ 697 h 2120"/>
                <a:gd name="T12" fmla="*/ 786 w 1357"/>
                <a:gd name="T13" fmla="*/ 791 h 2120"/>
                <a:gd name="T14" fmla="*/ 585 w 1357"/>
                <a:gd name="T15" fmla="*/ 749 h 2120"/>
                <a:gd name="T16" fmla="*/ 579 w 1357"/>
                <a:gd name="T17" fmla="*/ 731 h 2120"/>
                <a:gd name="T18" fmla="*/ 500 w 1357"/>
                <a:gd name="T19" fmla="*/ 689 h 2120"/>
                <a:gd name="T20" fmla="*/ 502 w 1357"/>
                <a:gd name="T21" fmla="*/ 664 h 2120"/>
                <a:gd name="T22" fmla="*/ 458 w 1357"/>
                <a:gd name="T23" fmla="*/ 644 h 2120"/>
                <a:gd name="T24" fmla="*/ 434 w 1357"/>
                <a:gd name="T25" fmla="*/ 650 h 2120"/>
                <a:gd name="T26" fmla="*/ 414 w 1357"/>
                <a:gd name="T27" fmla="*/ 564 h 2120"/>
                <a:gd name="T28" fmla="*/ 346 w 1357"/>
                <a:gd name="T29" fmla="*/ 490 h 2120"/>
                <a:gd name="T30" fmla="*/ 289 w 1357"/>
                <a:gd name="T31" fmla="*/ 365 h 2120"/>
                <a:gd name="T32" fmla="*/ 257 w 1357"/>
                <a:gd name="T33" fmla="*/ 191 h 2120"/>
                <a:gd name="T34" fmla="*/ 207 w 1357"/>
                <a:gd name="T35" fmla="*/ 120 h 2120"/>
                <a:gd name="T36" fmla="*/ 167 w 1357"/>
                <a:gd name="T37" fmla="*/ 36 h 2120"/>
                <a:gd name="T38" fmla="*/ 110 w 1357"/>
                <a:gd name="T39" fmla="*/ 78 h 2120"/>
                <a:gd name="T40" fmla="*/ 80 w 1357"/>
                <a:gd name="T41" fmla="*/ 197 h 2120"/>
                <a:gd name="T42" fmla="*/ 0 w 1357"/>
                <a:gd name="T43" fmla="*/ 363 h 2120"/>
                <a:gd name="T44" fmla="*/ 34 w 1357"/>
                <a:gd name="T45" fmla="*/ 520 h 2120"/>
                <a:gd name="T46" fmla="*/ 50 w 1357"/>
                <a:gd name="T47" fmla="*/ 576 h 2120"/>
                <a:gd name="T48" fmla="*/ 60 w 1357"/>
                <a:gd name="T49" fmla="*/ 620 h 2120"/>
                <a:gd name="T50" fmla="*/ 56 w 1357"/>
                <a:gd name="T51" fmla="*/ 769 h 2120"/>
                <a:gd name="T52" fmla="*/ 86 w 1357"/>
                <a:gd name="T53" fmla="*/ 966 h 2120"/>
                <a:gd name="T54" fmla="*/ 94 w 1357"/>
                <a:gd name="T55" fmla="*/ 994 h 2120"/>
                <a:gd name="T56" fmla="*/ 70 w 1357"/>
                <a:gd name="T57" fmla="*/ 1100 h 2120"/>
                <a:gd name="T58" fmla="*/ 82 w 1357"/>
                <a:gd name="T59" fmla="*/ 1150 h 2120"/>
                <a:gd name="T60" fmla="*/ 96 w 1357"/>
                <a:gd name="T61" fmla="*/ 1325 h 2120"/>
                <a:gd name="T62" fmla="*/ 229 w 1357"/>
                <a:gd name="T63" fmla="*/ 1401 h 2120"/>
                <a:gd name="T64" fmla="*/ 287 w 1357"/>
                <a:gd name="T65" fmla="*/ 1556 h 2120"/>
                <a:gd name="T66" fmla="*/ 360 w 1357"/>
                <a:gd name="T67" fmla="*/ 1710 h 2120"/>
                <a:gd name="T68" fmla="*/ 360 w 1357"/>
                <a:gd name="T69" fmla="*/ 1743 h 2120"/>
                <a:gd name="T70" fmla="*/ 342 w 1357"/>
                <a:gd name="T71" fmla="*/ 1769 h 2120"/>
                <a:gd name="T72" fmla="*/ 340 w 1357"/>
                <a:gd name="T73" fmla="*/ 1843 h 2120"/>
                <a:gd name="T74" fmla="*/ 332 w 1357"/>
                <a:gd name="T75" fmla="*/ 1871 h 2120"/>
                <a:gd name="T76" fmla="*/ 336 w 1357"/>
                <a:gd name="T77" fmla="*/ 1909 h 2120"/>
                <a:gd name="T78" fmla="*/ 263 w 1357"/>
                <a:gd name="T79" fmla="*/ 2020 h 2120"/>
                <a:gd name="T80" fmla="*/ 215 w 1357"/>
                <a:gd name="T81" fmla="*/ 2078 h 2120"/>
                <a:gd name="T82" fmla="*/ 257 w 1357"/>
                <a:gd name="T83" fmla="*/ 2094 h 2120"/>
                <a:gd name="T84" fmla="*/ 372 w 1357"/>
                <a:gd name="T85" fmla="*/ 2106 h 2120"/>
                <a:gd name="T86" fmla="*/ 504 w 1357"/>
                <a:gd name="T87" fmla="*/ 2032 h 2120"/>
                <a:gd name="T88" fmla="*/ 579 w 1357"/>
                <a:gd name="T89" fmla="*/ 1963 h 2120"/>
                <a:gd name="T90" fmla="*/ 764 w 1357"/>
                <a:gd name="T91" fmla="*/ 1612 h 2120"/>
                <a:gd name="T92" fmla="*/ 963 w 1357"/>
                <a:gd name="T93" fmla="*/ 1739 h 2120"/>
                <a:gd name="T94" fmla="*/ 1128 w 1357"/>
                <a:gd name="T95" fmla="*/ 1759 h 2120"/>
                <a:gd name="T96" fmla="*/ 1256 w 1357"/>
                <a:gd name="T97" fmla="*/ 1612 h 2120"/>
                <a:gd name="T98" fmla="*/ 1248 w 1357"/>
                <a:gd name="T99" fmla="*/ 1343 h 2120"/>
                <a:gd name="T100" fmla="*/ 1323 w 1357"/>
                <a:gd name="T101" fmla="*/ 1247 h 2120"/>
                <a:gd name="T102" fmla="*/ 1307 w 1357"/>
                <a:gd name="T103" fmla="*/ 1040 h 2120"/>
                <a:gd name="T104" fmla="*/ 1357 w 1357"/>
                <a:gd name="T105" fmla="*/ 771 h 2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57" h="2120">
                  <a:moveTo>
                    <a:pt x="1357" y="771"/>
                  </a:moveTo>
                  <a:lnTo>
                    <a:pt x="1339" y="695"/>
                  </a:lnTo>
                  <a:lnTo>
                    <a:pt x="1339" y="695"/>
                  </a:lnTo>
                  <a:lnTo>
                    <a:pt x="1337" y="674"/>
                  </a:lnTo>
                  <a:lnTo>
                    <a:pt x="1337" y="674"/>
                  </a:lnTo>
                  <a:lnTo>
                    <a:pt x="1299" y="666"/>
                  </a:lnTo>
                  <a:lnTo>
                    <a:pt x="1276" y="648"/>
                  </a:lnTo>
                  <a:lnTo>
                    <a:pt x="1252" y="648"/>
                  </a:lnTo>
                  <a:lnTo>
                    <a:pt x="1218" y="660"/>
                  </a:lnTo>
                  <a:lnTo>
                    <a:pt x="1184" y="660"/>
                  </a:lnTo>
                  <a:lnTo>
                    <a:pt x="1150" y="648"/>
                  </a:lnTo>
                  <a:lnTo>
                    <a:pt x="1116" y="648"/>
                  </a:lnTo>
                  <a:lnTo>
                    <a:pt x="1085" y="656"/>
                  </a:lnTo>
                  <a:lnTo>
                    <a:pt x="1055" y="660"/>
                  </a:lnTo>
                  <a:lnTo>
                    <a:pt x="1035" y="674"/>
                  </a:lnTo>
                  <a:lnTo>
                    <a:pt x="1021" y="689"/>
                  </a:lnTo>
                  <a:lnTo>
                    <a:pt x="1005" y="709"/>
                  </a:lnTo>
                  <a:lnTo>
                    <a:pt x="955" y="715"/>
                  </a:lnTo>
                  <a:lnTo>
                    <a:pt x="929" y="709"/>
                  </a:lnTo>
                  <a:lnTo>
                    <a:pt x="894" y="697"/>
                  </a:lnTo>
                  <a:lnTo>
                    <a:pt x="876" y="681"/>
                  </a:lnTo>
                  <a:lnTo>
                    <a:pt x="860" y="676"/>
                  </a:lnTo>
                  <a:lnTo>
                    <a:pt x="846" y="681"/>
                  </a:lnTo>
                  <a:lnTo>
                    <a:pt x="824" y="697"/>
                  </a:lnTo>
                  <a:lnTo>
                    <a:pt x="810" y="705"/>
                  </a:lnTo>
                  <a:lnTo>
                    <a:pt x="804" y="731"/>
                  </a:lnTo>
                  <a:lnTo>
                    <a:pt x="792" y="763"/>
                  </a:lnTo>
                  <a:lnTo>
                    <a:pt x="786" y="791"/>
                  </a:lnTo>
                  <a:lnTo>
                    <a:pt x="762" y="799"/>
                  </a:lnTo>
                  <a:lnTo>
                    <a:pt x="685" y="797"/>
                  </a:lnTo>
                  <a:lnTo>
                    <a:pt x="635" y="783"/>
                  </a:lnTo>
                  <a:lnTo>
                    <a:pt x="585" y="749"/>
                  </a:lnTo>
                  <a:lnTo>
                    <a:pt x="585" y="749"/>
                  </a:lnTo>
                  <a:lnTo>
                    <a:pt x="583" y="741"/>
                  </a:lnTo>
                  <a:lnTo>
                    <a:pt x="579" y="731"/>
                  </a:lnTo>
                  <a:lnTo>
                    <a:pt x="579" y="731"/>
                  </a:lnTo>
                  <a:lnTo>
                    <a:pt x="563" y="729"/>
                  </a:lnTo>
                  <a:lnTo>
                    <a:pt x="547" y="725"/>
                  </a:lnTo>
                  <a:lnTo>
                    <a:pt x="529" y="713"/>
                  </a:lnTo>
                  <a:lnTo>
                    <a:pt x="500" y="689"/>
                  </a:lnTo>
                  <a:lnTo>
                    <a:pt x="500" y="689"/>
                  </a:lnTo>
                  <a:lnTo>
                    <a:pt x="500" y="672"/>
                  </a:lnTo>
                  <a:lnTo>
                    <a:pt x="500" y="672"/>
                  </a:lnTo>
                  <a:lnTo>
                    <a:pt x="502" y="664"/>
                  </a:lnTo>
                  <a:lnTo>
                    <a:pt x="504" y="658"/>
                  </a:lnTo>
                  <a:lnTo>
                    <a:pt x="504" y="640"/>
                  </a:lnTo>
                  <a:lnTo>
                    <a:pt x="486" y="632"/>
                  </a:lnTo>
                  <a:lnTo>
                    <a:pt x="458" y="644"/>
                  </a:lnTo>
                  <a:lnTo>
                    <a:pt x="458" y="644"/>
                  </a:lnTo>
                  <a:lnTo>
                    <a:pt x="446" y="648"/>
                  </a:lnTo>
                  <a:lnTo>
                    <a:pt x="438" y="650"/>
                  </a:lnTo>
                  <a:lnTo>
                    <a:pt x="434" y="650"/>
                  </a:lnTo>
                  <a:lnTo>
                    <a:pt x="434" y="650"/>
                  </a:lnTo>
                  <a:lnTo>
                    <a:pt x="422" y="626"/>
                  </a:lnTo>
                  <a:lnTo>
                    <a:pt x="414" y="606"/>
                  </a:lnTo>
                  <a:lnTo>
                    <a:pt x="414" y="564"/>
                  </a:lnTo>
                  <a:lnTo>
                    <a:pt x="410" y="548"/>
                  </a:lnTo>
                  <a:lnTo>
                    <a:pt x="382" y="524"/>
                  </a:lnTo>
                  <a:lnTo>
                    <a:pt x="350" y="512"/>
                  </a:lnTo>
                  <a:lnTo>
                    <a:pt x="346" y="490"/>
                  </a:lnTo>
                  <a:lnTo>
                    <a:pt x="332" y="456"/>
                  </a:lnTo>
                  <a:lnTo>
                    <a:pt x="309" y="403"/>
                  </a:lnTo>
                  <a:lnTo>
                    <a:pt x="289" y="365"/>
                  </a:lnTo>
                  <a:lnTo>
                    <a:pt x="289" y="365"/>
                  </a:lnTo>
                  <a:lnTo>
                    <a:pt x="263" y="327"/>
                  </a:lnTo>
                  <a:lnTo>
                    <a:pt x="263" y="327"/>
                  </a:lnTo>
                  <a:lnTo>
                    <a:pt x="259" y="295"/>
                  </a:lnTo>
                  <a:lnTo>
                    <a:pt x="257" y="191"/>
                  </a:lnTo>
                  <a:lnTo>
                    <a:pt x="251" y="167"/>
                  </a:lnTo>
                  <a:lnTo>
                    <a:pt x="233" y="159"/>
                  </a:lnTo>
                  <a:lnTo>
                    <a:pt x="215" y="150"/>
                  </a:lnTo>
                  <a:lnTo>
                    <a:pt x="207" y="120"/>
                  </a:lnTo>
                  <a:lnTo>
                    <a:pt x="187" y="96"/>
                  </a:lnTo>
                  <a:lnTo>
                    <a:pt x="187" y="76"/>
                  </a:lnTo>
                  <a:lnTo>
                    <a:pt x="173" y="50"/>
                  </a:lnTo>
                  <a:lnTo>
                    <a:pt x="167" y="36"/>
                  </a:lnTo>
                  <a:lnTo>
                    <a:pt x="161" y="0"/>
                  </a:lnTo>
                  <a:lnTo>
                    <a:pt x="118" y="18"/>
                  </a:lnTo>
                  <a:lnTo>
                    <a:pt x="106" y="38"/>
                  </a:lnTo>
                  <a:lnTo>
                    <a:pt x="110" y="78"/>
                  </a:lnTo>
                  <a:lnTo>
                    <a:pt x="94" y="106"/>
                  </a:lnTo>
                  <a:lnTo>
                    <a:pt x="78" y="136"/>
                  </a:lnTo>
                  <a:lnTo>
                    <a:pt x="80" y="163"/>
                  </a:lnTo>
                  <a:lnTo>
                    <a:pt x="80" y="197"/>
                  </a:lnTo>
                  <a:lnTo>
                    <a:pt x="74" y="221"/>
                  </a:lnTo>
                  <a:lnTo>
                    <a:pt x="44" y="287"/>
                  </a:lnTo>
                  <a:lnTo>
                    <a:pt x="8" y="335"/>
                  </a:lnTo>
                  <a:lnTo>
                    <a:pt x="0" y="363"/>
                  </a:lnTo>
                  <a:lnTo>
                    <a:pt x="4" y="391"/>
                  </a:lnTo>
                  <a:lnTo>
                    <a:pt x="36" y="424"/>
                  </a:lnTo>
                  <a:lnTo>
                    <a:pt x="36" y="458"/>
                  </a:lnTo>
                  <a:lnTo>
                    <a:pt x="34" y="520"/>
                  </a:lnTo>
                  <a:lnTo>
                    <a:pt x="34" y="520"/>
                  </a:lnTo>
                  <a:lnTo>
                    <a:pt x="46" y="558"/>
                  </a:lnTo>
                  <a:lnTo>
                    <a:pt x="46" y="558"/>
                  </a:lnTo>
                  <a:lnTo>
                    <a:pt x="50" y="576"/>
                  </a:lnTo>
                  <a:lnTo>
                    <a:pt x="56" y="596"/>
                  </a:lnTo>
                  <a:lnTo>
                    <a:pt x="56" y="596"/>
                  </a:lnTo>
                  <a:lnTo>
                    <a:pt x="58" y="606"/>
                  </a:lnTo>
                  <a:lnTo>
                    <a:pt x="60" y="620"/>
                  </a:lnTo>
                  <a:lnTo>
                    <a:pt x="60" y="638"/>
                  </a:lnTo>
                  <a:lnTo>
                    <a:pt x="38" y="676"/>
                  </a:lnTo>
                  <a:lnTo>
                    <a:pt x="38" y="729"/>
                  </a:lnTo>
                  <a:lnTo>
                    <a:pt x="56" y="769"/>
                  </a:lnTo>
                  <a:lnTo>
                    <a:pt x="58" y="825"/>
                  </a:lnTo>
                  <a:lnTo>
                    <a:pt x="76" y="865"/>
                  </a:lnTo>
                  <a:lnTo>
                    <a:pt x="92" y="903"/>
                  </a:lnTo>
                  <a:lnTo>
                    <a:pt x="86" y="966"/>
                  </a:lnTo>
                  <a:lnTo>
                    <a:pt x="86" y="966"/>
                  </a:lnTo>
                  <a:lnTo>
                    <a:pt x="90" y="978"/>
                  </a:lnTo>
                  <a:lnTo>
                    <a:pt x="94" y="994"/>
                  </a:lnTo>
                  <a:lnTo>
                    <a:pt x="94" y="994"/>
                  </a:lnTo>
                  <a:lnTo>
                    <a:pt x="96" y="1026"/>
                  </a:lnTo>
                  <a:lnTo>
                    <a:pt x="72" y="1056"/>
                  </a:lnTo>
                  <a:lnTo>
                    <a:pt x="70" y="1100"/>
                  </a:lnTo>
                  <a:lnTo>
                    <a:pt x="70" y="1100"/>
                  </a:lnTo>
                  <a:lnTo>
                    <a:pt x="76" y="1112"/>
                  </a:lnTo>
                  <a:lnTo>
                    <a:pt x="82" y="1128"/>
                  </a:lnTo>
                  <a:lnTo>
                    <a:pt x="82" y="1128"/>
                  </a:lnTo>
                  <a:lnTo>
                    <a:pt x="82" y="1150"/>
                  </a:lnTo>
                  <a:lnTo>
                    <a:pt x="82" y="1168"/>
                  </a:lnTo>
                  <a:lnTo>
                    <a:pt x="86" y="1215"/>
                  </a:lnTo>
                  <a:lnTo>
                    <a:pt x="98" y="1283"/>
                  </a:lnTo>
                  <a:lnTo>
                    <a:pt x="96" y="1325"/>
                  </a:lnTo>
                  <a:lnTo>
                    <a:pt x="102" y="1359"/>
                  </a:lnTo>
                  <a:lnTo>
                    <a:pt x="139" y="1377"/>
                  </a:lnTo>
                  <a:lnTo>
                    <a:pt x="179" y="1395"/>
                  </a:lnTo>
                  <a:lnTo>
                    <a:pt x="229" y="1401"/>
                  </a:lnTo>
                  <a:lnTo>
                    <a:pt x="271" y="1401"/>
                  </a:lnTo>
                  <a:lnTo>
                    <a:pt x="281" y="1431"/>
                  </a:lnTo>
                  <a:lnTo>
                    <a:pt x="281" y="1478"/>
                  </a:lnTo>
                  <a:lnTo>
                    <a:pt x="287" y="1556"/>
                  </a:lnTo>
                  <a:lnTo>
                    <a:pt x="311" y="1614"/>
                  </a:lnTo>
                  <a:lnTo>
                    <a:pt x="344" y="1668"/>
                  </a:lnTo>
                  <a:lnTo>
                    <a:pt x="344" y="1668"/>
                  </a:lnTo>
                  <a:lnTo>
                    <a:pt x="360" y="1710"/>
                  </a:lnTo>
                  <a:lnTo>
                    <a:pt x="360" y="1710"/>
                  </a:lnTo>
                  <a:lnTo>
                    <a:pt x="360" y="1716"/>
                  </a:lnTo>
                  <a:lnTo>
                    <a:pt x="360" y="1728"/>
                  </a:lnTo>
                  <a:lnTo>
                    <a:pt x="360" y="1743"/>
                  </a:lnTo>
                  <a:lnTo>
                    <a:pt x="360" y="1743"/>
                  </a:lnTo>
                  <a:lnTo>
                    <a:pt x="350" y="1755"/>
                  </a:lnTo>
                  <a:lnTo>
                    <a:pt x="344" y="1765"/>
                  </a:lnTo>
                  <a:lnTo>
                    <a:pt x="342" y="1769"/>
                  </a:lnTo>
                  <a:lnTo>
                    <a:pt x="342" y="1769"/>
                  </a:lnTo>
                  <a:lnTo>
                    <a:pt x="342" y="1821"/>
                  </a:lnTo>
                  <a:lnTo>
                    <a:pt x="342" y="1821"/>
                  </a:lnTo>
                  <a:lnTo>
                    <a:pt x="340" y="1843"/>
                  </a:lnTo>
                  <a:lnTo>
                    <a:pt x="336" y="1859"/>
                  </a:lnTo>
                  <a:lnTo>
                    <a:pt x="334" y="1867"/>
                  </a:lnTo>
                  <a:lnTo>
                    <a:pt x="334" y="1867"/>
                  </a:lnTo>
                  <a:lnTo>
                    <a:pt x="332" y="1871"/>
                  </a:lnTo>
                  <a:lnTo>
                    <a:pt x="332" y="1883"/>
                  </a:lnTo>
                  <a:lnTo>
                    <a:pt x="331" y="1899"/>
                  </a:lnTo>
                  <a:lnTo>
                    <a:pt x="331" y="1899"/>
                  </a:lnTo>
                  <a:lnTo>
                    <a:pt x="336" y="1909"/>
                  </a:lnTo>
                  <a:lnTo>
                    <a:pt x="342" y="1917"/>
                  </a:lnTo>
                  <a:lnTo>
                    <a:pt x="342" y="1961"/>
                  </a:lnTo>
                  <a:lnTo>
                    <a:pt x="307" y="1985"/>
                  </a:lnTo>
                  <a:lnTo>
                    <a:pt x="263" y="2020"/>
                  </a:lnTo>
                  <a:lnTo>
                    <a:pt x="231" y="2048"/>
                  </a:lnTo>
                  <a:lnTo>
                    <a:pt x="231" y="2048"/>
                  </a:lnTo>
                  <a:lnTo>
                    <a:pt x="215" y="2078"/>
                  </a:lnTo>
                  <a:lnTo>
                    <a:pt x="215" y="2078"/>
                  </a:lnTo>
                  <a:lnTo>
                    <a:pt x="213" y="2094"/>
                  </a:lnTo>
                  <a:lnTo>
                    <a:pt x="211" y="2120"/>
                  </a:lnTo>
                  <a:lnTo>
                    <a:pt x="225" y="2114"/>
                  </a:lnTo>
                  <a:lnTo>
                    <a:pt x="257" y="2094"/>
                  </a:lnTo>
                  <a:lnTo>
                    <a:pt x="293" y="2076"/>
                  </a:lnTo>
                  <a:lnTo>
                    <a:pt x="321" y="2106"/>
                  </a:lnTo>
                  <a:lnTo>
                    <a:pt x="342" y="2106"/>
                  </a:lnTo>
                  <a:lnTo>
                    <a:pt x="372" y="2106"/>
                  </a:lnTo>
                  <a:lnTo>
                    <a:pt x="412" y="2086"/>
                  </a:lnTo>
                  <a:lnTo>
                    <a:pt x="442" y="2086"/>
                  </a:lnTo>
                  <a:lnTo>
                    <a:pt x="478" y="2064"/>
                  </a:lnTo>
                  <a:lnTo>
                    <a:pt x="504" y="2032"/>
                  </a:lnTo>
                  <a:lnTo>
                    <a:pt x="523" y="1996"/>
                  </a:lnTo>
                  <a:lnTo>
                    <a:pt x="543" y="1987"/>
                  </a:lnTo>
                  <a:lnTo>
                    <a:pt x="573" y="1987"/>
                  </a:lnTo>
                  <a:lnTo>
                    <a:pt x="579" y="1963"/>
                  </a:lnTo>
                  <a:lnTo>
                    <a:pt x="663" y="1861"/>
                  </a:lnTo>
                  <a:lnTo>
                    <a:pt x="671" y="1791"/>
                  </a:lnTo>
                  <a:lnTo>
                    <a:pt x="701" y="1698"/>
                  </a:lnTo>
                  <a:lnTo>
                    <a:pt x="764" y="1612"/>
                  </a:lnTo>
                  <a:lnTo>
                    <a:pt x="810" y="1737"/>
                  </a:lnTo>
                  <a:lnTo>
                    <a:pt x="810" y="1737"/>
                  </a:lnTo>
                  <a:lnTo>
                    <a:pt x="963" y="1739"/>
                  </a:lnTo>
                  <a:lnTo>
                    <a:pt x="963" y="1739"/>
                  </a:lnTo>
                  <a:lnTo>
                    <a:pt x="1013" y="1767"/>
                  </a:lnTo>
                  <a:lnTo>
                    <a:pt x="1061" y="1795"/>
                  </a:lnTo>
                  <a:lnTo>
                    <a:pt x="1100" y="1765"/>
                  </a:lnTo>
                  <a:lnTo>
                    <a:pt x="1128" y="1759"/>
                  </a:lnTo>
                  <a:lnTo>
                    <a:pt x="1172" y="1684"/>
                  </a:lnTo>
                  <a:lnTo>
                    <a:pt x="1234" y="1684"/>
                  </a:lnTo>
                  <a:lnTo>
                    <a:pt x="1262" y="1654"/>
                  </a:lnTo>
                  <a:lnTo>
                    <a:pt x="1256" y="1612"/>
                  </a:lnTo>
                  <a:lnTo>
                    <a:pt x="1276" y="1566"/>
                  </a:lnTo>
                  <a:lnTo>
                    <a:pt x="1236" y="1520"/>
                  </a:lnTo>
                  <a:lnTo>
                    <a:pt x="1248" y="1343"/>
                  </a:lnTo>
                  <a:lnTo>
                    <a:pt x="1248" y="1343"/>
                  </a:lnTo>
                  <a:lnTo>
                    <a:pt x="1278" y="1305"/>
                  </a:lnTo>
                  <a:lnTo>
                    <a:pt x="1307" y="1265"/>
                  </a:lnTo>
                  <a:lnTo>
                    <a:pt x="1307" y="1265"/>
                  </a:lnTo>
                  <a:lnTo>
                    <a:pt x="1323" y="1247"/>
                  </a:lnTo>
                  <a:lnTo>
                    <a:pt x="1337" y="1233"/>
                  </a:lnTo>
                  <a:lnTo>
                    <a:pt x="1323" y="1190"/>
                  </a:lnTo>
                  <a:lnTo>
                    <a:pt x="1301" y="1130"/>
                  </a:lnTo>
                  <a:lnTo>
                    <a:pt x="1307" y="1040"/>
                  </a:lnTo>
                  <a:lnTo>
                    <a:pt x="1345" y="978"/>
                  </a:lnTo>
                  <a:lnTo>
                    <a:pt x="1345" y="925"/>
                  </a:lnTo>
                  <a:lnTo>
                    <a:pt x="1337" y="885"/>
                  </a:lnTo>
                  <a:lnTo>
                    <a:pt x="1357" y="771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57390F07-6168-56C3-9314-F3CFE12A018F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450" y="6788150"/>
              <a:ext cx="4270375" cy="3049588"/>
            </a:xfrm>
            <a:custGeom>
              <a:avLst/>
              <a:gdLst>
                <a:gd name="T0" fmla="*/ 2590 w 2690"/>
                <a:gd name="T1" fmla="*/ 518 h 1921"/>
                <a:gd name="T2" fmla="*/ 2449 w 2690"/>
                <a:gd name="T3" fmla="*/ 456 h 1921"/>
                <a:gd name="T4" fmla="*/ 2368 w 2690"/>
                <a:gd name="T5" fmla="*/ 446 h 1921"/>
                <a:gd name="T6" fmla="*/ 2218 w 2690"/>
                <a:gd name="T7" fmla="*/ 514 h 1921"/>
                <a:gd name="T8" fmla="*/ 2214 w 2690"/>
                <a:gd name="T9" fmla="*/ 576 h 1921"/>
                <a:gd name="T10" fmla="*/ 2045 w 2690"/>
                <a:gd name="T11" fmla="*/ 679 h 1921"/>
                <a:gd name="T12" fmla="*/ 2000 w 2690"/>
                <a:gd name="T13" fmla="*/ 707 h 1921"/>
                <a:gd name="T14" fmla="*/ 1996 w 2690"/>
                <a:gd name="T15" fmla="*/ 538 h 1921"/>
                <a:gd name="T16" fmla="*/ 1844 w 2690"/>
                <a:gd name="T17" fmla="*/ 442 h 1921"/>
                <a:gd name="T18" fmla="*/ 1713 w 2690"/>
                <a:gd name="T19" fmla="*/ 351 h 1921"/>
                <a:gd name="T20" fmla="*/ 1645 w 2690"/>
                <a:gd name="T21" fmla="*/ 476 h 1921"/>
                <a:gd name="T22" fmla="*/ 1596 w 2690"/>
                <a:gd name="T23" fmla="*/ 480 h 1921"/>
                <a:gd name="T24" fmla="*/ 1464 w 2690"/>
                <a:gd name="T25" fmla="*/ 458 h 1921"/>
                <a:gd name="T26" fmla="*/ 1413 w 2690"/>
                <a:gd name="T27" fmla="*/ 482 h 1921"/>
                <a:gd name="T28" fmla="*/ 1427 w 2690"/>
                <a:gd name="T29" fmla="*/ 426 h 1921"/>
                <a:gd name="T30" fmla="*/ 1407 w 2690"/>
                <a:gd name="T31" fmla="*/ 360 h 1921"/>
                <a:gd name="T32" fmla="*/ 1341 w 2690"/>
                <a:gd name="T33" fmla="*/ 237 h 1921"/>
                <a:gd name="T34" fmla="*/ 1285 w 2690"/>
                <a:gd name="T35" fmla="*/ 239 h 1921"/>
                <a:gd name="T36" fmla="*/ 1222 w 2690"/>
                <a:gd name="T37" fmla="*/ 219 h 1921"/>
                <a:gd name="T38" fmla="*/ 1122 w 2690"/>
                <a:gd name="T39" fmla="*/ 249 h 1921"/>
                <a:gd name="T40" fmla="*/ 995 w 2690"/>
                <a:gd name="T41" fmla="*/ 241 h 1921"/>
                <a:gd name="T42" fmla="*/ 836 w 2690"/>
                <a:gd name="T43" fmla="*/ 115 h 1921"/>
                <a:gd name="T44" fmla="*/ 820 w 2690"/>
                <a:gd name="T45" fmla="*/ 0 h 1921"/>
                <a:gd name="T46" fmla="*/ 531 w 2690"/>
                <a:gd name="T47" fmla="*/ 245 h 1921"/>
                <a:gd name="T48" fmla="*/ 352 w 2690"/>
                <a:gd name="T49" fmla="*/ 66 h 1921"/>
                <a:gd name="T50" fmla="*/ 86 w 2690"/>
                <a:gd name="T51" fmla="*/ 141 h 1921"/>
                <a:gd name="T52" fmla="*/ 16 w 2690"/>
                <a:gd name="T53" fmla="*/ 378 h 1921"/>
                <a:gd name="T54" fmla="*/ 24 w 2690"/>
                <a:gd name="T55" fmla="*/ 637 h 1921"/>
                <a:gd name="T56" fmla="*/ 121 w 2690"/>
                <a:gd name="T57" fmla="*/ 797 h 1921"/>
                <a:gd name="T58" fmla="*/ 84 w 2690"/>
                <a:gd name="T59" fmla="*/ 954 h 1921"/>
                <a:gd name="T60" fmla="*/ 169 w 2690"/>
                <a:gd name="T61" fmla="*/ 1010 h 1921"/>
                <a:gd name="T62" fmla="*/ 376 w 2690"/>
                <a:gd name="T63" fmla="*/ 1217 h 1921"/>
                <a:gd name="T64" fmla="*/ 503 w 2690"/>
                <a:gd name="T65" fmla="*/ 1518 h 1921"/>
                <a:gd name="T66" fmla="*/ 676 w 2690"/>
                <a:gd name="T67" fmla="*/ 1542 h 1921"/>
                <a:gd name="T68" fmla="*/ 690 w 2690"/>
                <a:gd name="T69" fmla="*/ 1576 h 1921"/>
                <a:gd name="T70" fmla="*/ 848 w 2690"/>
                <a:gd name="T71" fmla="*/ 1600 h 1921"/>
                <a:gd name="T72" fmla="*/ 903 w 2690"/>
                <a:gd name="T73" fmla="*/ 1793 h 1921"/>
                <a:gd name="T74" fmla="*/ 941 w 2690"/>
                <a:gd name="T75" fmla="*/ 1883 h 1921"/>
                <a:gd name="T76" fmla="*/ 1015 w 2690"/>
                <a:gd name="T77" fmla="*/ 1921 h 1921"/>
                <a:gd name="T78" fmla="*/ 1120 w 2690"/>
                <a:gd name="T79" fmla="*/ 1779 h 1921"/>
                <a:gd name="T80" fmla="*/ 1220 w 2690"/>
                <a:gd name="T81" fmla="*/ 1687 h 1921"/>
                <a:gd name="T82" fmla="*/ 1220 w 2690"/>
                <a:gd name="T83" fmla="*/ 1666 h 1921"/>
                <a:gd name="T84" fmla="*/ 1343 w 2690"/>
                <a:gd name="T85" fmla="*/ 1588 h 1921"/>
                <a:gd name="T86" fmla="*/ 1478 w 2690"/>
                <a:gd name="T87" fmla="*/ 1624 h 1921"/>
                <a:gd name="T88" fmla="*/ 1659 w 2690"/>
                <a:gd name="T89" fmla="*/ 1741 h 1921"/>
                <a:gd name="T90" fmla="*/ 1860 w 2690"/>
                <a:gd name="T91" fmla="*/ 1767 h 1921"/>
                <a:gd name="T92" fmla="*/ 1966 w 2690"/>
                <a:gd name="T93" fmla="*/ 1691 h 1921"/>
                <a:gd name="T94" fmla="*/ 2023 w 2690"/>
                <a:gd name="T95" fmla="*/ 1614 h 1921"/>
                <a:gd name="T96" fmla="*/ 2125 w 2690"/>
                <a:gd name="T97" fmla="*/ 1532 h 1921"/>
                <a:gd name="T98" fmla="*/ 2149 w 2690"/>
                <a:gd name="T99" fmla="*/ 1666 h 1921"/>
                <a:gd name="T100" fmla="*/ 2340 w 2690"/>
                <a:gd name="T101" fmla="*/ 1588 h 1921"/>
                <a:gd name="T102" fmla="*/ 2461 w 2690"/>
                <a:gd name="T103" fmla="*/ 1496 h 1921"/>
                <a:gd name="T104" fmla="*/ 2509 w 2690"/>
                <a:gd name="T105" fmla="*/ 1369 h 1921"/>
                <a:gd name="T106" fmla="*/ 2499 w 2690"/>
                <a:gd name="T107" fmla="*/ 1307 h 1921"/>
                <a:gd name="T108" fmla="*/ 2485 w 2690"/>
                <a:gd name="T109" fmla="*/ 1155 h 1921"/>
                <a:gd name="T110" fmla="*/ 2523 w 2690"/>
                <a:gd name="T111" fmla="*/ 952 h 1921"/>
                <a:gd name="T112" fmla="*/ 2559 w 2690"/>
                <a:gd name="T113" fmla="*/ 809 h 1921"/>
                <a:gd name="T114" fmla="*/ 2674 w 2690"/>
                <a:gd name="T115" fmla="*/ 653 h 1921"/>
                <a:gd name="T116" fmla="*/ 2680 w 2690"/>
                <a:gd name="T117" fmla="*/ 580 h 1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690" h="1921">
                  <a:moveTo>
                    <a:pt x="2674" y="518"/>
                  </a:moveTo>
                  <a:lnTo>
                    <a:pt x="2674" y="518"/>
                  </a:lnTo>
                  <a:lnTo>
                    <a:pt x="2642" y="504"/>
                  </a:lnTo>
                  <a:lnTo>
                    <a:pt x="2642" y="504"/>
                  </a:lnTo>
                  <a:lnTo>
                    <a:pt x="2590" y="518"/>
                  </a:lnTo>
                  <a:lnTo>
                    <a:pt x="2590" y="518"/>
                  </a:lnTo>
                  <a:lnTo>
                    <a:pt x="2563" y="506"/>
                  </a:lnTo>
                  <a:lnTo>
                    <a:pt x="2537" y="494"/>
                  </a:lnTo>
                  <a:lnTo>
                    <a:pt x="2487" y="472"/>
                  </a:lnTo>
                  <a:lnTo>
                    <a:pt x="2449" y="456"/>
                  </a:lnTo>
                  <a:lnTo>
                    <a:pt x="2439" y="430"/>
                  </a:lnTo>
                  <a:lnTo>
                    <a:pt x="2429" y="418"/>
                  </a:lnTo>
                  <a:lnTo>
                    <a:pt x="2407" y="424"/>
                  </a:lnTo>
                  <a:lnTo>
                    <a:pt x="2407" y="424"/>
                  </a:lnTo>
                  <a:lnTo>
                    <a:pt x="2368" y="446"/>
                  </a:lnTo>
                  <a:lnTo>
                    <a:pt x="2368" y="446"/>
                  </a:lnTo>
                  <a:lnTo>
                    <a:pt x="2262" y="476"/>
                  </a:lnTo>
                  <a:lnTo>
                    <a:pt x="2262" y="476"/>
                  </a:lnTo>
                  <a:lnTo>
                    <a:pt x="2224" y="480"/>
                  </a:lnTo>
                  <a:lnTo>
                    <a:pt x="2218" y="514"/>
                  </a:lnTo>
                  <a:lnTo>
                    <a:pt x="2220" y="538"/>
                  </a:lnTo>
                  <a:lnTo>
                    <a:pt x="2220" y="538"/>
                  </a:lnTo>
                  <a:lnTo>
                    <a:pt x="2220" y="566"/>
                  </a:lnTo>
                  <a:lnTo>
                    <a:pt x="2220" y="566"/>
                  </a:lnTo>
                  <a:lnTo>
                    <a:pt x="2214" y="576"/>
                  </a:lnTo>
                  <a:lnTo>
                    <a:pt x="2208" y="584"/>
                  </a:lnTo>
                  <a:lnTo>
                    <a:pt x="2177" y="596"/>
                  </a:lnTo>
                  <a:lnTo>
                    <a:pt x="2093" y="633"/>
                  </a:lnTo>
                  <a:lnTo>
                    <a:pt x="2067" y="655"/>
                  </a:lnTo>
                  <a:lnTo>
                    <a:pt x="2045" y="679"/>
                  </a:lnTo>
                  <a:lnTo>
                    <a:pt x="2045" y="699"/>
                  </a:lnTo>
                  <a:lnTo>
                    <a:pt x="2045" y="735"/>
                  </a:lnTo>
                  <a:lnTo>
                    <a:pt x="2033" y="743"/>
                  </a:lnTo>
                  <a:lnTo>
                    <a:pt x="2017" y="743"/>
                  </a:lnTo>
                  <a:lnTo>
                    <a:pt x="2000" y="707"/>
                  </a:lnTo>
                  <a:lnTo>
                    <a:pt x="2000" y="639"/>
                  </a:lnTo>
                  <a:lnTo>
                    <a:pt x="2015" y="616"/>
                  </a:lnTo>
                  <a:lnTo>
                    <a:pt x="2025" y="584"/>
                  </a:lnTo>
                  <a:lnTo>
                    <a:pt x="2017" y="558"/>
                  </a:lnTo>
                  <a:lnTo>
                    <a:pt x="1996" y="538"/>
                  </a:lnTo>
                  <a:lnTo>
                    <a:pt x="1964" y="536"/>
                  </a:lnTo>
                  <a:lnTo>
                    <a:pt x="1916" y="530"/>
                  </a:lnTo>
                  <a:lnTo>
                    <a:pt x="1880" y="514"/>
                  </a:lnTo>
                  <a:lnTo>
                    <a:pt x="1866" y="480"/>
                  </a:lnTo>
                  <a:lnTo>
                    <a:pt x="1844" y="442"/>
                  </a:lnTo>
                  <a:lnTo>
                    <a:pt x="1813" y="432"/>
                  </a:lnTo>
                  <a:lnTo>
                    <a:pt x="1783" y="416"/>
                  </a:lnTo>
                  <a:lnTo>
                    <a:pt x="1777" y="382"/>
                  </a:lnTo>
                  <a:lnTo>
                    <a:pt x="1729" y="354"/>
                  </a:lnTo>
                  <a:lnTo>
                    <a:pt x="1713" y="351"/>
                  </a:lnTo>
                  <a:lnTo>
                    <a:pt x="1695" y="358"/>
                  </a:lnTo>
                  <a:lnTo>
                    <a:pt x="1661" y="426"/>
                  </a:lnTo>
                  <a:lnTo>
                    <a:pt x="1645" y="462"/>
                  </a:lnTo>
                  <a:lnTo>
                    <a:pt x="1645" y="462"/>
                  </a:lnTo>
                  <a:lnTo>
                    <a:pt x="1645" y="476"/>
                  </a:lnTo>
                  <a:lnTo>
                    <a:pt x="1645" y="486"/>
                  </a:lnTo>
                  <a:lnTo>
                    <a:pt x="1645" y="490"/>
                  </a:lnTo>
                  <a:lnTo>
                    <a:pt x="1645" y="490"/>
                  </a:lnTo>
                  <a:lnTo>
                    <a:pt x="1626" y="496"/>
                  </a:lnTo>
                  <a:lnTo>
                    <a:pt x="1596" y="480"/>
                  </a:lnTo>
                  <a:lnTo>
                    <a:pt x="1562" y="482"/>
                  </a:lnTo>
                  <a:lnTo>
                    <a:pt x="1524" y="462"/>
                  </a:lnTo>
                  <a:lnTo>
                    <a:pt x="1506" y="442"/>
                  </a:lnTo>
                  <a:lnTo>
                    <a:pt x="1464" y="458"/>
                  </a:lnTo>
                  <a:lnTo>
                    <a:pt x="1464" y="458"/>
                  </a:lnTo>
                  <a:lnTo>
                    <a:pt x="1454" y="468"/>
                  </a:lnTo>
                  <a:lnTo>
                    <a:pt x="1442" y="480"/>
                  </a:lnTo>
                  <a:lnTo>
                    <a:pt x="1442" y="480"/>
                  </a:lnTo>
                  <a:lnTo>
                    <a:pt x="1427" y="480"/>
                  </a:lnTo>
                  <a:lnTo>
                    <a:pt x="1413" y="482"/>
                  </a:lnTo>
                  <a:lnTo>
                    <a:pt x="1413" y="482"/>
                  </a:lnTo>
                  <a:lnTo>
                    <a:pt x="1423" y="454"/>
                  </a:lnTo>
                  <a:lnTo>
                    <a:pt x="1427" y="434"/>
                  </a:lnTo>
                  <a:lnTo>
                    <a:pt x="1429" y="428"/>
                  </a:lnTo>
                  <a:lnTo>
                    <a:pt x="1427" y="426"/>
                  </a:lnTo>
                  <a:lnTo>
                    <a:pt x="1427" y="426"/>
                  </a:lnTo>
                  <a:lnTo>
                    <a:pt x="1411" y="414"/>
                  </a:lnTo>
                  <a:lnTo>
                    <a:pt x="1399" y="406"/>
                  </a:lnTo>
                  <a:lnTo>
                    <a:pt x="1399" y="378"/>
                  </a:lnTo>
                  <a:lnTo>
                    <a:pt x="1407" y="360"/>
                  </a:lnTo>
                  <a:lnTo>
                    <a:pt x="1417" y="293"/>
                  </a:lnTo>
                  <a:lnTo>
                    <a:pt x="1407" y="269"/>
                  </a:lnTo>
                  <a:lnTo>
                    <a:pt x="1391" y="247"/>
                  </a:lnTo>
                  <a:lnTo>
                    <a:pt x="1371" y="227"/>
                  </a:lnTo>
                  <a:lnTo>
                    <a:pt x="1341" y="237"/>
                  </a:lnTo>
                  <a:lnTo>
                    <a:pt x="1329" y="249"/>
                  </a:lnTo>
                  <a:lnTo>
                    <a:pt x="1301" y="249"/>
                  </a:lnTo>
                  <a:lnTo>
                    <a:pt x="1301" y="249"/>
                  </a:lnTo>
                  <a:lnTo>
                    <a:pt x="1293" y="243"/>
                  </a:lnTo>
                  <a:lnTo>
                    <a:pt x="1285" y="239"/>
                  </a:lnTo>
                  <a:lnTo>
                    <a:pt x="1281" y="237"/>
                  </a:lnTo>
                  <a:lnTo>
                    <a:pt x="1281" y="237"/>
                  </a:lnTo>
                  <a:lnTo>
                    <a:pt x="1246" y="233"/>
                  </a:lnTo>
                  <a:lnTo>
                    <a:pt x="1246" y="233"/>
                  </a:lnTo>
                  <a:lnTo>
                    <a:pt x="1222" y="219"/>
                  </a:lnTo>
                  <a:lnTo>
                    <a:pt x="1222" y="219"/>
                  </a:lnTo>
                  <a:lnTo>
                    <a:pt x="1196" y="201"/>
                  </a:lnTo>
                  <a:lnTo>
                    <a:pt x="1170" y="201"/>
                  </a:lnTo>
                  <a:lnTo>
                    <a:pt x="1146" y="215"/>
                  </a:lnTo>
                  <a:lnTo>
                    <a:pt x="1122" y="249"/>
                  </a:lnTo>
                  <a:lnTo>
                    <a:pt x="1112" y="275"/>
                  </a:lnTo>
                  <a:lnTo>
                    <a:pt x="1096" y="285"/>
                  </a:lnTo>
                  <a:lnTo>
                    <a:pt x="1064" y="289"/>
                  </a:lnTo>
                  <a:lnTo>
                    <a:pt x="1017" y="275"/>
                  </a:lnTo>
                  <a:lnTo>
                    <a:pt x="995" y="241"/>
                  </a:lnTo>
                  <a:lnTo>
                    <a:pt x="959" y="225"/>
                  </a:lnTo>
                  <a:lnTo>
                    <a:pt x="913" y="213"/>
                  </a:lnTo>
                  <a:lnTo>
                    <a:pt x="893" y="205"/>
                  </a:lnTo>
                  <a:lnTo>
                    <a:pt x="858" y="157"/>
                  </a:lnTo>
                  <a:lnTo>
                    <a:pt x="836" y="115"/>
                  </a:lnTo>
                  <a:lnTo>
                    <a:pt x="836" y="78"/>
                  </a:lnTo>
                  <a:lnTo>
                    <a:pt x="848" y="62"/>
                  </a:lnTo>
                  <a:lnTo>
                    <a:pt x="844" y="40"/>
                  </a:lnTo>
                  <a:lnTo>
                    <a:pt x="820" y="24"/>
                  </a:lnTo>
                  <a:lnTo>
                    <a:pt x="820" y="0"/>
                  </a:lnTo>
                  <a:lnTo>
                    <a:pt x="754" y="18"/>
                  </a:lnTo>
                  <a:lnTo>
                    <a:pt x="698" y="34"/>
                  </a:lnTo>
                  <a:lnTo>
                    <a:pt x="661" y="74"/>
                  </a:lnTo>
                  <a:lnTo>
                    <a:pt x="639" y="143"/>
                  </a:lnTo>
                  <a:lnTo>
                    <a:pt x="531" y="245"/>
                  </a:lnTo>
                  <a:lnTo>
                    <a:pt x="483" y="257"/>
                  </a:lnTo>
                  <a:lnTo>
                    <a:pt x="462" y="213"/>
                  </a:lnTo>
                  <a:lnTo>
                    <a:pt x="436" y="143"/>
                  </a:lnTo>
                  <a:lnTo>
                    <a:pt x="386" y="117"/>
                  </a:lnTo>
                  <a:lnTo>
                    <a:pt x="352" y="66"/>
                  </a:lnTo>
                  <a:lnTo>
                    <a:pt x="298" y="32"/>
                  </a:lnTo>
                  <a:lnTo>
                    <a:pt x="179" y="38"/>
                  </a:lnTo>
                  <a:lnTo>
                    <a:pt x="153" y="52"/>
                  </a:lnTo>
                  <a:lnTo>
                    <a:pt x="147" y="84"/>
                  </a:lnTo>
                  <a:lnTo>
                    <a:pt x="86" y="141"/>
                  </a:lnTo>
                  <a:lnTo>
                    <a:pt x="28" y="137"/>
                  </a:lnTo>
                  <a:lnTo>
                    <a:pt x="0" y="155"/>
                  </a:lnTo>
                  <a:lnTo>
                    <a:pt x="0" y="167"/>
                  </a:lnTo>
                  <a:lnTo>
                    <a:pt x="34" y="327"/>
                  </a:lnTo>
                  <a:lnTo>
                    <a:pt x="16" y="378"/>
                  </a:lnTo>
                  <a:lnTo>
                    <a:pt x="10" y="416"/>
                  </a:lnTo>
                  <a:lnTo>
                    <a:pt x="34" y="446"/>
                  </a:lnTo>
                  <a:lnTo>
                    <a:pt x="56" y="486"/>
                  </a:lnTo>
                  <a:lnTo>
                    <a:pt x="58" y="524"/>
                  </a:lnTo>
                  <a:lnTo>
                    <a:pt x="24" y="637"/>
                  </a:lnTo>
                  <a:lnTo>
                    <a:pt x="34" y="661"/>
                  </a:lnTo>
                  <a:lnTo>
                    <a:pt x="80" y="707"/>
                  </a:lnTo>
                  <a:lnTo>
                    <a:pt x="129" y="737"/>
                  </a:lnTo>
                  <a:lnTo>
                    <a:pt x="139" y="769"/>
                  </a:lnTo>
                  <a:lnTo>
                    <a:pt x="121" y="797"/>
                  </a:lnTo>
                  <a:lnTo>
                    <a:pt x="90" y="851"/>
                  </a:lnTo>
                  <a:lnTo>
                    <a:pt x="98" y="892"/>
                  </a:lnTo>
                  <a:lnTo>
                    <a:pt x="92" y="930"/>
                  </a:lnTo>
                  <a:lnTo>
                    <a:pt x="84" y="954"/>
                  </a:lnTo>
                  <a:lnTo>
                    <a:pt x="84" y="954"/>
                  </a:lnTo>
                  <a:lnTo>
                    <a:pt x="99" y="974"/>
                  </a:lnTo>
                  <a:lnTo>
                    <a:pt x="111" y="986"/>
                  </a:lnTo>
                  <a:lnTo>
                    <a:pt x="119" y="994"/>
                  </a:lnTo>
                  <a:lnTo>
                    <a:pt x="119" y="994"/>
                  </a:lnTo>
                  <a:lnTo>
                    <a:pt x="169" y="1010"/>
                  </a:lnTo>
                  <a:lnTo>
                    <a:pt x="215" y="1028"/>
                  </a:lnTo>
                  <a:lnTo>
                    <a:pt x="279" y="1056"/>
                  </a:lnTo>
                  <a:lnTo>
                    <a:pt x="300" y="1090"/>
                  </a:lnTo>
                  <a:lnTo>
                    <a:pt x="350" y="1189"/>
                  </a:lnTo>
                  <a:lnTo>
                    <a:pt x="376" y="1217"/>
                  </a:lnTo>
                  <a:lnTo>
                    <a:pt x="406" y="1255"/>
                  </a:lnTo>
                  <a:lnTo>
                    <a:pt x="422" y="1305"/>
                  </a:lnTo>
                  <a:lnTo>
                    <a:pt x="470" y="1438"/>
                  </a:lnTo>
                  <a:lnTo>
                    <a:pt x="482" y="1494"/>
                  </a:lnTo>
                  <a:lnTo>
                    <a:pt x="503" y="1518"/>
                  </a:lnTo>
                  <a:lnTo>
                    <a:pt x="565" y="1518"/>
                  </a:lnTo>
                  <a:lnTo>
                    <a:pt x="653" y="1518"/>
                  </a:lnTo>
                  <a:lnTo>
                    <a:pt x="653" y="1518"/>
                  </a:lnTo>
                  <a:lnTo>
                    <a:pt x="665" y="1530"/>
                  </a:lnTo>
                  <a:lnTo>
                    <a:pt x="676" y="1542"/>
                  </a:lnTo>
                  <a:lnTo>
                    <a:pt x="676" y="1542"/>
                  </a:lnTo>
                  <a:lnTo>
                    <a:pt x="682" y="1560"/>
                  </a:lnTo>
                  <a:lnTo>
                    <a:pt x="686" y="1570"/>
                  </a:lnTo>
                  <a:lnTo>
                    <a:pt x="688" y="1574"/>
                  </a:lnTo>
                  <a:lnTo>
                    <a:pt x="690" y="1576"/>
                  </a:lnTo>
                  <a:lnTo>
                    <a:pt x="690" y="1576"/>
                  </a:lnTo>
                  <a:lnTo>
                    <a:pt x="730" y="1578"/>
                  </a:lnTo>
                  <a:lnTo>
                    <a:pt x="758" y="1566"/>
                  </a:lnTo>
                  <a:lnTo>
                    <a:pt x="794" y="1572"/>
                  </a:lnTo>
                  <a:lnTo>
                    <a:pt x="848" y="1600"/>
                  </a:lnTo>
                  <a:lnTo>
                    <a:pt x="875" y="1628"/>
                  </a:lnTo>
                  <a:lnTo>
                    <a:pt x="885" y="1656"/>
                  </a:lnTo>
                  <a:lnTo>
                    <a:pt x="903" y="1713"/>
                  </a:lnTo>
                  <a:lnTo>
                    <a:pt x="901" y="1759"/>
                  </a:lnTo>
                  <a:lnTo>
                    <a:pt x="903" y="1793"/>
                  </a:lnTo>
                  <a:lnTo>
                    <a:pt x="937" y="1817"/>
                  </a:lnTo>
                  <a:lnTo>
                    <a:pt x="933" y="1857"/>
                  </a:lnTo>
                  <a:lnTo>
                    <a:pt x="933" y="1857"/>
                  </a:lnTo>
                  <a:lnTo>
                    <a:pt x="937" y="1873"/>
                  </a:lnTo>
                  <a:lnTo>
                    <a:pt x="941" y="1883"/>
                  </a:lnTo>
                  <a:lnTo>
                    <a:pt x="943" y="1887"/>
                  </a:lnTo>
                  <a:lnTo>
                    <a:pt x="943" y="1887"/>
                  </a:lnTo>
                  <a:lnTo>
                    <a:pt x="1011" y="1913"/>
                  </a:lnTo>
                  <a:lnTo>
                    <a:pt x="1015" y="1921"/>
                  </a:lnTo>
                  <a:lnTo>
                    <a:pt x="1015" y="1921"/>
                  </a:lnTo>
                  <a:lnTo>
                    <a:pt x="1047" y="1921"/>
                  </a:lnTo>
                  <a:lnTo>
                    <a:pt x="1055" y="1909"/>
                  </a:lnTo>
                  <a:lnTo>
                    <a:pt x="1055" y="1873"/>
                  </a:lnTo>
                  <a:lnTo>
                    <a:pt x="1078" y="1825"/>
                  </a:lnTo>
                  <a:lnTo>
                    <a:pt x="1120" y="1779"/>
                  </a:lnTo>
                  <a:lnTo>
                    <a:pt x="1142" y="1747"/>
                  </a:lnTo>
                  <a:lnTo>
                    <a:pt x="1176" y="1735"/>
                  </a:lnTo>
                  <a:lnTo>
                    <a:pt x="1212" y="1705"/>
                  </a:lnTo>
                  <a:lnTo>
                    <a:pt x="1220" y="1687"/>
                  </a:lnTo>
                  <a:lnTo>
                    <a:pt x="1220" y="1687"/>
                  </a:lnTo>
                  <a:lnTo>
                    <a:pt x="1218" y="1677"/>
                  </a:lnTo>
                  <a:lnTo>
                    <a:pt x="1218" y="1670"/>
                  </a:lnTo>
                  <a:lnTo>
                    <a:pt x="1218" y="1668"/>
                  </a:lnTo>
                  <a:lnTo>
                    <a:pt x="1220" y="1666"/>
                  </a:lnTo>
                  <a:lnTo>
                    <a:pt x="1220" y="1666"/>
                  </a:lnTo>
                  <a:lnTo>
                    <a:pt x="1246" y="1654"/>
                  </a:lnTo>
                  <a:lnTo>
                    <a:pt x="1265" y="1644"/>
                  </a:lnTo>
                  <a:lnTo>
                    <a:pt x="1295" y="1608"/>
                  </a:lnTo>
                  <a:lnTo>
                    <a:pt x="1327" y="1588"/>
                  </a:lnTo>
                  <a:lnTo>
                    <a:pt x="1343" y="1588"/>
                  </a:lnTo>
                  <a:lnTo>
                    <a:pt x="1373" y="1600"/>
                  </a:lnTo>
                  <a:lnTo>
                    <a:pt x="1389" y="1604"/>
                  </a:lnTo>
                  <a:lnTo>
                    <a:pt x="1423" y="1604"/>
                  </a:lnTo>
                  <a:lnTo>
                    <a:pt x="1446" y="1602"/>
                  </a:lnTo>
                  <a:lnTo>
                    <a:pt x="1478" y="1624"/>
                  </a:lnTo>
                  <a:lnTo>
                    <a:pt x="1524" y="1668"/>
                  </a:lnTo>
                  <a:lnTo>
                    <a:pt x="1546" y="1672"/>
                  </a:lnTo>
                  <a:lnTo>
                    <a:pt x="1562" y="1709"/>
                  </a:lnTo>
                  <a:lnTo>
                    <a:pt x="1598" y="1733"/>
                  </a:lnTo>
                  <a:lnTo>
                    <a:pt x="1659" y="1741"/>
                  </a:lnTo>
                  <a:lnTo>
                    <a:pt x="1711" y="1745"/>
                  </a:lnTo>
                  <a:lnTo>
                    <a:pt x="1747" y="1739"/>
                  </a:lnTo>
                  <a:lnTo>
                    <a:pt x="1793" y="1749"/>
                  </a:lnTo>
                  <a:lnTo>
                    <a:pt x="1822" y="1767"/>
                  </a:lnTo>
                  <a:lnTo>
                    <a:pt x="1860" y="1767"/>
                  </a:lnTo>
                  <a:lnTo>
                    <a:pt x="1884" y="1765"/>
                  </a:lnTo>
                  <a:lnTo>
                    <a:pt x="1888" y="1745"/>
                  </a:lnTo>
                  <a:lnTo>
                    <a:pt x="1908" y="1723"/>
                  </a:lnTo>
                  <a:lnTo>
                    <a:pt x="1930" y="1713"/>
                  </a:lnTo>
                  <a:lnTo>
                    <a:pt x="1966" y="1691"/>
                  </a:lnTo>
                  <a:lnTo>
                    <a:pt x="1992" y="1670"/>
                  </a:lnTo>
                  <a:lnTo>
                    <a:pt x="2008" y="1644"/>
                  </a:lnTo>
                  <a:lnTo>
                    <a:pt x="2008" y="1626"/>
                  </a:lnTo>
                  <a:lnTo>
                    <a:pt x="2008" y="1626"/>
                  </a:lnTo>
                  <a:lnTo>
                    <a:pt x="2023" y="1614"/>
                  </a:lnTo>
                  <a:lnTo>
                    <a:pt x="2037" y="1600"/>
                  </a:lnTo>
                  <a:lnTo>
                    <a:pt x="2037" y="1600"/>
                  </a:lnTo>
                  <a:lnTo>
                    <a:pt x="2079" y="1558"/>
                  </a:lnTo>
                  <a:lnTo>
                    <a:pt x="2103" y="1538"/>
                  </a:lnTo>
                  <a:lnTo>
                    <a:pt x="2125" y="1532"/>
                  </a:lnTo>
                  <a:lnTo>
                    <a:pt x="2137" y="1552"/>
                  </a:lnTo>
                  <a:lnTo>
                    <a:pt x="2131" y="1600"/>
                  </a:lnTo>
                  <a:lnTo>
                    <a:pt x="2149" y="1614"/>
                  </a:lnTo>
                  <a:lnTo>
                    <a:pt x="2149" y="1640"/>
                  </a:lnTo>
                  <a:lnTo>
                    <a:pt x="2149" y="1666"/>
                  </a:lnTo>
                  <a:lnTo>
                    <a:pt x="2179" y="1662"/>
                  </a:lnTo>
                  <a:lnTo>
                    <a:pt x="2197" y="1644"/>
                  </a:lnTo>
                  <a:lnTo>
                    <a:pt x="2218" y="1636"/>
                  </a:lnTo>
                  <a:lnTo>
                    <a:pt x="2296" y="1616"/>
                  </a:lnTo>
                  <a:lnTo>
                    <a:pt x="2340" y="1588"/>
                  </a:lnTo>
                  <a:lnTo>
                    <a:pt x="2352" y="1568"/>
                  </a:lnTo>
                  <a:lnTo>
                    <a:pt x="2386" y="1552"/>
                  </a:lnTo>
                  <a:lnTo>
                    <a:pt x="2407" y="1536"/>
                  </a:lnTo>
                  <a:lnTo>
                    <a:pt x="2439" y="1512"/>
                  </a:lnTo>
                  <a:lnTo>
                    <a:pt x="2461" y="1496"/>
                  </a:lnTo>
                  <a:lnTo>
                    <a:pt x="2489" y="1464"/>
                  </a:lnTo>
                  <a:lnTo>
                    <a:pt x="2487" y="1460"/>
                  </a:lnTo>
                  <a:lnTo>
                    <a:pt x="2487" y="1407"/>
                  </a:lnTo>
                  <a:lnTo>
                    <a:pt x="2509" y="1369"/>
                  </a:lnTo>
                  <a:lnTo>
                    <a:pt x="2509" y="1369"/>
                  </a:lnTo>
                  <a:lnTo>
                    <a:pt x="2509" y="1351"/>
                  </a:lnTo>
                  <a:lnTo>
                    <a:pt x="2507" y="1337"/>
                  </a:lnTo>
                  <a:lnTo>
                    <a:pt x="2505" y="1327"/>
                  </a:lnTo>
                  <a:lnTo>
                    <a:pt x="2505" y="1327"/>
                  </a:lnTo>
                  <a:lnTo>
                    <a:pt x="2499" y="1307"/>
                  </a:lnTo>
                  <a:lnTo>
                    <a:pt x="2495" y="1289"/>
                  </a:lnTo>
                  <a:lnTo>
                    <a:pt x="2495" y="1289"/>
                  </a:lnTo>
                  <a:lnTo>
                    <a:pt x="2483" y="1251"/>
                  </a:lnTo>
                  <a:lnTo>
                    <a:pt x="2485" y="1189"/>
                  </a:lnTo>
                  <a:lnTo>
                    <a:pt x="2485" y="1155"/>
                  </a:lnTo>
                  <a:lnTo>
                    <a:pt x="2453" y="1122"/>
                  </a:lnTo>
                  <a:lnTo>
                    <a:pt x="2449" y="1094"/>
                  </a:lnTo>
                  <a:lnTo>
                    <a:pt x="2457" y="1066"/>
                  </a:lnTo>
                  <a:lnTo>
                    <a:pt x="2493" y="1018"/>
                  </a:lnTo>
                  <a:lnTo>
                    <a:pt x="2523" y="952"/>
                  </a:lnTo>
                  <a:lnTo>
                    <a:pt x="2529" y="928"/>
                  </a:lnTo>
                  <a:lnTo>
                    <a:pt x="2529" y="894"/>
                  </a:lnTo>
                  <a:lnTo>
                    <a:pt x="2527" y="867"/>
                  </a:lnTo>
                  <a:lnTo>
                    <a:pt x="2543" y="837"/>
                  </a:lnTo>
                  <a:lnTo>
                    <a:pt x="2559" y="809"/>
                  </a:lnTo>
                  <a:lnTo>
                    <a:pt x="2555" y="769"/>
                  </a:lnTo>
                  <a:lnTo>
                    <a:pt x="2567" y="749"/>
                  </a:lnTo>
                  <a:lnTo>
                    <a:pt x="2614" y="727"/>
                  </a:lnTo>
                  <a:lnTo>
                    <a:pt x="2648" y="683"/>
                  </a:lnTo>
                  <a:lnTo>
                    <a:pt x="2674" y="653"/>
                  </a:lnTo>
                  <a:lnTo>
                    <a:pt x="2674" y="653"/>
                  </a:lnTo>
                  <a:lnTo>
                    <a:pt x="2676" y="614"/>
                  </a:lnTo>
                  <a:lnTo>
                    <a:pt x="2676" y="614"/>
                  </a:lnTo>
                  <a:lnTo>
                    <a:pt x="2680" y="580"/>
                  </a:lnTo>
                  <a:lnTo>
                    <a:pt x="2680" y="580"/>
                  </a:lnTo>
                  <a:lnTo>
                    <a:pt x="2690" y="552"/>
                  </a:lnTo>
                  <a:lnTo>
                    <a:pt x="2674" y="51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55" name="Freeform 17">
              <a:extLst>
                <a:ext uri="{FF2B5EF4-FFF2-40B4-BE49-F238E27FC236}">
                  <a16:creationId xmlns:a16="http://schemas.microsoft.com/office/drawing/2014/main" id="{38836324-2C29-A1CE-E997-C8F48088C1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175" y="9309100"/>
              <a:ext cx="2524125" cy="2533650"/>
            </a:xfrm>
            <a:custGeom>
              <a:avLst/>
              <a:gdLst>
                <a:gd name="T0" fmla="*/ 1453 w 1590"/>
                <a:gd name="T1" fmla="*/ 151 h 1596"/>
                <a:gd name="T2" fmla="*/ 1304 w 1590"/>
                <a:gd name="T3" fmla="*/ 145 h 1596"/>
                <a:gd name="T4" fmla="*/ 1230 w 1590"/>
                <a:gd name="T5" fmla="*/ 80 h 1596"/>
                <a:gd name="T6" fmla="*/ 1129 w 1590"/>
                <a:gd name="T7" fmla="*/ 16 h 1596"/>
                <a:gd name="T8" fmla="*/ 1049 w 1590"/>
                <a:gd name="T9" fmla="*/ 0 h 1596"/>
                <a:gd name="T10" fmla="*/ 971 w 1590"/>
                <a:gd name="T11" fmla="*/ 56 h 1596"/>
                <a:gd name="T12" fmla="*/ 926 w 1590"/>
                <a:gd name="T13" fmla="*/ 78 h 1596"/>
                <a:gd name="T14" fmla="*/ 924 w 1590"/>
                <a:gd name="T15" fmla="*/ 82 h 1596"/>
                <a:gd name="T16" fmla="*/ 918 w 1590"/>
                <a:gd name="T17" fmla="*/ 117 h 1596"/>
                <a:gd name="T18" fmla="*/ 826 w 1590"/>
                <a:gd name="T19" fmla="*/ 191 h 1596"/>
                <a:gd name="T20" fmla="*/ 761 w 1590"/>
                <a:gd name="T21" fmla="*/ 321 h 1596"/>
                <a:gd name="T22" fmla="*/ 721 w 1590"/>
                <a:gd name="T23" fmla="*/ 333 h 1596"/>
                <a:gd name="T24" fmla="*/ 681 w 1590"/>
                <a:gd name="T25" fmla="*/ 456 h 1596"/>
                <a:gd name="T26" fmla="*/ 615 w 1590"/>
                <a:gd name="T27" fmla="*/ 667 h 1596"/>
                <a:gd name="T28" fmla="*/ 502 w 1590"/>
                <a:gd name="T29" fmla="*/ 741 h 1596"/>
                <a:gd name="T30" fmla="*/ 353 w 1590"/>
                <a:gd name="T31" fmla="*/ 775 h 1596"/>
                <a:gd name="T32" fmla="*/ 235 w 1590"/>
                <a:gd name="T33" fmla="*/ 851 h 1596"/>
                <a:gd name="T34" fmla="*/ 162 w 1590"/>
                <a:gd name="T35" fmla="*/ 940 h 1596"/>
                <a:gd name="T36" fmla="*/ 6 w 1590"/>
                <a:gd name="T37" fmla="*/ 1020 h 1596"/>
                <a:gd name="T38" fmla="*/ 38 w 1590"/>
                <a:gd name="T39" fmla="*/ 1191 h 1596"/>
                <a:gd name="T40" fmla="*/ 72 w 1590"/>
                <a:gd name="T41" fmla="*/ 1227 h 1596"/>
                <a:gd name="T42" fmla="*/ 86 w 1590"/>
                <a:gd name="T43" fmla="*/ 1251 h 1596"/>
                <a:gd name="T44" fmla="*/ 102 w 1590"/>
                <a:gd name="T45" fmla="*/ 1389 h 1596"/>
                <a:gd name="T46" fmla="*/ 146 w 1590"/>
                <a:gd name="T47" fmla="*/ 1536 h 1596"/>
                <a:gd name="T48" fmla="*/ 144 w 1590"/>
                <a:gd name="T49" fmla="*/ 1584 h 1596"/>
                <a:gd name="T50" fmla="*/ 219 w 1590"/>
                <a:gd name="T51" fmla="*/ 1576 h 1596"/>
                <a:gd name="T52" fmla="*/ 273 w 1590"/>
                <a:gd name="T53" fmla="*/ 1546 h 1596"/>
                <a:gd name="T54" fmla="*/ 287 w 1590"/>
                <a:gd name="T55" fmla="*/ 1524 h 1596"/>
                <a:gd name="T56" fmla="*/ 317 w 1590"/>
                <a:gd name="T57" fmla="*/ 1514 h 1596"/>
                <a:gd name="T58" fmla="*/ 345 w 1590"/>
                <a:gd name="T59" fmla="*/ 1492 h 1596"/>
                <a:gd name="T60" fmla="*/ 351 w 1590"/>
                <a:gd name="T61" fmla="*/ 1478 h 1596"/>
                <a:gd name="T62" fmla="*/ 398 w 1590"/>
                <a:gd name="T63" fmla="*/ 1454 h 1596"/>
                <a:gd name="T64" fmla="*/ 510 w 1590"/>
                <a:gd name="T65" fmla="*/ 1440 h 1596"/>
                <a:gd name="T66" fmla="*/ 685 w 1590"/>
                <a:gd name="T67" fmla="*/ 1448 h 1596"/>
                <a:gd name="T68" fmla="*/ 753 w 1590"/>
                <a:gd name="T69" fmla="*/ 1416 h 1596"/>
                <a:gd name="T70" fmla="*/ 826 w 1590"/>
                <a:gd name="T71" fmla="*/ 1367 h 1596"/>
                <a:gd name="T72" fmla="*/ 876 w 1590"/>
                <a:gd name="T73" fmla="*/ 1333 h 1596"/>
                <a:gd name="T74" fmla="*/ 886 w 1590"/>
                <a:gd name="T75" fmla="*/ 1287 h 1596"/>
                <a:gd name="T76" fmla="*/ 934 w 1590"/>
                <a:gd name="T77" fmla="*/ 1257 h 1596"/>
                <a:gd name="T78" fmla="*/ 989 w 1590"/>
                <a:gd name="T79" fmla="*/ 1163 h 1596"/>
                <a:gd name="T80" fmla="*/ 1005 w 1590"/>
                <a:gd name="T81" fmla="*/ 1136 h 1596"/>
                <a:gd name="T82" fmla="*/ 1037 w 1590"/>
                <a:gd name="T83" fmla="*/ 1022 h 1596"/>
                <a:gd name="T84" fmla="*/ 1146 w 1590"/>
                <a:gd name="T85" fmla="*/ 962 h 1596"/>
                <a:gd name="T86" fmla="*/ 1158 w 1590"/>
                <a:gd name="T87" fmla="*/ 936 h 1596"/>
                <a:gd name="T88" fmla="*/ 1172 w 1590"/>
                <a:gd name="T89" fmla="*/ 849 h 1596"/>
                <a:gd name="T90" fmla="*/ 1280 w 1590"/>
                <a:gd name="T91" fmla="*/ 723 h 1596"/>
                <a:gd name="T92" fmla="*/ 1326 w 1590"/>
                <a:gd name="T93" fmla="*/ 671 h 1596"/>
                <a:gd name="T94" fmla="*/ 1379 w 1590"/>
                <a:gd name="T95" fmla="*/ 592 h 1596"/>
                <a:gd name="T96" fmla="*/ 1397 w 1590"/>
                <a:gd name="T97" fmla="*/ 546 h 1596"/>
                <a:gd name="T98" fmla="*/ 1409 w 1590"/>
                <a:gd name="T99" fmla="*/ 478 h 1596"/>
                <a:gd name="T100" fmla="*/ 1427 w 1590"/>
                <a:gd name="T101" fmla="*/ 426 h 1596"/>
                <a:gd name="T102" fmla="*/ 1463 w 1590"/>
                <a:gd name="T103" fmla="*/ 382 h 1596"/>
                <a:gd name="T104" fmla="*/ 1566 w 1590"/>
                <a:gd name="T105" fmla="*/ 213 h 1596"/>
                <a:gd name="T106" fmla="*/ 1566 w 1590"/>
                <a:gd name="T107" fmla="*/ 179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90" h="1596">
                  <a:moveTo>
                    <a:pt x="1528" y="179"/>
                  </a:moveTo>
                  <a:lnTo>
                    <a:pt x="1499" y="161"/>
                  </a:lnTo>
                  <a:lnTo>
                    <a:pt x="1453" y="151"/>
                  </a:lnTo>
                  <a:lnTo>
                    <a:pt x="1417" y="157"/>
                  </a:lnTo>
                  <a:lnTo>
                    <a:pt x="1365" y="153"/>
                  </a:lnTo>
                  <a:lnTo>
                    <a:pt x="1304" y="145"/>
                  </a:lnTo>
                  <a:lnTo>
                    <a:pt x="1268" y="121"/>
                  </a:lnTo>
                  <a:lnTo>
                    <a:pt x="1252" y="84"/>
                  </a:lnTo>
                  <a:lnTo>
                    <a:pt x="1230" y="80"/>
                  </a:lnTo>
                  <a:lnTo>
                    <a:pt x="1184" y="36"/>
                  </a:lnTo>
                  <a:lnTo>
                    <a:pt x="1152" y="14"/>
                  </a:lnTo>
                  <a:lnTo>
                    <a:pt x="1129" y="16"/>
                  </a:lnTo>
                  <a:lnTo>
                    <a:pt x="1095" y="16"/>
                  </a:lnTo>
                  <a:lnTo>
                    <a:pt x="1079" y="12"/>
                  </a:lnTo>
                  <a:lnTo>
                    <a:pt x="1049" y="0"/>
                  </a:lnTo>
                  <a:lnTo>
                    <a:pt x="1033" y="0"/>
                  </a:lnTo>
                  <a:lnTo>
                    <a:pt x="1001" y="20"/>
                  </a:lnTo>
                  <a:lnTo>
                    <a:pt x="971" y="56"/>
                  </a:lnTo>
                  <a:lnTo>
                    <a:pt x="971" y="56"/>
                  </a:lnTo>
                  <a:lnTo>
                    <a:pt x="952" y="66"/>
                  </a:lnTo>
                  <a:lnTo>
                    <a:pt x="926" y="78"/>
                  </a:lnTo>
                  <a:lnTo>
                    <a:pt x="926" y="78"/>
                  </a:lnTo>
                  <a:lnTo>
                    <a:pt x="924" y="80"/>
                  </a:lnTo>
                  <a:lnTo>
                    <a:pt x="924" y="82"/>
                  </a:lnTo>
                  <a:lnTo>
                    <a:pt x="924" y="89"/>
                  </a:lnTo>
                  <a:lnTo>
                    <a:pt x="926" y="99"/>
                  </a:lnTo>
                  <a:lnTo>
                    <a:pt x="918" y="117"/>
                  </a:lnTo>
                  <a:lnTo>
                    <a:pt x="882" y="147"/>
                  </a:lnTo>
                  <a:lnTo>
                    <a:pt x="848" y="159"/>
                  </a:lnTo>
                  <a:lnTo>
                    <a:pt x="826" y="191"/>
                  </a:lnTo>
                  <a:lnTo>
                    <a:pt x="784" y="237"/>
                  </a:lnTo>
                  <a:lnTo>
                    <a:pt x="761" y="285"/>
                  </a:lnTo>
                  <a:lnTo>
                    <a:pt x="761" y="321"/>
                  </a:lnTo>
                  <a:lnTo>
                    <a:pt x="753" y="333"/>
                  </a:lnTo>
                  <a:lnTo>
                    <a:pt x="721" y="333"/>
                  </a:lnTo>
                  <a:lnTo>
                    <a:pt x="721" y="333"/>
                  </a:lnTo>
                  <a:lnTo>
                    <a:pt x="725" y="347"/>
                  </a:lnTo>
                  <a:lnTo>
                    <a:pt x="715" y="380"/>
                  </a:lnTo>
                  <a:lnTo>
                    <a:pt x="681" y="456"/>
                  </a:lnTo>
                  <a:lnTo>
                    <a:pt x="643" y="524"/>
                  </a:lnTo>
                  <a:lnTo>
                    <a:pt x="637" y="568"/>
                  </a:lnTo>
                  <a:lnTo>
                    <a:pt x="615" y="667"/>
                  </a:lnTo>
                  <a:lnTo>
                    <a:pt x="609" y="719"/>
                  </a:lnTo>
                  <a:lnTo>
                    <a:pt x="579" y="741"/>
                  </a:lnTo>
                  <a:lnTo>
                    <a:pt x="502" y="741"/>
                  </a:lnTo>
                  <a:lnTo>
                    <a:pt x="444" y="753"/>
                  </a:lnTo>
                  <a:lnTo>
                    <a:pt x="412" y="773"/>
                  </a:lnTo>
                  <a:lnTo>
                    <a:pt x="353" y="775"/>
                  </a:lnTo>
                  <a:lnTo>
                    <a:pt x="315" y="775"/>
                  </a:lnTo>
                  <a:lnTo>
                    <a:pt x="267" y="805"/>
                  </a:lnTo>
                  <a:lnTo>
                    <a:pt x="235" y="851"/>
                  </a:lnTo>
                  <a:lnTo>
                    <a:pt x="235" y="884"/>
                  </a:lnTo>
                  <a:lnTo>
                    <a:pt x="219" y="930"/>
                  </a:lnTo>
                  <a:lnTo>
                    <a:pt x="162" y="940"/>
                  </a:lnTo>
                  <a:lnTo>
                    <a:pt x="64" y="966"/>
                  </a:lnTo>
                  <a:lnTo>
                    <a:pt x="26" y="984"/>
                  </a:lnTo>
                  <a:lnTo>
                    <a:pt x="6" y="1020"/>
                  </a:lnTo>
                  <a:lnTo>
                    <a:pt x="0" y="1072"/>
                  </a:lnTo>
                  <a:lnTo>
                    <a:pt x="14" y="1139"/>
                  </a:lnTo>
                  <a:lnTo>
                    <a:pt x="38" y="1191"/>
                  </a:lnTo>
                  <a:lnTo>
                    <a:pt x="38" y="1191"/>
                  </a:lnTo>
                  <a:lnTo>
                    <a:pt x="54" y="1207"/>
                  </a:lnTo>
                  <a:lnTo>
                    <a:pt x="72" y="1227"/>
                  </a:lnTo>
                  <a:lnTo>
                    <a:pt x="72" y="1227"/>
                  </a:lnTo>
                  <a:lnTo>
                    <a:pt x="78" y="1235"/>
                  </a:lnTo>
                  <a:lnTo>
                    <a:pt x="86" y="1251"/>
                  </a:lnTo>
                  <a:lnTo>
                    <a:pt x="96" y="1275"/>
                  </a:lnTo>
                  <a:lnTo>
                    <a:pt x="100" y="1327"/>
                  </a:lnTo>
                  <a:lnTo>
                    <a:pt x="102" y="1389"/>
                  </a:lnTo>
                  <a:lnTo>
                    <a:pt x="108" y="1460"/>
                  </a:lnTo>
                  <a:lnTo>
                    <a:pt x="132" y="1512"/>
                  </a:lnTo>
                  <a:lnTo>
                    <a:pt x="146" y="1536"/>
                  </a:lnTo>
                  <a:lnTo>
                    <a:pt x="140" y="1576"/>
                  </a:lnTo>
                  <a:lnTo>
                    <a:pt x="144" y="1584"/>
                  </a:lnTo>
                  <a:lnTo>
                    <a:pt x="144" y="1584"/>
                  </a:lnTo>
                  <a:lnTo>
                    <a:pt x="164" y="1584"/>
                  </a:lnTo>
                  <a:lnTo>
                    <a:pt x="189" y="1596"/>
                  </a:lnTo>
                  <a:lnTo>
                    <a:pt x="219" y="1576"/>
                  </a:lnTo>
                  <a:lnTo>
                    <a:pt x="253" y="1558"/>
                  </a:lnTo>
                  <a:lnTo>
                    <a:pt x="273" y="1546"/>
                  </a:lnTo>
                  <a:lnTo>
                    <a:pt x="273" y="1546"/>
                  </a:lnTo>
                  <a:lnTo>
                    <a:pt x="279" y="1536"/>
                  </a:lnTo>
                  <a:lnTo>
                    <a:pt x="287" y="1524"/>
                  </a:lnTo>
                  <a:lnTo>
                    <a:pt x="287" y="1524"/>
                  </a:lnTo>
                  <a:lnTo>
                    <a:pt x="293" y="1520"/>
                  </a:lnTo>
                  <a:lnTo>
                    <a:pt x="303" y="1518"/>
                  </a:lnTo>
                  <a:lnTo>
                    <a:pt x="317" y="1514"/>
                  </a:lnTo>
                  <a:lnTo>
                    <a:pt x="341" y="1504"/>
                  </a:lnTo>
                  <a:lnTo>
                    <a:pt x="341" y="1504"/>
                  </a:lnTo>
                  <a:lnTo>
                    <a:pt x="345" y="1492"/>
                  </a:lnTo>
                  <a:lnTo>
                    <a:pt x="349" y="1482"/>
                  </a:lnTo>
                  <a:lnTo>
                    <a:pt x="351" y="1478"/>
                  </a:lnTo>
                  <a:lnTo>
                    <a:pt x="351" y="1478"/>
                  </a:lnTo>
                  <a:lnTo>
                    <a:pt x="375" y="1464"/>
                  </a:lnTo>
                  <a:lnTo>
                    <a:pt x="375" y="1464"/>
                  </a:lnTo>
                  <a:lnTo>
                    <a:pt x="398" y="1454"/>
                  </a:lnTo>
                  <a:lnTo>
                    <a:pt x="452" y="1454"/>
                  </a:lnTo>
                  <a:lnTo>
                    <a:pt x="488" y="1448"/>
                  </a:lnTo>
                  <a:lnTo>
                    <a:pt x="510" y="1440"/>
                  </a:lnTo>
                  <a:lnTo>
                    <a:pt x="613" y="1440"/>
                  </a:lnTo>
                  <a:lnTo>
                    <a:pt x="659" y="1440"/>
                  </a:lnTo>
                  <a:lnTo>
                    <a:pt x="685" y="1448"/>
                  </a:lnTo>
                  <a:lnTo>
                    <a:pt x="707" y="1462"/>
                  </a:lnTo>
                  <a:lnTo>
                    <a:pt x="731" y="1470"/>
                  </a:lnTo>
                  <a:lnTo>
                    <a:pt x="753" y="1416"/>
                  </a:lnTo>
                  <a:lnTo>
                    <a:pt x="766" y="1387"/>
                  </a:lnTo>
                  <a:lnTo>
                    <a:pt x="788" y="1367"/>
                  </a:lnTo>
                  <a:lnTo>
                    <a:pt x="826" y="1367"/>
                  </a:lnTo>
                  <a:lnTo>
                    <a:pt x="856" y="1367"/>
                  </a:lnTo>
                  <a:lnTo>
                    <a:pt x="878" y="1357"/>
                  </a:lnTo>
                  <a:lnTo>
                    <a:pt x="876" y="1333"/>
                  </a:lnTo>
                  <a:lnTo>
                    <a:pt x="872" y="1311"/>
                  </a:lnTo>
                  <a:lnTo>
                    <a:pt x="886" y="1287"/>
                  </a:lnTo>
                  <a:lnTo>
                    <a:pt x="886" y="1287"/>
                  </a:lnTo>
                  <a:lnTo>
                    <a:pt x="912" y="1275"/>
                  </a:lnTo>
                  <a:lnTo>
                    <a:pt x="912" y="1275"/>
                  </a:lnTo>
                  <a:lnTo>
                    <a:pt x="934" y="1257"/>
                  </a:lnTo>
                  <a:lnTo>
                    <a:pt x="946" y="1223"/>
                  </a:lnTo>
                  <a:lnTo>
                    <a:pt x="959" y="1187"/>
                  </a:lnTo>
                  <a:lnTo>
                    <a:pt x="989" y="1163"/>
                  </a:lnTo>
                  <a:lnTo>
                    <a:pt x="989" y="1163"/>
                  </a:lnTo>
                  <a:lnTo>
                    <a:pt x="1005" y="1136"/>
                  </a:lnTo>
                  <a:lnTo>
                    <a:pt x="1005" y="1136"/>
                  </a:lnTo>
                  <a:lnTo>
                    <a:pt x="1015" y="1110"/>
                  </a:lnTo>
                  <a:lnTo>
                    <a:pt x="1021" y="1058"/>
                  </a:lnTo>
                  <a:lnTo>
                    <a:pt x="1037" y="1022"/>
                  </a:lnTo>
                  <a:lnTo>
                    <a:pt x="1069" y="1010"/>
                  </a:lnTo>
                  <a:lnTo>
                    <a:pt x="1105" y="994"/>
                  </a:lnTo>
                  <a:lnTo>
                    <a:pt x="1146" y="962"/>
                  </a:lnTo>
                  <a:lnTo>
                    <a:pt x="1146" y="962"/>
                  </a:lnTo>
                  <a:lnTo>
                    <a:pt x="1158" y="936"/>
                  </a:lnTo>
                  <a:lnTo>
                    <a:pt x="1158" y="936"/>
                  </a:lnTo>
                  <a:lnTo>
                    <a:pt x="1160" y="908"/>
                  </a:lnTo>
                  <a:lnTo>
                    <a:pt x="1164" y="873"/>
                  </a:lnTo>
                  <a:lnTo>
                    <a:pt x="1172" y="849"/>
                  </a:lnTo>
                  <a:lnTo>
                    <a:pt x="1228" y="793"/>
                  </a:lnTo>
                  <a:lnTo>
                    <a:pt x="1276" y="749"/>
                  </a:lnTo>
                  <a:lnTo>
                    <a:pt x="1280" y="723"/>
                  </a:lnTo>
                  <a:lnTo>
                    <a:pt x="1284" y="707"/>
                  </a:lnTo>
                  <a:lnTo>
                    <a:pt x="1302" y="687"/>
                  </a:lnTo>
                  <a:lnTo>
                    <a:pt x="1326" y="671"/>
                  </a:lnTo>
                  <a:lnTo>
                    <a:pt x="1353" y="653"/>
                  </a:lnTo>
                  <a:lnTo>
                    <a:pt x="1373" y="629"/>
                  </a:lnTo>
                  <a:lnTo>
                    <a:pt x="1379" y="592"/>
                  </a:lnTo>
                  <a:lnTo>
                    <a:pt x="1379" y="592"/>
                  </a:lnTo>
                  <a:lnTo>
                    <a:pt x="1389" y="570"/>
                  </a:lnTo>
                  <a:lnTo>
                    <a:pt x="1397" y="546"/>
                  </a:lnTo>
                  <a:lnTo>
                    <a:pt x="1397" y="546"/>
                  </a:lnTo>
                  <a:lnTo>
                    <a:pt x="1405" y="524"/>
                  </a:lnTo>
                  <a:lnTo>
                    <a:pt x="1409" y="478"/>
                  </a:lnTo>
                  <a:lnTo>
                    <a:pt x="1423" y="436"/>
                  </a:lnTo>
                  <a:lnTo>
                    <a:pt x="1423" y="436"/>
                  </a:lnTo>
                  <a:lnTo>
                    <a:pt x="1427" y="426"/>
                  </a:lnTo>
                  <a:lnTo>
                    <a:pt x="1433" y="414"/>
                  </a:lnTo>
                  <a:lnTo>
                    <a:pt x="1433" y="414"/>
                  </a:lnTo>
                  <a:lnTo>
                    <a:pt x="1463" y="382"/>
                  </a:lnTo>
                  <a:lnTo>
                    <a:pt x="1507" y="309"/>
                  </a:lnTo>
                  <a:lnTo>
                    <a:pt x="1544" y="249"/>
                  </a:lnTo>
                  <a:lnTo>
                    <a:pt x="1566" y="213"/>
                  </a:lnTo>
                  <a:lnTo>
                    <a:pt x="1588" y="181"/>
                  </a:lnTo>
                  <a:lnTo>
                    <a:pt x="1590" y="177"/>
                  </a:lnTo>
                  <a:lnTo>
                    <a:pt x="1566" y="179"/>
                  </a:lnTo>
                  <a:lnTo>
                    <a:pt x="1528" y="179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56" name="Freeform 18">
              <a:extLst>
                <a:ext uri="{FF2B5EF4-FFF2-40B4-BE49-F238E27FC236}">
                  <a16:creationId xmlns:a16="http://schemas.microsoft.com/office/drawing/2014/main" id="{3435D4FD-7CE9-17A9-F02B-37CBB5858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763" y="10631488"/>
              <a:ext cx="2473325" cy="2254250"/>
            </a:xfrm>
            <a:custGeom>
              <a:avLst/>
              <a:gdLst>
                <a:gd name="T0" fmla="*/ 1400 w 1558"/>
                <a:gd name="T1" fmla="*/ 492 h 1420"/>
                <a:gd name="T2" fmla="*/ 1343 w 1558"/>
                <a:gd name="T3" fmla="*/ 458 h 1420"/>
                <a:gd name="T4" fmla="*/ 1283 w 1558"/>
                <a:gd name="T5" fmla="*/ 374 h 1420"/>
                <a:gd name="T6" fmla="*/ 1209 w 1558"/>
                <a:gd name="T7" fmla="*/ 384 h 1420"/>
                <a:gd name="T8" fmla="*/ 1182 w 1558"/>
                <a:gd name="T9" fmla="*/ 388 h 1420"/>
                <a:gd name="T10" fmla="*/ 1066 w 1558"/>
                <a:gd name="T11" fmla="*/ 352 h 1420"/>
                <a:gd name="T12" fmla="*/ 951 w 1558"/>
                <a:gd name="T13" fmla="*/ 312 h 1420"/>
                <a:gd name="T14" fmla="*/ 807 w 1558"/>
                <a:gd name="T15" fmla="*/ 334 h 1420"/>
                <a:gd name="T16" fmla="*/ 676 w 1558"/>
                <a:gd name="T17" fmla="*/ 420 h 1420"/>
                <a:gd name="T18" fmla="*/ 611 w 1558"/>
                <a:gd name="T19" fmla="*/ 388 h 1420"/>
                <a:gd name="T20" fmla="*/ 603 w 1558"/>
                <a:gd name="T21" fmla="*/ 225 h 1420"/>
                <a:gd name="T22" fmla="*/ 648 w 1558"/>
                <a:gd name="T23" fmla="*/ 143 h 1420"/>
                <a:gd name="T24" fmla="*/ 589 w 1558"/>
                <a:gd name="T25" fmla="*/ 36 h 1420"/>
                <a:gd name="T26" fmla="*/ 467 w 1558"/>
                <a:gd name="T27" fmla="*/ 0 h 1420"/>
                <a:gd name="T28" fmla="*/ 439 w 1558"/>
                <a:gd name="T29" fmla="*/ 75 h 1420"/>
                <a:gd name="T30" fmla="*/ 384 w 1558"/>
                <a:gd name="T31" fmla="*/ 161 h 1420"/>
                <a:gd name="T32" fmla="*/ 294 w 1558"/>
                <a:gd name="T33" fmla="*/ 277 h 1420"/>
                <a:gd name="T34" fmla="*/ 268 w 1558"/>
                <a:gd name="T35" fmla="*/ 330 h 1420"/>
                <a:gd name="T36" fmla="*/ 213 w 1558"/>
                <a:gd name="T37" fmla="*/ 424 h 1420"/>
                <a:gd name="T38" fmla="*/ 151 w 1558"/>
                <a:gd name="T39" fmla="*/ 478 h 1420"/>
                <a:gd name="T40" fmla="*/ 105 w 1558"/>
                <a:gd name="T41" fmla="*/ 534 h 1420"/>
                <a:gd name="T42" fmla="*/ 8 w 1558"/>
                <a:gd name="T43" fmla="*/ 645 h 1420"/>
                <a:gd name="T44" fmla="*/ 20 w 1558"/>
                <a:gd name="T45" fmla="*/ 763 h 1420"/>
                <a:gd name="T46" fmla="*/ 97 w 1558"/>
                <a:gd name="T47" fmla="*/ 805 h 1420"/>
                <a:gd name="T48" fmla="*/ 115 w 1558"/>
                <a:gd name="T49" fmla="*/ 858 h 1420"/>
                <a:gd name="T50" fmla="*/ 161 w 1558"/>
                <a:gd name="T51" fmla="*/ 982 h 1420"/>
                <a:gd name="T52" fmla="*/ 191 w 1558"/>
                <a:gd name="T53" fmla="*/ 1018 h 1420"/>
                <a:gd name="T54" fmla="*/ 171 w 1558"/>
                <a:gd name="T55" fmla="*/ 1046 h 1420"/>
                <a:gd name="T56" fmla="*/ 187 w 1558"/>
                <a:gd name="T57" fmla="*/ 1123 h 1420"/>
                <a:gd name="T58" fmla="*/ 244 w 1558"/>
                <a:gd name="T59" fmla="*/ 1179 h 1420"/>
                <a:gd name="T60" fmla="*/ 292 w 1558"/>
                <a:gd name="T61" fmla="*/ 1253 h 1420"/>
                <a:gd name="T62" fmla="*/ 348 w 1558"/>
                <a:gd name="T63" fmla="*/ 1193 h 1420"/>
                <a:gd name="T64" fmla="*/ 398 w 1558"/>
                <a:gd name="T65" fmla="*/ 1303 h 1420"/>
                <a:gd name="T66" fmla="*/ 523 w 1558"/>
                <a:gd name="T67" fmla="*/ 1355 h 1420"/>
                <a:gd name="T68" fmla="*/ 589 w 1558"/>
                <a:gd name="T69" fmla="*/ 1420 h 1420"/>
                <a:gd name="T70" fmla="*/ 626 w 1558"/>
                <a:gd name="T71" fmla="*/ 1364 h 1420"/>
                <a:gd name="T72" fmla="*/ 654 w 1558"/>
                <a:gd name="T73" fmla="*/ 1299 h 1420"/>
                <a:gd name="T74" fmla="*/ 730 w 1558"/>
                <a:gd name="T75" fmla="*/ 1193 h 1420"/>
                <a:gd name="T76" fmla="*/ 806 w 1558"/>
                <a:gd name="T77" fmla="*/ 1119 h 1420"/>
                <a:gd name="T78" fmla="*/ 869 w 1558"/>
                <a:gd name="T79" fmla="*/ 1103 h 1420"/>
                <a:gd name="T80" fmla="*/ 861 w 1558"/>
                <a:gd name="T81" fmla="*/ 1022 h 1420"/>
                <a:gd name="T82" fmla="*/ 975 w 1558"/>
                <a:gd name="T83" fmla="*/ 1090 h 1420"/>
                <a:gd name="T84" fmla="*/ 1096 w 1558"/>
                <a:gd name="T85" fmla="*/ 1207 h 1420"/>
                <a:gd name="T86" fmla="*/ 1122 w 1558"/>
                <a:gd name="T87" fmla="*/ 1223 h 1420"/>
                <a:gd name="T88" fmla="*/ 1247 w 1558"/>
                <a:gd name="T89" fmla="*/ 1199 h 1420"/>
                <a:gd name="T90" fmla="*/ 1406 w 1558"/>
                <a:gd name="T91" fmla="*/ 1048 h 1420"/>
                <a:gd name="T92" fmla="*/ 1424 w 1558"/>
                <a:gd name="T93" fmla="*/ 886 h 1420"/>
                <a:gd name="T94" fmla="*/ 1428 w 1558"/>
                <a:gd name="T95" fmla="*/ 755 h 1420"/>
                <a:gd name="T96" fmla="*/ 1474 w 1558"/>
                <a:gd name="T97" fmla="*/ 619 h 1420"/>
                <a:gd name="T98" fmla="*/ 1546 w 1558"/>
                <a:gd name="T99" fmla="*/ 536 h 1420"/>
                <a:gd name="T100" fmla="*/ 1516 w 1558"/>
                <a:gd name="T101" fmla="*/ 536 h 1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58" h="1420">
                  <a:moveTo>
                    <a:pt x="1516" y="536"/>
                  </a:moveTo>
                  <a:lnTo>
                    <a:pt x="1474" y="528"/>
                  </a:lnTo>
                  <a:lnTo>
                    <a:pt x="1448" y="506"/>
                  </a:lnTo>
                  <a:lnTo>
                    <a:pt x="1400" y="492"/>
                  </a:lnTo>
                  <a:lnTo>
                    <a:pt x="1361" y="484"/>
                  </a:lnTo>
                  <a:lnTo>
                    <a:pt x="1361" y="484"/>
                  </a:lnTo>
                  <a:lnTo>
                    <a:pt x="1343" y="458"/>
                  </a:lnTo>
                  <a:lnTo>
                    <a:pt x="1343" y="458"/>
                  </a:lnTo>
                  <a:lnTo>
                    <a:pt x="1331" y="446"/>
                  </a:lnTo>
                  <a:lnTo>
                    <a:pt x="1323" y="436"/>
                  </a:lnTo>
                  <a:lnTo>
                    <a:pt x="1289" y="408"/>
                  </a:lnTo>
                  <a:lnTo>
                    <a:pt x="1283" y="374"/>
                  </a:lnTo>
                  <a:lnTo>
                    <a:pt x="1259" y="366"/>
                  </a:lnTo>
                  <a:lnTo>
                    <a:pt x="1217" y="380"/>
                  </a:lnTo>
                  <a:lnTo>
                    <a:pt x="1217" y="380"/>
                  </a:lnTo>
                  <a:lnTo>
                    <a:pt x="1209" y="384"/>
                  </a:lnTo>
                  <a:lnTo>
                    <a:pt x="1195" y="390"/>
                  </a:lnTo>
                  <a:lnTo>
                    <a:pt x="1195" y="390"/>
                  </a:lnTo>
                  <a:lnTo>
                    <a:pt x="1190" y="390"/>
                  </a:lnTo>
                  <a:lnTo>
                    <a:pt x="1182" y="388"/>
                  </a:lnTo>
                  <a:lnTo>
                    <a:pt x="1172" y="386"/>
                  </a:lnTo>
                  <a:lnTo>
                    <a:pt x="1118" y="380"/>
                  </a:lnTo>
                  <a:lnTo>
                    <a:pt x="1096" y="378"/>
                  </a:lnTo>
                  <a:lnTo>
                    <a:pt x="1066" y="352"/>
                  </a:lnTo>
                  <a:lnTo>
                    <a:pt x="1036" y="338"/>
                  </a:lnTo>
                  <a:lnTo>
                    <a:pt x="1006" y="352"/>
                  </a:lnTo>
                  <a:lnTo>
                    <a:pt x="975" y="342"/>
                  </a:lnTo>
                  <a:lnTo>
                    <a:pt x="951" y="312"/>
                  </a:lnTo>
                  <a:lnTo>
                    <a:pt x="931" y="305"/>
                  </a:lnTo>
                  <a:lnTo>
                    <a:pt x="893" y="312"/>
                  </a:lnTo>
                  <a:lnTo>
                    <a:pt x="849" y="326"/>
                  </a:lnTo>
                  <a:lnTo>
                    <a:pt x="807" y="334"/>
                  </a:lnTo>
                  <a:lnTo>
                    <a:pt x="786" y="354"/>
                  </a:lnTo>
                  <a:lnTo>
                    <a:pt x="774" y="380"/>
                  </a:lnTo>
                  <a:lnTo>
                    <a:pt x="716" y="402"/>
                  </a:lnTo>
                  <a:lnTo>
                    <a:pt x="676" y="420"/>
                  </a:lnTo>
                  <a:lnTo>
                    <a:pt x="632" y="420"/>
                  </a:lnTo>
                  <a:lnTo>
                    <a:pt x="632" y="420"/>
                  </a:lnTo>
                  <a:lnTo>
                    <a:pt x="611" y="388"/>
                  </a:lnTo>
                  <a:lnTo>
                    <a:pt x="611" y="388"/>
                  </a:lnTo>
                  <a:lnTo>
                    <a:pt x="591" y="346"/>
                  </a:lnTo>
                  <a:lnTo>
                    <a:pt x="579" y="314"/>
                  </a:lnTo>
                  <a:lnTo>
                    <a:pt x="579" y="271"/>
                  </a:lnTo>
                  <a:lnTo>
                    <a:pt x="603" y="225"/>
                  </a:lnTo>
                  <a:lnTo>
                    <a:pt x="620" y="173"/>
                  </a:lnTo>
                  <a:lnTo>
                    <a:pt x="620" y="173"/>
                  </a:lnTo>
                  <a:lnTo>
                    <a:pt x="648" y="143"/>
                  </a:lnTo>
                  <a:lnTo>
                    <a:pt x="648" y="143"/>
                  </a:lnTo>
                  <a:lnTo>
                    <a:pt x="650" y="127"/>
                  </a:lnTo>
                  <a:lnTo>
                    <a:pt x="652" y="111"/>
                  </a:lnTo>
                  <a:lnTo>
                    <a:pt x="622" y="71"/>
                  </a:lnTo>
                  <a:lnTo>
                    <a:pt x="589" y="36"/>
                  </a:lnTo>
                  <a:lnTo>
                    <a:pt x="533" y="32"/>
                  </a:lnTo>
                  <a:lnTo>
                    <a:pt x="475" y="14"/>
                  </a:lnTo>
                  <a:lnTo>
                    <a:pt x="467" y="0"/>
                  </a:lnTo>
                  <a:lnTo>
                    <a:pt x="467" y="0"/>
                  </a:lnTo>
                  <a:lnTo>
                    <a:pt x="451" y="16"/>
                  </a:lnTo>
                  <a:lnTo>
                    <a:pt x="443" y="40"/>
                  </a:lnTo>
                  <a:lnTo>
                    <a:pt x="439" y="75"/>
                  </a:lnTo>
                  <a:lnTo>
                    <a:pt x="439" y="75"/>
                  </a:lnTo>
                  <a:lnTo>
                    <a:pt x="437" y="103"/>
                  </a:lnTo>
                  <a:lnTo>
                    <a:pt x="437" y="103"/>
                  </a:lnTo>
                  <a:lnTo>
                    <a:pt x="425" y="129"/>
                  </a:lnTo>
                  <a:lnTo>
                    <a:pt x="384" y="161"/>
                  </a:lnTo>
                  <a:lnTo>
                    <a:pt x="348" y="177"/>
                  </a:lnTo>
                  <a:lnTo>
                    <a:pt x="316" y="189"/>
                  </a:lnTo>
                  <a:lnTo>
                    <a:pt x="300" y="225"/>
                  </a:lnTo>
                  <a:lnTo>
                    <a:pt x="294" y="277"/>
                  </a:lnTo>
                  <a:lnTo>
                    <a:pt x="294" y="277"/>
                  </a:lnTo>
                  <a:lnTo>
                    <a:pt x="284" y="303"/>
                  </a:lnTo>
                  <a:lnTo>
                    <a:pt x="284" y="303"/>
                  </a:lnTo>
                  <a:lnTo>
                    <a:pt x="268" y="330"/>
                  </a:lnTo>
                  <a:lnTo>
                    <a:pt x="238" y="354"/>
                  </a:lnTo>
                  <a:lnTo>
                    <a:pt x="225" y="390"/>
                  </a:lnTo>
                  <a:lnTo>
                    <a:pt x="213" y="424"/>
                  </a:lnTo>
                  <a:lnTo>
                    <a:pt x="213" y="42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65" y="454"/>
                  </a:lnTo>
                  <a:lnTo>
                    <a:pt x="151" y="478"/>
                  </a:lnTo>
                  <a:lnTo>
                    <a:pt x="155" y="500"/>
                  </a:lnTo>
                  <a:lnTo>
                    <a:pt x="157" y="524"/>
                  </a:lnTo>
                  <a:lnTo>
                    <a:pt x="135" y="534"/>
                  </a:lnTo>
                  <a:lnTo>
                    <a:pt x="105" y="534"/>
                  </a:lnTo>
                  <a:lnTo>
                    <a:pt x="67" y="534"/>
                  </a:lnTo>
                  <a:lnTo>
                    <a:pt x="45" y="554"/>
                  </a:lnTo>
                  <a:lnTo>
                    <a:pt x="32" y="583"/>
                  </a:lnTo>
                  <a:lnTo>
                    <a:pt x="8" y="645"/>
                  </a:lnTo>
                  <a:lnTo>
                    <a:pt x="0" y="677"/>
                  </a:lnTo>
                  <a:lnTo>
                    <a:pt x="0" y="711"/>
                  </a:lnTo>
                  <a:lnTo>
                    <a:pt x="10" y="745"/>
                  </a:lnTo>
                  <a:lnTo>
                    <a:pt x="20" y="763"/>
                  </a:lnTo>
                  <a:lnTo>
                    <a:pt x="63" y="785"/>
                  </a:lnTo>
                  <a:lnTo>
                    <a:pt x="63" y="785"/>
                  </a:lnTo>
                  <a:lnTo>
                    <a:pt x="97" y="805"/>
                  </a:lnTo>
                  <a:lnTo>
                    <a:pt x="97" y="805"/>
                  </a:lnTo>
                  <a:lnTo>
                    <a:pt x="113" y="821"/>
                  </a:lnTo>
                  <a:lnTo>
                    <a:pt x="113" y="821"/>
                  </a:lnTo>
                  <a:lnTo>
                    <a:pt x="115" y="858"/>
                  </a:lnTo>
                  <a:lnTo>
                    <a:pt x="115" y="858"/>
                  </a:lnTo>
                  <a:lnTo>
                    <a:pt x="123" y="886"/>
                  </a:lnTo>
                  <a:lnTo>
                    <a:pt x="127" y="920"/>
                  </a:lnTo>
                  <a:lnTo>
                    <a:pt x="143" y="958"/>
                  </a:lnTo>
                  <a:lnTo>
                    <a:pt x="161" y="982"/>
                  </a:lnTo>
                  <a:lnTo>
                    <a:pt x="185" y="1002"/>
                  </a:lnTo>
                  <a:lnTo>
                    <a:pt x="185" y="1002"/>
                  </a:lnTo>
                  <a:lnTo>
                    <a:pt x="191" y="1018"/>
                  </a:lnTo>
                  <a:lnTo>
                    <a:pt x="191" y="1018"/>
                  </a:lnTo>
                  <a:lnTo>
                    <a:pt x="183" y="1032"/>
                  </a:lnTo>
                  <a:lnTo>
                    <a:pt x="183" y="1032"/>
                  </a:lnTo>
                  <a:lnTo>
                    <a:pt x="171" y="1046"/>
                  </a:lnTo>
                  <a:lnTo>
                    <a:pt x="171" y="1046"/>
                  </a:lnTo>
                  <a:lnTo>
                    <a:pt x="167" y="1062"/>
                  </a:lnTo>
                  <a:lnTo>
                    <a:pt x="167" y="1092"/>
                  </a:lnTo>
                  <a:lnTo>
                    <a:pt x="169" y="1107"/>
                  </a:lnTo>
                  <a:lnTo>
                    <a:pt x="187" y="1123"/>
                  </a:lnTo>
                  <a:lnTo>
                    <a:pt x="207" y="1123"/>
                  </a:lnTo>
                  <a:lnTo>
                    <a:pt x="221" y="1131"/>
                  </a:lnTo>
                  <a:lnTo>
                    <a:pt x="233" y="1149"/>
                  </a:lnTo>
                  <a:lnTo>
                    <a:pt x="244" y="1179"/>
                  </a:lnTo>
                  <a:lnTo>
                    <a:pt x="248" y="1189"/>
                  </a:lnTo>
                  <a:lnTo>
                    <a:pt x="266" y="1225"/>
                  </a:lnTo>
                  <a:lnTo>
                    <a:pt x="276" y="1243"/>
                  </a:lnTo>
                  <a:lnTo>
                    <a:pt x="292" y="1253"/>
                  </a:lnTo>
                  <a:lnTo>
                    <a:pt x="310" y="1219"/>
                  </a:lnTo>
                  <a:lnTo>
                    <a:pt x="316" y="1195"/>
                  </a:lnTo>
                  <a:lnTo>
                    <a:pt x="332" y="1179"/>
                  </a:lnTo>
                  <a:lnTo>
                    <a:pt x="348" y="1193"/>
                  </a:lnTo>
                  <a:lnTo>
                    <a:pt x="350" y="1223"/>
                  </a:lnTo>
                  <a:lnTo>
                    <a:pt x="350" y="1269"/>
                  </a:lnTo>
                  <a:lnTo>
                    <a:pt x="362" y="1281"/>
                  </a:lnTo>
                  <a:lnTo>
                    <a:pt x="398" y="1303"/>
                  </a:lnTo>
                  <a:lnTo>
                    <a:pt x="435" y="1307"/>
                  </a:lnTo>
                  <a:lnTo>
                    <a:pt x="477" y="1311"/>
                  </a:lnTo>
                  <a:lnTo>
                    <a:pt x="505" y="1331"/>
                  </a:lnTo>
                  <a:lnTo>
                    <a:pt x="523" y="1355"/>
                  </a:lnTo>
                  <a:lnTo>
                    <a:pt x="527" y="1380"/>
                  </a:lnTo>
                  <a:lnTo>
                    <a:pt x="549" y="1394"/>
                  </a:lnTo>
                  <a:lnTo>
                    <a:pt x="581" y="1408"/>
                  </a:lnTo>
                  <a:lnTo>
                    <a:pt x="589" y="1420"/>
                  </a:lnTo>
                  <a:lnTo>
                    <a:pt x="589" y="1420"/>
                  </a:lnTo>
                  <a:lnTo>
                    <a:pt x="605" y="1412"/>
                  </a:lnTo>
                  <a:lnTo>
                    <a:pt x="618" y="1404"/>
                  </a:lnTo>
                  <a:lnTo>
                    <a:pt x="626" y="1364"/>
                  </a:lnTo>
                  <a:lnTo>
                    <a:pt x="626" y="1364"/>
                  </a:lnTo>
                  <a:lnTo>
                    <a:pt x="640" y="1315"/>
                  </a:lnTo>
                  <a:lnTo>
                    <a:pt x="640" y="1315"/>
                  </a:lnTo>
                  <a:lnTo>
                    <a:pt x="654" y="1299"/>
                  </a:lnTo>
                  <a:lnTo>
                    <a:pt x="668" y="1287"/>
                  </a:lnTo>
                  <a:lnTo>
                    <a:pt x="710" y="1267"/>
                  </a:lnTo>
                  <a:lnTo>
                    <a:pt x="724" y="1235"/>
                  </a:lnTo>
                  <a:lnTo>
                    <a:pt x="730" y="1193"/>
                  </a:lnTo>
                  <a:lnTo>
                    <a:pt x="738" y="1139"/>
                  </a:lnTo>
                  <a:lnTo>
                    <a:pt x="762" y="1117"/>
                  </a:lnTo>
                  <a:lnTo>
                    <a:pt x="792" y="1109"/>
                  </a:lnTo>
                  <a:lnTo>
                    <a:pt x="806" y="1119"/>
                  </a:lnTo>
                  <a:lnTo>
                    <a:pt x="837" y="1123"/>
                  </a:lnTo>
                  <a:lnTo>
                    <a:pt x="837" y="1123"/>
                  </a:lnTo>
                  <a:lnTo>
                    <a:pt x="853" y="1113"/>
                  </a:lnTo>
                  <a:lnTo>
                    <a:pt x="869" y="1103"/>
                  </a:lnTo>
                  <a:lnTo>
                    <a:pt x="869" y="1103"/>
                  </a:lnTo>
                  <a:lnTo>
                    <a:pt x="865" y="1086"/>
                  </a:lnTo>
                  <a:lnTo>
                    <a:pt x="861" y="1072"/>
                  </a:lnTo>
                  <a:lnTo>
                    <a:pt x="861" y="1022"/>
                  </a:lnTo>
                  <a:lnTo>
                    <a:pt x="885" y="1010"/>
                  </a:lnTo>
                  <a:lnTo>
                    <a:pt x="921" y="1010"/>
                  </a:lnTo>
                  <a:lnTo>
                    <a:pt x="963" y="1044"/>
                  </a:lnTo>
                  <a:lnTo>
                    <a:pt x="975" y="1090"/>
                  </a:lnTo>
                  <a:lnTo>
                    <a:pt x="981" y="1109"/>
                  </a:lnTo>
                  <a:lnTo>
                    <a:pt x="1040" y="1127"/>
                  </a:lnTo>
                  <a:lnTo>
                    <a:pt x="1056" y="1143"/>
                  </a:lnTo>
                  <a:lnTo>
                    <a:pt x="1096" y="1207"/>
                  </a:lnTo>
                  <a:lnTo>
                    <a:pt x="1096" y="1207"/>
                  </a:lnTo>
                  <a:lnTo>
                    <a:pt x="1108" y="1215"/>
                  </a:lnTo>
                  <a:lnTo>
                    <a:pt x="1122" y="1223"/>
                  </a:lnTo>
                  <a:lnTo>
                    <a:pt x="1122" y="1223"/>
                  </a:lnTo>
                  <a:lnTo>
                    <a:pt x="1168" y="1223"/>
                  </a:lnTo>
                  <a:lnTo>
                    <a:pt x="1168" y="1223"/>
                  </a:lnTo>
                  <a:lnTo>
                    <a:pt x="1215" y="1223"/>
                  </a:lnTo>
                  <a:lnTo>
                    <a:pt x="1247" y="1199"/>
                  </a:lnTo>
                  <a:lnTo>
                    <a:pt x="1279" y="1161"/>
                  </a:lnTo>
                  <a:lnTo>
                    <a:pt x="1305" y="1137"/>
                  </a:lnTo>
                  <a:lnTo>
                    <a:pt x="1357" y="1076"/>
                  </a:lnTo>
                  <a:lnTo>
                    <a:pt x="1406" y="1048"/>
                  </a:lnTo>
                  <a:lnTo>
                    <a:pt x="1428" y="1026"/>
                  </a:lnTo>
                  <a:lnTo>
                    <a:pt x="1428" y="978"/>
                  </a:lnTo>
                  <a:lnTo>
                    <a:pt x="1416" y="920"/>
                  </a:lnTo>
                  <a:lnTo>
                    <a:pt x="1424" y="886"/>
                  </a:lnTo>
                  <a:lnTo>
                    <a:pt x="1440" y="850"/>
                  </a:lnTo>
                  <a:lnTo>
                    <a:pt x="1440" y="817"/>
                  </a:lnTo>
                  <a:lnTo>
                    <a:pt x="1428" y="797"/>
                  </a:lnTo>
                  <a:lnTo>
                    <a:pt x="1428" y="755"/>
                  </a:lnTo>
                  <a:lnTo>
                    <a:pt x="1440" y="715"/>
                  </a:lnTo>
                  <a:lnTo>
                    <a:pt x="1462" y="689"/>
                  </a:lnTo>
                  <a:lnTo>
                    <a:pt x="1462" y="645"/>
                  </a:lnTo>
                  <a:lnTo>
                    <a:pt x="1474" y="619"/>
                  </a:lnTo>
                  <a:lnTo>
                    <a:pt x="1522" y="587"/>
                  </a:lnTo>
                  <a:lnTo>
                    <a:pt x="1540" y="577"/>
                  </a:lnTo>
                  <a:lnTo>
                    <a:pt x="1532" y="558"/>
                  </a:lnTo>
                  <a:lnTo>
                    <a:pt x="1546" y="536"/>
                  </a:lnTo>
                  <a:lnTo>
                    <a:pt x="1546" y="536"/>
                  </a:lnTo>
                  <a:lnTo>
                    <a:pt x="1558" y="528"/>
                  </a:lnTo>
                  <a:lnTo>
                    <a:pt x="1558" y="528"/>
                  </a:lnTo>
                  <a:lnTo>
                    <a:pt x="1516" y="53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57" name="Freeform 19">
              <a:extLst>
                <a:ext uri="{FF2B5EF4-FFF2-40B4-BE49-F238E27FC236}">
                  <a16:creationId xmlns:a16="http://schemas.microsoft.com/office/drawing/2014/main" id="{F317C461-357F-FCE7-205C-5890E88EF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513" y="11595100"/>
              <a:ext cx="2173287" cy="3011488"/>
            </a:xfrm>
            <a:custGeom>
              <a:avLst/>
              <a:gdLst>
                <a:gd name="T0" fmla="*/ 718 w 1369"/>
                <a:gd name="T1" fmla="*/ 0 h 1897"/>
                <a:gd name="T2" fmla="*/ 547 w 1369"/>
                <a:gd name="T3" fmla="*/ 8 h 1897"/>
                <a:gd name="T4" fmla="*/ 457 w 1369"/>
                <a:gd name="T5" fmla="*/ 14 h 1897"/>
                <a:gd name="T6" fmla="*/ 410 w 1369"/>
                <a:gd name="T7" fmla="*/ 38 h 1897"/>
                <a:gd name="T8" fmla="*/ 404 w 1369"/>
                <a:gd name="T9" fmla="*/ 52 h 1897"/>
                <a:gd name="T10" fmla="*/ 376 w 1369"/>
                <a:gd name="T11" fmla="*/ 74 h 1897"/>
                <a:gd name="T12" fmla="*/ 346 w 1369"/>
                <a:gd name="T13" fmla="*/ 84 h 1897"/>
                <a:gd name="T14" fmla="*/ 332 w 1369"/>
                <a:gd name="T15" fmla="*/ 106 h 1897"/>
                <a:gd name="T16" fmla="*/ 248 w 1369"/>
                <a:gd name="T17" fmla="*/ 156 h 1897"/>
                <a:gd name="T18" fmla="*/ 203 w 1369"/>
                <a:gd name="T19" fmla="*/ 144 h 1897"/>
                <a:gd name="T20" fmla="*/ 264 w 1369"/>
                <a:gd name="T21" fmla="*/ 255 h 1897"/>
                <a:gd name="T22" fmla="*/ 252 w 1369"/>
                <a:gd name="T23" fmla="*/ 514 h 1897"/>
                <a:gd name="T24" fmla="*/ 229 w 1369"/>
                <a:gd name="T25" fmla="*/ 642 h 1897"/>
                <a:gd name="T26" fmla="*/ 211 w 1369"/>
                <a:gd name="T27" fmla="*/ 857 h 1897"/>
                <a:gd name="T28" fmla="*/ 135 w 1369"/>
                <a:gd name="T29" fmla="*/ 1048 h 1897"/>
                <a:gd name="T30" fmla="*/ 0 w 1369"/>
                <a:gd name="T31" fmla="*/ 1230 h 1897"/>
                <a:gd name="T32" fmla="*/ 161 w 1369"/>
                <a:gd name="T33" fmla="*/ 1299 h 1897"/>
                <a:gd name="T34" fmla="*/ 280 w 1369"/>
                <a:gd name="T35" fmla="*/ 1349 h 1897"/>
                <a:gd name="T36" fmla="*/ 376 w 1369"/>
                <a:gd name="T37" fmla="*/ 1461 h 1897"/>
                <a:gd name="T38" fmla="*/ 324 w 1369"/>
                <a:gd name="T39" fmla="*/ 1562 h 1897"/>
                <a:gd name="T40" fmla="*/ 384 w 1369"/>
                <a:gd name="T41" fmla="*/ 1574 h 1897"/>
                <a:gd name="T42" fmla="*/ 443 w 1369"/>
                <a:gd name="T43" fmla="*/ 1574 h 1897"/>
                <a:gd name="T44" fmla="*/ 625 w 1369"/>
                <a:gd name="T45" fmla="*/ 1712 h 1897"/>
                <a:gd name="T46" fmla="*/ 816 w 1369"/>
                <a:gd name="T47" fmla="*/ 1833 h 1897"/>
                <a:gd name="T48" fmla="*/ 1052 w 1369"/>
                <a:gd name="T49" fmla="*/ 1835 h 1897"/>
                <a:gd name="T50" fmla="*/ 1062 w 1369"/>
                <a:gd name="T51" fmla="*/ 1740 h 1897"/>
                <a:gd name="T52" fmla="*/ 1084 w 1369"/>
                <a:gd name="T53" fmla="*/ 1668 h 1897"/>
                <a:gd name="T54" fmla="*/ 1158 w 1369"/>
                <a:gd name="T55" fmla="*/ 1598 h 1897"/>
                <a:gd name="T56" fmla="*/ 1194 w 1369"/>
                <a:gd name="T57" fmla="*/ 1465 h 1897"/>
                <a:gd name="T58" fmla="*/ 1184 w 1369"/>
                <a:gd name="T59" fmla="*/ 1383 h 1897"/>
                <a:gd name="T60" fmla="*/ 1164 w 1369"/>
                <a:gd name="T61" fmla="*/ 1333 h 1897"/>
                <a:gd name="T62" fmla="*/ 1184 w 1369"/>
                <a:gd name="T63" fmla="*/ 1307 h 1897"/>
                <a:gd name="T64" fmla="*/ 1209 w 1369"/>
                <a:gd name="T65" fmla="*/ 1291 h 1897"/>
                <a:gd name="T66" fmla="*/ 1215 w 1369"/>
                <a:gd name="T67" fmla="*/ 1264 h 1897"/>
                <a:gd name="T68" fmla="*/ 1196 w 1369"/>
                <a:gd name="T69" fmla="*/ 1226 h 1897"/>
                <a:gd name="T70" fmla="*/ 1231 w 1369"/>
                <a:gd name="T71" fmla="*/ 1082 h 1897"/>
                <a:gd name="T72" fmla="*/ 1277 w 1369"/>
                <a:gd name="T73" fmla="*/ 969 h 1897"/>
                <a:gd name="T74" fmla="*/ 1289 w 1369"/>
                <a:gd name="T75" fmla="*/ 933 h 1897"/>
                <a:gd name="T76" fmla="*/ 1361 w 1369"/>
                <a:gd name="T77" fmla="*/ 843 h 1897"/>
                <a:gd name="T78" fmla="*/ 1361 w 1369"/>
                <a:gd name="T79" fmla="*/ 801 h 1897"/>
                <a:gd name="T80" fmla="*/ 1303 w 1369"/>
                <a:gd name="T81" fmla="*/ 748 h 1897"/>
                <a:gd name="T82" fmla="*/ 1215 w 1369"/>
                <a:gd name="T83" fmla="*/ 700 h 1897"/>
                <a:gd name="T84" fmla="*/ 1130 w 1369"/>
                <a:gd name="T85" fmla="*/ 662 h 1897"/>
                <a:gd name="T86" fmla="*/ 1112 w 1369"/>
                <a:gd name="T87" fmla="*/ 572 h 1897"/>
                <a:gd name="T88" fmla="*/ 1072 w 1369"/>
                <a:gd name="T89" fmla="*/ 646 h 1897"/>
                <a:gd name="T90" fmla="*/ 1028 w 1369"/>
                <a:gd name="T91" fmla="*/ 582 h 1897"/>
                <a:gd name="T92" fmla="*/ 1001 w 1369"/>
                <a:gd name="T93" fmla="*/ 524 h 1897"/>
                <a:gd name="T94" fmla="*/ 949 w 1369"/>
                <a:gd name="T95" fmla="*/ 500 h 1897"/>
                <a:gd name="T96" fmla="*/ 947 w 1369"/>
                <a:gd name="T97" fmla="*/ 455 h 1897"/>
                <a:gd name="T98" fmla="*/ 963 w 1369"/>
                <a:gd name="T99" fmla="*/ 425 h 1897"/>
                <a:gd name="T100" fmla="*/ 971 w 1369"/>
                <a:gd name="T101" fmla="*/ 411 h 1897"/>
                <a:gd name="T102" fmla="*/ 923 w 1369"/>
                <a:gd name="T103" fmla="*/ 351 h 1897"/>
                <a:gd name="T104" fmla="*/ 903 w 1369"/>
                <a:gd name="T105" fmla="*/ 279 h 1897"/>
                <a:gd name="T106" fmla="*/ 893 w 1369"/>
                <a:gd name="T107" fmla="*/ 214 h 1897"/>
                <a:gd name="T108" fmla="*/ 877 w 1369"/>
                <a:gd name="T109" fmla="*/ 198 h 1897"/>
                <a:gd name="T110" fmla="*/ 790 w 1369"/>
                <a:gd name="T111" fmla="*/ 138 h 1897"/>
                <a:gd name="T112" fmla="*/ 788 w 1369"/>
                <a:gd name="T113" fmla="*/ 38 h 1897"/>
                <a:gd name="T114" fmla="*/ 766 w 1369"/>
                <a:gd name="T115" fmla="*/ 22 h 1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69" h="1897">
                  <a:moveTo>
                    <a:pt x="766" y="22"/>
                  </a:moveTo>
                  <a:lnTo>
                    <a:pt x="744" y="8"/>
                  </a:lnTo>
                  <a:lnTo>
                    <a:pt x="718" y="0"/>
                  </a:lnTo>
                  <a:lnTo>
                    <a:pt x="672" y="0"/>
                  </a:lnTo>
                  <a:lnTo>
                    <a:pt x="569" y="0"/>
                  </a:lnTo>
                  <a:lnTo>
                    <a:pt x="547" y="8"/>
                  </a:lnTo>
                  <a:lnTo>
                    <a:pt x="511" y="14"/>
                  </a:lnTo>
                  <a:lnTo>
                    <a:pt x="457" y="14"/>
                  </a:lnTo>
                  <a:lnTo>
                    <a:pt x="457" y="14"/>
                  </a:lnTo>
                  <a:lnTo>
                    <a:pt x="434" y="24"/>
                  </a:lnTo>
                  <a:lnTo>
                    <a:pt x="434" y="24"/>
                  </a:lnTo>
                  <a:lnTo>
                    <a:pt x="410" y="38"/>
                  </a:lnTo>
                  <a:lnTo>
                    <a:pt x="410" y="38"/>
                  </a:lnTo>
                  <a:lnTo>
                    <a:pt x="408" y="42"/>
                  </a:lnTo>
                  <a:lnTo>
                    <a:pt x="404" y="52"/>
                  </a:lnTo>
                  <a:lnTo>
                    <a:pt x="400" y="64"/>
                  </a:lnTo>
                  <a:lnTo>
                    <a:pt x="376" y="74"/>
                  </a:lnTo>
                  <a:lnTo>
                    <a:pt x="376" y="74"/>
                  </a:lnTo>
                  <a:lnTo>
                    <a:pt x="362" y="78"/>
                  </a:lnTo>
                  <a:lnTo>
                    <a:pt x="352" y="80"/>
                  </a:lnTo>
                  <a:lnTo>
                    <a:pt x="346" y="84"/>
                  </a:lnTo>
                  <a:lnTo>
                    <a:pt x="346" y="84"/>
                  </a:lnTo>
                  <a:lnTo>
                    <a:pt x="338" y="96"/>
                  </a:lnTo>
                  <a:lnTo>
                    <a:pt x="332" y="106"/>
                  </a:lnTo>
                  <a:lnTo>
                    <a:pt x="312" y="118"/>
                  </a:lnTo>
                  <a:lnTo>
                    <a:pt x="278" y="136"/>
                  </a:lnTo>
                  <a:lnTo>
                    <a:pt x="248" y="156"/>
                  </a:lnTo>
                  <a:lnTo>
                    <a:pt x="223" y="144"/>
                  </a:lnTo>
                  <a:lnTo>
                    <a:pt x="203" y="144"/>
                  </a:lnTo>
                  <a:lnTo>
                    <a:pt x="203" y="144"/>
                  </a:lnTo>
                  <a:lnTo>
                    <a:pt x="213" y="170"/>
                  </a:lnTo>
                  <a:lnTo>
                    <a:pt x="248" y="227"/>
                  </a:lnTo>
                  <a:lnTo>
                    <a:pt x="264" y="255"/>
                  </a:lnTo>
                  <a:lnTo>
                    <a:pt x="262" y="331"/>
                  </a:lnTo>
                  <a:lnTo>
                    <a:pt x="248" y="429"/>
                  </a:lnTo>
                  <a:lnTo>
                    <a:pt x="252" y="514"/>
                  </a:lnTo>
                  <a:lnTo>
                    <a:pt x="270" y="564"/>
                  </a:lnTo>
                  <a:lnTo>
                    <a:pt x="254" y="612"/>
                  </a:lnTo>
                  <a:lnTo>
                    <a:pt x="229" y="642"/>
                  </a:lnTo>
                  <a:lnTo>
                    <a:pt x="197" y="696"/>
                  </a:lnTo>
                  <a:lnTo>
                    <a:pt x="193" y="773"/>
                  </a:lnTo>
                  <a:lnTo>
                    <a:pt x="211" y="857"/>
                  </a:lnTo>
                  <a:lnTo>
                    <a:pt x="213" y="891"/>
                  </a:lnTo>
                  <a:lnTo>
                    <a:pt x="135" y="999"/>
                  </a:lnTo>
                  <a:lnTo>
                    <a:pt x="135" y="1048"/>
                  </a:lnTo>
                  <a:lnTo>
                    <a:pt x="73" y="1096"/>
                  </a:lnTo>
                  <a:lnTo>
                    <a:pt x="0" y="1162"/>
                  </a:lnTo>
                  <a:lnTo>
                    <a:pt x="0" y="1230"/>
                  </a:lnTo>
                  <a:lnTo>
                    <a:pt x="61" y="1262"/>
                  </a:lnTo>
                  <a:lnTo>
                    <a:pt x="89" y="1242"/>
                  </a:lnTo>
                  <a:lnTo>
                    <a:pt x="161" y="1299"/>
                  </a:lnTo>
                  <a:lnTo>
                    <a:pt x="173" y="1367"/>
                  </a:lnTo>
                  <a:lnTo>
                    <a:pt x="203" y="1367"/>
                  </a:lnTo>
                  <a:lnTo>
                    <a:pt x="280" y="1349"/>
                  </a:lnTo>
                  <a:lnTo>
                    <a:pt x="320" y="1367"/>
                  </a:lnTo>
                  <a:lnTo>
                    <a:pt x="356" y="1415"/>
                  </a:lnTo>
                  <a:lnTo>
                    <a:pt x="376" y="1461"/>
                  </a:lnTo>
                  <a:lnTo>
                    <a:pt x="336" y="1509"/>
                  </a:lnTo>
                  <a:lnTo>
                    <a:pt x="324" y="1562"/>
                  </a:lnTo>
                  <a:lnTo>
                    <a:pt x="324" y="1562"/>
                  </a:lnTo>
                  <a:lnTo>
                    <a:pt x="352" y="1568"/>
                  </a:lnTo>
                  <a:lnTo>
                    <a:pt x="372" y="1572"/>
                  </a:lnTo>
                  <a:lnTo>
                    <a:pt x="384" y="1574"/>
                  </a:lnTo>
                  <a:lnTo>
                    <a:pt x="384" y="1574"/>
                  </a:lnTo>
                  <a:lnTo>
                    <a:pt x="416" y="1574"/>
                  </a:lnTo>
                  <a:lnTo>
                    <a:pt x="443" y="1574"/>
                  </a:lnTo>
                  <a:lnTo>
                    <a:pt x="453" y="1592"/>
                  </a:lnTo>
                  <a:lnTo>
                    <a:pt x="563" y="1550"/>
                  </a:lnTo>
                  <a:lnTo>
                    <a:pt x="625" y="1712"/>
                  </a:lnTo>
                  <a:lnTo>
                    <a:pt x="676" y="1712"/>
                  </a:lnTo>
                  <a:lnTo>
                    <a:pt x="714" y="1724"/>
                  </a:lnTo>
                  <a:lnTo>
                    <a:pt x="816" y="1833"/>
                  </a:lnTo>
                  <a:lnTo>
                    <a:pt x="909" y="1897"/>
                  </a:lnTo>
                  <a:lnTo>
                    <a:pt x="963" y="1897"/>
                  </a:lnTo>
                  <a:lnTo>
                    <a:pt x="1052" y="1835"/>
                  </a:lnTo>
                  <a:lnTo>
                    <a:pt x="1052" y="1835"/>
                  </a:lnTo>
                  <a:lnTo>
                    <a:pt x="1070" y="1790"/>
                  </a:lnTo>
                  <a:lnTo>
                    <a:pt x="1062" y="1740"/>
                  </a:lnTo>
                  <a:lnTo>
                    <a:pt x="1072" y="1704"/>
                  </a:lnTo>
                  <a:lnTo>
                    <a:pt x="1064" y="1672"/>
                  </a:lnTo>
                  <a:lnTo>
                    <a:pt x="1084" y="1668"/>
                  </a:lnTo>
                  <a:lnTo>
                    <a:pt x="1120" y="1650"/>
                  </a:lnTo>
                  <a:lnTo>
                    <a:pt x="1158" y="1598"/>
                  </a:lnTo>
                  <a:lnTo>
                    <a:pt x="1158" y="1598"/>
                  </a:lnTo>
                  <a:lnTo>
                    <a:pt x="1188" y="1572"/>
                  </a:lnTo>
                  <a:lnTo>
                    <a:pt x="1188" y="1511"/>
                  </a:lnTo>
                  <a:lnTo>
                    <a:pt x="1194" y="1465"/>
                  </a:lnTo>
                  <a:lnTo>
                    <a:pt x="1204" y="1449"/>
                  </a:lnTo>
                  <a:lnTo>
                    <a:pt x="1188" y="1415"/>
                  </a:lnTo>
                  <a:lnTo>
                    <a:pt x="1184" y="1383"/>
                  </a:lnTo>
                  <a:lnTo>
                    <a:pt x="1168" y="1353"/>
                  </a:lnTo>
                  <a:lnTo>
                    <a:pt x="1168" y="1353"/>
                  </a:lnTo>
                  <a:lnTo>
                    <a:pt x="1164" y="1333"/>
                  </a:lnTo>
                  <a:lnTo>
                    <a:pt x="1164" y="1333"/>
                  </a:lnTo>
                  <a:lnTo>
                    <a:pt x="1172" y="1319"/>
                  </a:lnTo>
                  <a:lnTo>
                    <a:pt x="1184" y="1307"/>
                  </a:lnTo>
                  <a:lnTo>
                    <a:pt x="1184" y="1307"/>
                  </a:lnTo>
                  <a:lnTo>
                    <a:pt x="1198" y="1299"/>
                  </a:lnTo>
                  <a:lnTo>
                    <a:pt x="1209" y="1291"/>
                  </a:lnTo>
                  <a:lnTo>
                    <a:pt x="1209" y="1291"/>
                  </a:lnTo>
                  <a:lnTo>
                    <a:pt x="1211" y="1280"/>
                  </a:lnTo>
                  <a:lnTo>
                    <a:pt x="1215" y="1264"/>
                  </a:lnTo>
                  <a:lnTo>
                    <a:pt x="1215" y="1264"/>
                  </a:lnTo>
                  <a:lnTo>
                    <a:pt x="1202" y="1244"/>
                  </a:lnTo>
                  <a:lnTo>
                    <a:pt x="1196" y="1226"/>
                  </a:lnTo>
                  <a:lnTo>
                    <a:pt x="1202" y="1152"/>
                  </a:lnTo>
                  <a:lnTo>
                    <a:pt x="1209" y="1120"/>
                  </a:lnTo>
                  <a:lnTo>
                    <a:pt x="1231" y="1082"/>
                  </a:lnTo>
                  <a:lnTo>
                    <a:pt x="1245" y="1048"/>
                  </a:lnTo>
                  <a:lnTo>
                    <a:pt x="1251" y="1011"/>
                  </a:lnTo>
                  <a:lnTo>
                    <a:pt x="1277" y="969"/>
                  </a:lnTo>
                  <a:lnTo>
                    <a:pt x="1277" y="969"/>
                  </a:lnTo>
                  <a:lnTo>
                    <a:pt x="1289" y="933"/>
                  </a:lnTo>
                  <a:lnTo>
                    <a:pt x="1289" y="933"/>
                  </a:lnTo>
                  <a:lnTo>
                    <a:pt x="1301" y="895"/>
                  </a:lnTo>
                  <a:lnTo>
                    <a:pt x="1361" y="843"/>
                  </a:lnTo>
                  <a:lnTo>
                    <a:pt x="1361" y="843"/>
                  </a:lnTo>
                  <a:lnTo>
                    <a:pt x="1365" y="829"/>
                  </a:lnTo>
                  <a:lnTo>
                    <a:pt x="1369" y="813"/>
                  </a:lnTo>
                  <a:lnTo>
                    <a:pt x="1361" y="801"/>
                  </a:lnTo>
                  <a:lnTo>
                    <a:pt x="1329" y="787"/>
                  </a:lnTo>
                  <a:lnTo>
                    <a:pt x="1307" y="773"/>
                  </a:lnTo>
                  <a:lnTo>
                    <a:pt x="1303" y="748"/>
                  </a:lnTo>
                  <a:lnTo>
                    <a:pt x="1285" y="724"/>
                  </a:lnTo>
                  <a:lnTo>
                    <a:pt x="1257" y="704"/>
                  </a:lnTo>
                  <a:lnTo>
                    <a:pt x="1215" y="700"/>
                  </a:lnTo>
                  <a:lnTo>
                    <a:pt x="1178" y="696"/>
                  </a:lnTo>
                  <a:lnTo>
                    <a:pt x="1142" y="674"/>
                  </a:lnTo>
                  <a:lnTo>
                    <a:pt x="1130" y="662"/>
                  </a:lnTo>
                  <a:lnTo>
                    <a:pt x="1130" y="616"/>
                  </a:lnTo>
                  <a:lnTo>
                    <a:pt x="1128" y="586"/>
                  </a:lnTo>
                  <a:lnTo>
                    <a:pt x="1112" y="572"/>
                  </a:lnTo>
                  <a:lnTo>
                    <a:pt x="1096" y="588"/>
                  </a:lnTo>
                  <a:lnTo>
                    <a:pt x="1090" y="612"/>
                  </a:lnTo>
                  <a:lnTo>
                    <a:pt x="1072" y="646"/>
                  </a:lnTo>
                  <a:lnTo>
                    <a:pt x="1056" y="636"/>
                  </a:lnTo>
                  <a:lnTo>
                    <a:pt x="1046" y="618"/>
                  </a:lnTo>
                  <a:lnTo>
                    <a:pt x="1028" y="582"/>
                  </a:lnTo>
                  <a:lnTo>
                    <a:pt x="1024" y="572"/>
                  </a:lnTo>
                  <a:lnTo>
                    <a:pt x="1013" y="542"/>
                  </a:lnTo>
                  <a:lnTo>
                    <a:pt x="1001" y="524"/>
                  </a:lnTo>
                  <a:lnTo>
                    <a:pt x="987" y="516"/>
                  </a:lnTo>
                  <a:lnTo>
                    <a:pt x="967" y="516"/>
                  </a:lnTo>
                  <a:lnTo>
                    <a:pt x="949" y="500"/>
                  </a:lnTo>
                  <a:lnTo>
                    <a:pt x="947" y="485"/>
                  </a:lnTo>
                  <a:lnTo>
                    <a:pt x="947" y="455"/>
                  </a:lnTo>
                  <a:lnTo>
                    <a:pt x="947" y="455"/>
                  </a:lnTo>
                  <a:lnTo>
                    <a:pt x="951" y="439"/>
                  </a:lnTo>
                  <a:lnTo>
                    <a:pt x="951" y="439"/>
                  </a:lnTo>
                  <a:lnTo>
                    <a:pt x="963" y="425"/>
                  </a:lnTo>
                  <a:lnTo>
                    <a:pt x="963" y="425"/>
                  </a:lnTo>
                  <a:lnTo>
                    <a:pt x="971" y="411"/>
                  </a:lnTo>
                  <a:lnTo>
                    <a:pt x="971" y="411"/>
                  </a:lnTo>
                  <a:lnTo>
                    <a:pt x="965" y="395"/>
                  </a:lnTo>
                  <a:lnTo>
                    <a:pt x="941" y="375"/>
                  </a:lnTo>
                  <a:lnTo>
                    <a:pt x="923" y="351"/>
                  </a:lnTo>
                  <a:lnTo>
                    <a:pt x="907" y="313"/>
                  </a:lnTo>
                  <a:lnTo>
                    <a:pt x="903" y="279"/>
                  </a:lnTo>
                  <a:lnTo>
                    <a:pt x="903" y="279"/>
                  </a:lnTo>
                  <a:lnTo>
                    <a:pt x="895" y="251"/>
                  </a:lnTo>
                  <a:lnTo>
                    <a:pt x="895" y="251"/>
                  </a:lnTo>
                  <a:lnTo>
                    <a:pt x="893" y="214"/>
                  </a:lnTo>
                  <a:lnTo>
                    <a:pt x="893" y="214"/>
                  </a:lnTo>
                  <a:lnTo>
                    <a:pt x="877" y="198"/>
                  </a:lnTo>
                  <a:lnTo>
                    <a:pt x="877" y="198"/>
                  </a:lnTo>
                  <a:lnTo>
                    <a:pt x="843" y="178"/>
                  </a:lnTo>
                  <a:lnTo>
                    <a:pt x="800" y="156"/>
                  </a:lnTo>
                  <a:lnTo>
                    <a:pt x="790" y="138"/>
                  </a:lnTo>
                  <a:lnTo>
                    <a:pt x="780" y="104"/>
                  </a:lnTo>
                  <a:lnTo>
                    <a:pt x="780" y="70"/>
                  </a:lnTo>
                  <a:lnTo>
                    <a:pt x="788" y="38"/>
                  </a:lnTo>
                  <a:lnTo>
                    <a:pt x="790" y="30"/>
                  </a:lnTo>
                  <a:lnTo>
                    <a:pt x="790" y="30"/>
                  </a:lnTo>
                  <a:lnTo>
                    <a:pt x="766" y="2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58" name="Freeform 20">
              <a:extLst>
                <a:ext uri="{FF2B5EF4-FFF2-40B4-BE49-F238E27FC236}">
                  <a16:creationId xmlns:a16="http://schemas.microsoft.com/office/drawing/2014/main" id="{72EC3C3D-154B-67D3-CBD4-51776363E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2466975"/>
              <a:ext cx="3814762" cy="3122613"/>
            </a:xfrm>
            <a:custGeom>
              <a:avLst/>
              <a:gdLst>
                <a:gd name="T0" fmla="*/ 155 w 2403"/>
                <a:gd name="T1" fmla="*/ 1152 h 1967"/>
                <a:gd name="T2" fmla="*/ 210 w 2403"/>
                <a:gd name="T3" fmla="*/ 1196 h 1967"/>
                <a:gd name="T4" fmla="*/ 159 w 2403"/>
                <a:gd name="T5" fmla="*/ 1361 h 1967"/>
                <a:gd name="T6" fmla="*/ 284 w 2403"/>
                <a:gd name="T7" fmla="*/ 1427 h 1967"/>
                <a:gd name="T8" fmla="*/ 340 w 2403"/>
                <a:gd name="T9" fmla="*/ 1333 h 1967"/>
                <a:gd name="T10" fmla="*/ 380 w 2403"/>
                <a:gd name="T11" fmla="*/ 1343 h 1967"/>
                <a:gd name="T12" fmla="*/ 481 w 2403"/>
                <a:gd name="T13" fmla="*/ 1469 h 1967"/>
                <a:gd name="T14" fmla="*/ 527 w 2403"/>
                <a:gd name="T15" fmla="*/ 1524 h 1967"/>
                <a:gd name="T16" fmla="*/ 545 w 2403"/>
                <a:gd name="T17" fmla="*/ 1636 h 1967"/>
                <a:gd name="T18" fmla="*/ 594 w 2403"/>
                <a:gd name="T19" fmla="*/ 1688 h 1967"/>
                <a:gd name="T20" fmla="*/ 730 w 2403"/>
                <a:gd name="T21" fmla="*/ 1704 h 1967"/>
                <a:gd name="T22" fmla="*/ 1044 w 2403"/>
                <a:gd name="T23" fmla="*/ 1791 h 1967"/>
                <a:gd name="T24" fmla="*/ 1235 w 2403"/>
                <a:gd name="T25" fmla="*/ 1801 h 1967"/>
                <a:gd name="T26" fmla="*/ 1329 w 2403"/>
                <a:gd name="T27" fmla="*/ 1799 h 1967"/>
                <a:gd name="T28" fmla="*/ 1466 w 2403"/>
                <a:gd name="T29" fmla="*/ 1771 h 1967"/>
                <a:gd name="T30" fmla="*/ 1613 w 2403"/>
                <a:gd name="T31" fmla="*/ 1817 h 1967"/>
                <a:gd name="T32" fmla="*/ 1653 w 2403"/>
                <a:gd name="T33" fmla="*/ 1967 h 1967"/>
                <a:gd name="T34" fmla="*/ 1750 w 2403"/>
                <a:gd name="T35" fmla="*/ 1849 h 1967"/>
                <a:gd name="T36" fmla="*/ 1886 w 2403"/>
                <a:gd name="T37" fmla="*/ 1718 h 1967"/>
                <a:gd name="T38" fmla="*/ 1987 w 2403"/>
                <a:gd name="T39" fmla="*/ 1676 h 1967"/>
                <a:gd name="T40" fmla="*/ 2158 w 2403"/>
                <a:gd name="T41" fmla="*/ 1767 h 1967"/>
                <a:gd name="T42" fmla="*/ 2284 w 2403"/>
                <a:gd name="T43" fmla="*/ 1670 h 1967"/>
                <a:gd name="T44" fmla="*/ 2224 w 2403"/>
                <a:gd name="T45" fmla="*/ 1526 h 1967"/>
                <a:gd name="T46" fmla="*/ 2240 w 2403"/>
                <a:gd name="T47" fmla="*/ 1341 h 1967"/>
                <a:gd name="T48" fmla="*/ 2206 w 2403"/>
                <a:gd name="T49" fmla="*/ 1168 h 1967"/>
                <a:gd name="T50" fmla="*/ 2288 w 2403"/>
                <a:gd name="T51" fmla="*/ 1096 h 1967"/>
                <a:gd name="T52" fmla="*/ 2365 w 2403"/>
                <a:gd name="T53" fmla="*/ 1088 h 1967"/>
                <a:gd name="T54" fmla="*/ 2393 w 2403"/>
                <a:gd name="T55" fmla="*/ 815 h 1967"/>
                <a:gd name="T56" fmla="*/ 2393 w 2403"/>
                <a:gd name="T57" fmla="*/ 793 h 1967"/>
                <a:gd name="T58" fmla="*/ 2294 w 2403"/>
                <a:gd name="T59" fmla="*/ 799 h 1967"/>
                <a:gd name="T60" fmla="*/ 2254 w 2403"/>
                <a:gd name="T61" fmla="*/ 825 h 1967"/>
                <a:gd name="T62" fmla="*/ 2093 w 2403"/>
                <a:gd name="T63" fmla="*/ 725 h 1967"/>
                <a:gd name="T64" fmla="*/ 1959 w 2403"/>
                <a:gd name="T65" fmla="*/ 652 h 1967"/>
                <a:gd name="T66" fmla="*/ 1838 w 2403"/>
                <a:gd name="T67" fmla="*/ 640 h 1967"/>
                <a:gd name="T68" fmla="*/ 1754 w 2403"/>
                <a:gd name="T69" fmla="*/ 542 h 1967"/>
                <a:gd name="T70" fmla="*/ 1661 w 2403"/>
                <a:gd name="T71" fmla="*/ 176 h 1967"/>
                <a:gd name="T72" fmla="*/ 1623 w 2403"/>
                <a:gd name="T73" fmla="*/ 160 h 1967"/>
                <a:gd name="T74" fmla="*/ 1456 w 2403"/>
                <a:gd name="T75" fmla="*/ 227 h 1967"/>
                <a:gd name="T76" fmla="*/ 1215 w 2403"/>
                <a:gd name="T77" fmla="*/ 185 h 1967"/>
                <a:gd name="T78" fmla="*/ 1209 w 2403"/>
                <a:gd name="T79" fmla="*/ 38 h 1967"/>
                <a:gd name="T80" fmla="*/ 1044 w 2403"/>
                <a:gd name="T81" fmla="*/ 38 h 1967"/>
                <a:gd name="T82" fmla="*/ 919 w 2403"/>
                <a:gd name="T83" fmla="*/ 90 h 1967"/>
                <a:gd name="T84" fmla="*/ 957 w 2403"/>
                <a:gd name="T85" fmla="*/ 195 h 1967"/>
                <a:gd name="T86" fmla="*/ 917 w 2403"/>
                <a:gd name="T87" fmla="*/ 289 h 1967"/>
                <a:gd name="T88" fmla="*/ 931 w 2403"/>
                <a:gd name="T89" fmla="*/ 393 h 1967"/>
                <a:gd name="T90" fmla="*/ 839 w 2403"/>
                <a:gd name="T91" fmla="*/ 415 h 1967"/>
                <a:gd name="T92" fmla="*/ 764 w 2403"/>
                <a:gd name="T93" fmla="*/ 468 h 1967"/>
                <a:gd name="T94" fmla="*/ 686 w 2403"/>
                <a:gd name="T95" fmla="*/ 564 h 1967"/>
                <a:gd name="T96" fmla="*/ 608 w 2403"/>
                <a:gd name="T97" fmla="*/ 560 h 1967"/>
                <a:gd name="T98" fmla="*/ 413 w 2403"/>
                <a:gd name="T99" fmla="*/ 542 h 1967"/>
                <a:gd name="T100" fmla="*/ 401 w 2403"/>
                <a:gd name="T101" fmla="*/ 600 h 1967"/>
                <a:gd name="T102" fmla="*/ 374 w 2403"/>
                <a:gd name="T103" fmla="*/ 704 h 1967"/>
                <a:gd name="T104" fmla="*/ 264 w 2403"/>
                <a:gd name="T105" fmla="*/ 717 h 1967"/>
                <a:gd name="T106" fmla="*/ 175 w 2403"/>
                <a:gd name="T107" fmla="*/ 847 h 1967"/>
                <a:gd name="T108" fmla="*/ 9 w 2403"/>
                <a:gd name="T109" fmla="*/ 1008 h 1967"/>
                <a:gd name="T110" fmla="*/ 37 w 2403"/>
                <a:gd name="T111" fmla="*/ 1108 h 1967"/>
                <a:gd name="T112" fmla="*/ 37 w 2403"/>
                <a:gd name="T113" fmla="*/ 1170 h 1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03" h="1967">
                  <a:moveTo>
                    <a:pt x="37" y="1170"/>
                  </a:moveTo>
                  <a:lnTo>
                    <a:pt x="105" y="1166"/>
                  </a:lnTo>
                  <a:lnTo>
                    <a:pt x="139" y="1156"/>
                  </a:lnTo>
                  <a:lnTo>
                    <a:pt x="139" y="1156"/>
                  </a:lnTo>
                  <a:lnTo>
                    <a:pt x="155" y="1152"/>
                  </a:lnTo>
                  <a:lnTo>
                    <a:pt x="167" y="1150"/>
                  </a:lnTo>
                  <a:lnTo>
                    <a:pt x="175" y="1150"/>
                  </a:lnTo>
                  <a:lnTo>
                    <a:pt x="175" y="1150"/>
                  </a:lnTo>
                  <a:lnTo>
                    <a:pt x="206" y="1170"/>
                  </a:lnTo>
                  <a:lnTo>
                    <a:pt x="210" y="1196"/>
                  </a:lnTo>
                  <a:lnTo>
                    <a:pt x="189" y="1214"/>
                  </a:lnTo>
                  <a:lnTo>
                    <a:pt x="179" y="1237"/>
                  </a:lnTo>
                  <a:lnTo>
                    <a:pt x="189" y="1257"/>
                  </a:lnTo>
                  <a:lnTo>
                    <a:pt x="175" y="1319"/>
                  </a:lnTo>
                  <a:lnTo>
                    <a:pt x="159" y="1361"/>
                  </a:lnTo>
                  <a:lnTo>
                    <a:pt x="153" y="1395"/>
                  </a:lnTo>
                  <a:lnTo>
                    <a:pt x="159" y="1415"/>
                  </a:lnTo>
                  <a:lnTo>
                    <a:pt x="179" y="1429"/>
                  </a:lnTo>
                  <a:lnTo>
                    <a:pt x="256" y="1433"/>
                  </a:lnTo>
                  <a:lnTo>
                    <a:pt x="284" y="1427"/>
                  </a:lnTo>
                  <a:lnTo>
                    <a:pt x="318" y="1413"/>
                  </a:lnTo>
                  <a:lnTo>
                    <a:pt x="324" y="1391"/>
                  </a:lnTo>
                  <a:lnTo>
                    <a:pt x="324" y="1359"/>
                  </a:lnTo>
                  <a:lnTo>
                    <a:pt x="324" y="1343"/>
                  </a:lnTo>
                  <a:lnTo>
                    <a:pt x="340" y="1333"/>
                  </a:lnTo>
                  <a:lnTo>
                    <a:pt x="340" y="1333"/>
                  </a:lnTo>
                  <a:lnTo>
                    <a:pt x="368" y="1337"/>
                  </a:lnTo>
                  <a:lnTo>
                    <a:pt x="368" y="1337"/>
                  </a:lnTo>
                  <a:lnTo>
                    <a:pt x="372" y="1339"/>
                  </a:lnTo>
                  <a:lnTo>
                    <a:pt x="380" y="1343"/>
                  </a:lnTo>
                  <a:lnTo>
                    <a:pt x="389" y="1351"/>
                  </a:lnTo>
                  <a:lnTo>
                    <a:pt x="409" y="1381"/>
                  </a:lnTo>
                  <a:lnTo>
                    <a:pt x="433" y="1407"/>
                  </a:lnTo>
                  <a:lnTo>
                    <a:pt x="457" y="1435"/>
                  </a:lnTo>
                  <a:lnTo>
                    <a:pt x="481" y="1469"/>
                  </a:lnTo>
                  <a:lnTo>
                    <a:pt x="481" y="1469"/>
                  </a:lnTo>
                  <a:lnTo>
                    <a:pt x="509" y="1495"/>
                  </a:lnTo>
                  <a:lnTo>
                    <a:pt x="509" y="1495"/>
                  </a:lnTo>
                  <a:lnTo>
                    <a:pt x="519" y="1510"/>
                  </a:lnTo>
                  <a:lnTo>
                    <a:pt x="527" y="1524"/>
                  </a:lnTo>
                  <a:lnTo>
                    <a:pt x="527" y="1524"/>
                  </a:lnTo>
                  <a:lnTo>
                    <a:pt x="535" y="1558"/>
                  </a:lnTo>
                  <a:lnTo>
                    <a:pt x="535" y="1610"/>
                  </a:lnTo>
                  <a:lnTo>
                    <a:pt x="545" y="1636"/>
                  </a:lnTo>
                  <a:lnTo>
                    <a:pt x="545" y="1636"/>
                  </a:lnTo>
                  <a:lnTo>
                    <a:pt x="567" y="1658"/>
                  </a:lnTo>
                  <a:lnTo>
                    <a:pt x="582" y="1674"/>
                  </a:lnTo>
                  <a:lnTo>
                    <a:pt x="588" y="1682"/>
                  </a:lnTo>
                  <a:lnTo>
                    <a:pt x="588" y="1682"/>
                  </a:lnTo>
                  <a:lnTo>
                    <a:pt x="594" y="1688"/>
                  </a:lnTo>
                  <a:lnTo>
                    <a:pt x="604" y="1696"/>
                  </a:lnTo>
                  <a:lnTo>
                    <a:pt x="620" y="1710"/>
                  </a:lnTo>
                  <a:lnTo>
                    <a:pt x="688" y="1710"/>
                  </a:lnTo>
                  <a:lnTo>
                    <a:pt x="688" y="1710"/>
                  </a:lnTo>
                  <a:lnTo>
                    <a:pt x="730" y="1704"/>
                  </a:lnTo>
                  <a:lnTo>
                    <a:pt x="730" y="1704"/>
                  </a:lnTo>
                  <a:lnTo>
                    <a:pt x="791" y="1714"/>
                  </a:lnTo>
                  <a:lnTo>
                    <a:pt x="889" y="1752"/>
                  </a:lnTo>
                  <a:lnTo>
                    <a:pt x="982" y="1777"/>
                  </a:lnTo>
                  <a:lnTo>
                    <a:pt x="1044" y="1791"/>
                  </a:lnTo>
                  <a:lnTo>
                    <a:pt x="1094" y="1819"/>
                  </a:lnTo>
                  <a:lnTo>
                    <a:pt x="1138" y="1835"/>
                  </a:lnTo>
                  <a:lnTo>
                    <a:pt x="1183" y="1833"/>
                  </a:lnTo>
                  <a:lnTo>
                    <a:pt x="1219" y="1817"/>
                  </a:lnTo>
                  <a:lnTo>
                    <a:pt x="1235" y="1801"/>
                  </a:lnTo>
                  <a:lnTo>
                    <a:pt x="1247" y="1779"/>
                  </a:lnTo>
                  <a:lnTo>
                    <a:pt x="1253" y="1765"/>
                  </a:lnTo>
                  <a:lnTo>
                    <a:pt x="1273" y="1761"/>
                  </a:lnTo>
                  <a:lnTo>
                    <a:pt x="1293" y="1771"/>
                  </a:lnTo>
                  <a:lnTo>
                    <a:pt x="1329" y="1799"/>
                  </a:lnTo>
                  <a:lnTo>
                    <a:pt x="1362" y="1805"/>
                  </a:lnTo>
                  <a:lnTo>
                    <a:pt x="1390" y="1813"/>
                  </a:lnTo>
                  <a:lnTo>
                    <a:pt x="1426" y="1799"/>
                  </a:lnTo>
                  <a:lnTo>
                    <a:pt x="1446" y="1771"/>
                  </a:lnTo>
                  <a:lnTo>
                    <a:pt x="1466" y="1771"/>
                  </a:lnTo>
                  <a:lnTo>
                    <a:pt x="1490" y="1779"/>
                  </a:lnTo>
                  <a:lnTo>
                    <a:pt x="1506" y="1787"/>
                  </a:lnTo>
                  <a:lnTo>
                    <a:pt x="1549" y="1787"/>
                  </a:lnTo>
                  <a:lnTo>
                    <a:pt x="1597" y="1793"/>
                  </a:lnTo>
                  <a:lnTo>
                    <a:pt x="1613" y="1817"/>
                  </a:lnTo>
                  <a:lnTo>
                    <a:pt x="1619" y="1855"/>
                  </a:lnTo>
                  <a:lnTo>
                    <a:pt x="1619" y="1883"/>
                  </a:lnTo>
                  <a:lnTo>
                    <a:pt x="1633" y="1925"/>
                  </a:lnTo>
                  <a:lnTo>
                    <a:pt x="1645" y="1935"/>
                  </a:lnTo>
                  <a:lnTo>
                    <a:pt x="1653" y="1967"/>
                  </a:lnTo>
                  <a:lnTo>
                    <a:pt x="1663" y="1965"/>
                  </a:lnTo>
                  <a:lnTo>
                    <a:pt x="1675" y="1965"/>
                  </a:lnTo>
                  <a:lnTo>
                    <a:pt x="1701" y="1949"/>
                  </a:lnTo>
                  <a:lnTo>
                    <a:pt x="1725" y="1911"/>
                  </a:lnTo>
                  <a:lnTo>
                    <a:pt x="1750" y="1849"/>
                  </a:lnTo>
                  <a:lnTo>
                    <a:pt x="1772" y="1821"/>
                  </a:lnTo>
                  <a:lnTo>
                    <a:pt x="1780" y="1779"/>
                  </a:lnTo>
                  <a:lnTo>
                    <a:pt x="1806" y="1742"/>
                  </a:lnTo>
                  <a:lnTo>
                    <a:pt x="1822" y="1724"/>
                  </a:lnTo>
                  <a:lnTo>
                    <a:pt x="1886" y="1718"/>
                  </a:lnTo>
                  <a:lnTo>
                    <a:pt x="1927" y="1704"/>
                  </a:lnTo>
                  <a:lnTo>
                    <a:pt x="1927" y="1704"/>
                  </a:lnTo>
                  <a:lnTo>
                    <a:pt x="1959" y="1686"/>
                  </a:lnTo>
                  <a:lnTo>
                    <a:pt x="1959" y="1686"/>
                  </a:lnTo>
                  <a:lnTo>
                    <a:pt x="1987" y="1676"/>
                  </a:lnTo>
                  <a:lnTo>
                    <a:pt x="2049" y="1670"/>
                  </a:lnTo>
                  <a:lnTo>
                    <a:pt x="2063" y="1696"/>
                  </a:lnTo>
                  <a:lnTo>
                    <a:pt x="2085" y="1720"/>
                  </a:lnTo>
                  <a:lnTo>
                    <a:pt x="2116" y="1740"/>
                  </a:lnTo>
                  <a:lnTo>
                    <a:pt x="2158" y="1767"/>
                  </a:lnTo>
                  <a:lnTo>
                    <a:pt x="2184" y="1769"/>
                  </a:lnTo>
                  <a:lnTo>
                    <a:pt x="2216" y="1738"/>
                  </a:lnTo>
                  <a:lnTo>
                    <a:pt x="2246" y="1710"/>
                  </a:lnTo>
                  <a:lnTo>
                    <a:pt x="2268" y="1680"/>
                  </a:lnTo>
                  <a:lnTo>
                    <a:pt x="2284" y="1670"/>
                  </a:lnTo>
                  <a:lnTo>
                    <a:pt x="2288" y="1638"/>
                  </a:lnTo>
                  <a:lnTo>
                    <a:pt x="2294" y="1610"/>
                  </a:lnTo>
                  <a:lnTo>
                    <a:pt x="2274" y="1578"/>
                  </a:lnTo>
                  <a:lnTo>
                    <a:pt x="2242" y="1550"/>
                  </a:lnTo>
                  <a:lnTo>
                    <a:pt x="2224" y="1526"/>
                  </a:lnTo>
                  <a:lnTo>
                    <a:pt x="2224" y="1481"/>
                  </a:lnTo>
                  <a:lnTo>
                    <a:pt x="2208" y="1449"/>
                  </a:lnTo>
                  <a:lnTo>
                    <a:pt x="2206" y="1419"/>
                  </a:lnTo>
                  <a:lnTo>
                    <a:pt x="2224" y="1389"/>
                  </a:lnTo>
                  <a:lnTo>
                    <a:pt x="2240" y="1341"/>
                  </a:lnTo>
                  <a:lnTo>
                    <a:pt x="2232" y="1317"/>
                  </a:lnTo>
                  <a:lnTo>
                    <a:pt x="2210" y="1275"/>
                  </a:lnTo>
                  <a:lnTo>
                    <a:pt x="2202" y="1249"/>
                  </a:lnTo>
                  <a:lnTo>
                    <a:pt x="2206" y="1168"/>
                  </a:lnTo>
                  <a:lnTo>
                    <a:pt x="2206" y="1168"/>
                  </a:lnTo>
                  <a:lnTo>
                    <a:pt x="2214" y="1142"/>
                  </a:lnTo>
                  <a:lnTo>
                    <a:pt x="2214" y="1142"/>
                  </a:lnTo>
                  <a:lnTo>
                    <a:pt x="2230" y="1100"/>
                  </a:lnTo>
                  <a:lnTo>
                    <a:pt x="2248" y="1088"/>
                  </a:lnTo>
                  <a:lnTo>
                    <a:pt x="2288" y="1096"/>
                  </a:lnTo>
                  <a:lnTo>
                    <a:pt x="2288" y="1096"/>
                  </a:lnTo>
                  <a:lnTo>
                    <a:pt x="2296" y="1100"/>
                  </a:lnTo>
                  <a:lnTo>
                    <a:pt x="2303" y="1102"/>
                  </a:lnTo>
                  <a:lnTo>
                    <a:pt x="2303" y="1102"/>
                  </a:lnTo>
                  <a:lnTo>
                    <a:pt x="2365" y="1088"/>
                  </a:lnTo>
                  <a:lnTo>
                    <a:pt x="2389" y="1082"/>
                  </a:lnTo>
                  <a:lnTo>
                    <a:pt x="2403" y="1042"/>
                  </a:lnTo>
                  <a:lnTo>
                    <a:pt x="2387" y="984"/>
                  </a:lnTo>
                  <a:lnTo>
                    <a:pt x="2387" y="897"/>
                  </a:lnTo>
                  <a:lnTo>
                    <a:pt x="2393" y="815"/>
                  </a:lnTo>
                  <a:lnTo>
                    <a:pt x="2393" y="815"/>
                  </a:lnTo>
                  <a:lnTo>
                    <a:pt x="2393" y="807"/>
                  </a:lnTo>
                  <a:lnTo>
                    <a:pt x="2393" y="799"/>
                  </a:lnTo>
                  <a:lnTo>
                    <a:pt x="2393" y="793"/>
                  </a:lnTo>
                  <a:lnTo>
                    <a:pt x="2393" y="793"/>
                  </a:lnTo>
                  <a:lnTo>
                    <a:pt x="2383" y="781"/>
                  </a:lnTo>
                  <a:lnTo>
                    <a:pt x="2373" y="771"/>
                  </a:lnTo>
                  <a:lnTo>
                    <a:pt x="2351" y="761"/>
                  </a:lnTo>
                  <a:lnTo>
                    <a:pt x="2323" y="771"/>
                  </a:lnTo>
                  <a:lnTo>
                    <a:pt x="2294" y="799"/>
                  </a:lnTo>
                  <a:lnTo>
                    <a:pt x="2294" y="799"/>
                  </a:lnTo>
                  <a:lnTo>
                    <a:pt x="2278" y="813"/>
                  </a:lnTo>
                  <a:lnTo>
                    <a:pt x="2258" y="827"/>
                  </a:lnTo>
                  <a:lnTo>
                    <a:pt x="2258" y="827"/>
                  </a:lnTo>
                  <a:lnTo>
                    <a:pt x="2254" y="825"/>
                  </a:lnTo>
                  <a:lnTo>
                    <a:pt x="2244" y="819"/>
                  </a:lnTo>
                  <a:lnTo>
                    <a:pt x="2232" y="809"/>
                  </a:lnTo>
                  <a:lnTo>
                    <a:pt x="2200" y="795"/>
                  </a:lnTo>
                  <a:lnTo>
                    <a:pt x="2152" y="767"/>
                  </a:lnTo>
                  <a:lnTo>
                    <a:pt x="2093" y="725"/>
                  </a:lnTo>
                  <a:lnTo>
                    <a:pt x="2093" y="727"/>
                  </a:lnTo>
                  <a:lnTo>
                    <a:pt x="2031" y="721"/>
                  </a:lnTo>
                  <a:lnTo>
                    <a:pt x="2031" y="721"/>
                  </a:lnTo>
                  <a:lnTo>
                    <a:pt x="1989" y="680"/>
                  </a:lnTo>
                  <a:lnTo>
                    <a:pt x="1959" y="652"/>
                  </a:lnTo>
                  <a:lnTo>
                    <a:pt x="1949" y="642"/>
                  </a:lnTo>
                  <a:lnTo>
                    <a:pt x="1945" y="638"/>
                  </a:lnTo>
                  <a:lnTo>
                    <a:pt x="1945" y="638"/>
                  </a:lnTo>
                  <a:lnTo>
                    <a:pt x="1838" y="640"/>
                  </a:lnTo>
                  <a:lnTo>
                    <a:pt x="1838" y="640"/>
                  </a:lnTo>
                  <a:lnTo>
                    <a:pt x="1816" y="614"/>
                  </a:lnTo>
                  <a:lnTo>
                    <a:pt x="1790" y="584"/>
                  </a:lnTo>
                  <a:lnTo>
                    <a:pt x="1790" y="584"/>
                  </a:lnTo>
                  <a:lnTo>
                    <a:pt x="1772" y="562"/>
                  </a:lnTo>
                  <a:lnTo>
                    <a:pt x="1754" y="542"/>
                  </a:lnTo>
                  <a:lnTo>
                    <a:pt x="1756" y="478"/>
                  </a:lnTo>
                  <a:lnTo>
                    <a:pt x="1709" y="413"/>
                  </a:lnTo>
                  <a:lnTo>
                    <a:pt x="1687" y="355"/>
                  </a:lnTo>
                  <a:lnTo>
                    <a:pt x="1691" y="209"/>
                  </a:lnTo>
                  <a:lnTo>
                    <a:pt x="1661" y="176"/>
                  </a:lnTo>
                  <a:lnTo>
                    <a:pt x="1661" y="176"/>
                  </a:lnTo>
                  <a:lnTo>
                    <a:pt x="1645" y="166"/>
                  </a:lnTo>
                  <a:lnTo>
                    <a:pt x="1631" y="160"/>
                  </a:lnTo>
                  <a:lnTo>
                    <a:pt x="1627" y="160"/>
                  </a:lnTo>
                  <a:lnTo>
                    <a:pt x="1623" y="160"/>
                  </a:lnTo>
                  <a:lnTo>
                    <a:pt x="1623" y="160"/>
                  </a:lnTo>
                  <a:lnTo>
                    <a:pt x="1609" y="174"/>
                  </a:lnTo>
                  <a:lnTo>
                    <a:pt x="1595" y="187"/>
                  </a:lnTo>
                  <a:lnTo>
                    <a:pt x="1555" y="209"/>
                  </a:lnTo>
                  <a:lnTo>
                    <a:pt x="1456" y="227"/>
                  </a:lnTo>
                  <a:lnTo>
                    <a:pt x="1404" y="217"/>
                  </a:lnTo>
                  <a:lnTo>
                    <a:pt x="1344" y="243"/>
                  </a:lnTo>
                  <a:lnTo>
                    <a:pt x="1305" y="213"/>
                  </a:lnTo>
                  <a:lnTo>
                    <a:pt x="1265" y="229"/>
                  </a:lnTo>
                  <a:lnTo>
                    <a:pt x="1215" y="185"/>
                  </a:lnTo>
                  <a:lnTo>
                    <a:pt x="1215" y="185"/>
                  </a:lnTo>
                  <a:lnTo>
                    <a:pt x="1223" y="68"/>
                  </a:lnTo>
                  <a:lnTo>
                    <a:pt x="1223" y="68"/>
                  </a:lnTo>
                  <a:lnTo>
                    <a:pt x="1219" y="58"/>
                  </a:lnTo>
                  <a:lnTo>
                    <a:pt x="1209" y="38"/>
                  </a:lnTo>
                  <a:lnTo>
                    <a:pt x="1195" y="10"/>
                  </a:lnTo>
                  <a:lnTo>
                    <a:pt x="1148" y="0"/>
                  </a:lnTo>
                  <a:lnTo>
                    <a:pt x="1122" y="34"/>
                  </a:lnTo>
                  <a:lnTo>
                    <a:pt x="1088" y="38"/>
                  </a:lnTo>
                  <a:lnTo>
                    <a:pt x="1044" y="38"/>
                  </a:lnTo>
                  <a:lnTo>
                    <a:pt x="1030" y="26"/>
                  </a:lnTo>
                  <a:lnTo>
                    <a:pt x="1010" y="26"/>
                  </a:lnTo>
                  <a:lnTo>
                    <a:pt x="986" y="26"/>
                  </a:lnTo>
                  <a:lnTo>
                    <a:pt x="959" y="42"/>
                  </a:lnTo>
                  <a:lnTo>
                    <a:pt x="919" y="90"/>
                  </a:lnTo>
                  <a:lnTo>
                    <a:pt x="911" y="110"/>
                  </a:lnTo>
                  <a:lnTo>
                    <a:pt x="913" y="134"/>
                  </a:lnTo>
                  <a:lnTo>
                    <a:pt x="955" y="146"/>
                  </a:lnTo>
                  <a:lnTo>
                    <a:pt x="964" y="164"/>
                  </a:lnTo>
                  <a:lnTo>
                    <a:pt x="957" y="195"/>
                  </a:lnTo>
                  <a:lnTo>
                    <a:pt x="927" y="211"/>
                  </a:lnTo>
                  <a:lnTo>
                    <a:pt x="889" y="217"/>
                  </a:lnTo>
                  <a:lnTo>
                    <a:pt x="877" y="243"/>
                  </a:lnTo>
                  <a:lnTo>
                    <a:pt x="887" y="267"/>
                  </a:lnTo>
                  <a:lnTo>
                    <a:pt x="917" y="289"/>
                  </a:lnTo>
                  <a:lnTo>
                    <a:pt x="951" y="305"/>
                  </a:lnTo>
                  <a:lnTo>
                    <a:pt x="980" y="333"/>
                  </a:lnTo>
                  <a:lnTo>
                    <a:pt x="976" y="361"/>
                  </a:lnTo>
                  <a:lnTo>
                    <a:pt x="957" y="381"/>
                  </a:lnTo>
                  <a:lnTo>
                    <a:pt x="931" y="393"/>
                  </a:lnTo>
                  <a:lnTo>
                    <a:pt x="911" y="367"/>
                  </a:lnTo>
                  <a:lnTo>
                    <a:pt x="897" y="345"/>
                  </a:lnTo>
                  <a:lnTo>
                    <a:pt x="877" y="353"/>
                  </a:lnTo>
                  <a:lnTo>
                    <a:pt x="859" y="395"/>
                  </a:lnTo>
                  <a:lnTo>
                    <a:pt x="839" y="415"/>
                  </a:lnTo>
                  <a:lnTo>
                    <a:pt x="779" y="448"/>
                  </a:lnTo>
                  <a:lnTo>
                    <a:pt x="779" y="448"/>
                  </a:lnTo>
                  <a:lnTo>
                    <a:pt x="771" y="456"/>
                  </a:lnTo>
                  <a:lnTo>
                    <a:pt x="764" y="468"/>
                  </a:lnTo>
                  <a:lnTo>
                    <a:pt x="764" y="468"/>
                  </a:lnTo>
                  <a:lnTo>
                    <a:pt x="760" y="504"/>
                  </a:lnTo>
                  <a:lnTo>
                    <a:pt x="728" y="542"/>
                  </a:lnTo>
                  <a:lnTo>
                    <a:pt x="728" y="542"/>
                  </a:lnTo>
                  <a:lnTo>
                    <a:pt x="686" y="564"/>
                  </a:lnTo>
                  <a:lnTo>
                    <a:pt x="686" y="564"/>
                  </a:lnTo>
                  <a:lnTo>
                    <a:pt x="668" y="572"/>
                  </a:lnTo>
                  <a:lnTo>
                    <a:pt x="652" y="576"/>
                  </a:lnTo>
                  <a:lnTo>
                    <a:pt x="652" y="576"/>
                  </a:lnTo>
                  <a:lnTo>
                    <a:pt x="628" y="568"/>
                  </a:lnTo>
                  <a:lnTo>
                    <a:pt x="608" y="560"/>
                  </a:lnTo>
                  <a:lnTo>
                    <a:pt x="561" y="538"/>
                  </a:lnTo>
                  <a:lnTo>
                    <a:pt x="521" y="536"/>
                  </a:lnTo>
                  <a:lnTo>
                    <a:pt x="451" y="532"/>
                  </a:lnTo>
                  <a:lnTo>
                    <a:pt x="413" y="542"/>
                  </a:lnTo>
                  <a:lnTo>
                    <a:pt x="413" y="542"/>
                  </a:lnTo>
                  <a:lnTo>
                    <a:pt x="407" y="550"/>
                  </a:lnTo>
                  <a:lnTo>
                    <a:pt x="403" y="562"/>
                  </a:lnTo>
                  <a:lnTo>
                    <a:pt x="403" y="562"/>
                  </a:lnTo>
                  <a:lnTo>
                    <a:pt x="395" y="586"/>
                  </a:lnTo>
                  <a:lnTo>
                    <a:pt x="401" y="600"/>
                  </a:lnTo>
                  <a:lnTo>
                    <a:pt x="413" y="666"/>
                  </a:lnTo>
                  <a:lnTo>
                    <a:pt x="413" y="696"/>
                  </a:lnTo>
                  <a:lnTo>
                    <a:pt x="405" y="704"/>
                  </a:lnTo>
                  <a:lnTo>
                    <a:pt x="384" y="711"/>
                  </a:lnTo>
                  <a:lnTo>
                    <a:pt x="374" y="704"/>
                  </a:lnTo>
                  <a:lnTo>
                    <a:pt x="344" y="696"/>
                  </a:lnTo>
                  <a:lnTo>
                    <a:pt x="300" y="700"/>
                  </a:lnTo>
                  <a:lnTo>
                    <a:pt x="276" y="711"/>
                  </a:lnTo>
                  <a:lnTo>
                    <a:pt x="276" y="711"/>
                  </a:lnTo>
                  <a:lnTo>
                    <a:pt x="264" y="717"/>
                  </a:lnTo>
                  <a:lnTo>
                    <a:pt x="250" y="725"/>
                  </a:lnTo>
                  <a:lnTo>
                    <a:pt x="250" y="725"/>
                  </a:lnTo>
                  <a:lnTo>
                    <a:pt x="222" y="761"/>
                  </a:lnTo>
                  <a:lnTo>
                    <a:pt x="198" y="795"/>
                  </a:lnTo>
                  <a:lnTo>
                    <a:pt x="175" y="847"/>
                  </a:lnTo>
                  <a:lnTo>
                    <a:pt x="153" y="903"/>
                  </a:lnTo>
                  <a:lnTo>
                    <a:pt x="129" y="931"/>
                  </a:lnTo>
                  <a:lnTo>
                    <a:pt x="85" y="953"/>
                  </a:lnTo>
                  <a:lnTo>
                    <a:pt x="37" y="984"/>
                  </a:lnTo>
                  <a:lnTo>
                    <a:pt x="9" y="1008"/>
                  </a:lnTo>
                  <a:lnTo>
                    <a:pt x="0" y="1036"/>
                  </a:lnTo>
                  <a:lnTo>
                    <a:pt x="3" y="1060"/>
                  </a:lnTo>
                  <a:lnTo>
                    <a:pt x="9" y="1074"/>
                  </a:lnTo>
                  <a:lnTo>
                    <a:pt x="27" y="1086"/>
                  </a:lnTo>
                  <a:lnTo>
                    <a:pt x="37" y="1108"/>
                  </a:lnTo>
                  <a:lnTo>
                    <a:pt x="31" y="1136"/>
                  </a:lnTo>
                  <a:lnTo>
                    <a:pt x="13" y="1158"/>
                  </a:lnTo>
                  <a:lnTo>
                    <a:pt x="0" y="1170"/>
                  </a:lnTo>
                  <a:lnTo>
                    <a:pt x="0" y="1170"/>
                  </a:lnTo>
                  <a:lnTo>
                    <a:pt x="37" y="117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59" name="Freeform 21">
              <a:extLst>
                <a:ext uri="{FF2B5EF4-FFF2-40B4-BE49-F238E27FC236}">
                  <a16:creationId xmlns:a16="http://schemas.microsoft.com/office/drawing/2014/main" id="{064A1BB5-0EB5-08D9-3B13-6737A2B3B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075" y="4184650"/>
              <a:ext cx="3181350" cy="3783013"/>
            </a:xfrm>
            <a:custGeom>
              <a:avLst/>
              <a:gdLst>
                <a:gd name="T0" fmla="*/ 543 w 2004"/>
                <a:gd name="T1" fmla="*/ 1845 h 2383"/>
                <a:gd name="T2" fmla="*/ 746 w 2004"/>
                <a:gd name="T3" fmla="*/ 1925 h 2383"/>
                <a:gd name="T4" fmla="*/ 846 w 2004"/>
                <a:gd name="T5" fmla="*/ 1841 h 2383"/>
                <a:gd name="T6" fmla="*/ 931 w 2004"/>
                <a:gd name="T7" fmla="*/ 1877 h 2383"/>
                <a:gd name="T8" fmla="*/ 1021 w 2004"/>
                <a:gd name="T9" fmla="*/ 1867 h 2383"/>
                <a:gd name="T10" fmla="*/ 1049 w 2004"/>
                <a:gd name="T11" fmla="*/ 2046 h 2383"/>
                <a:gd name="T12" fmla="*/ 1077 w 2004"/>
                <a:gd name="T13" fmla="*/ 2074 h 2383"/>
                <a:gd name="T14" fmla="*/ 1092 w 2004"/>
                <a:gd name="T15" fmla="*/ 2120 h 2383"/>
                <a:gd name="T16" fmla="*/ 1246 w 2004"/>
                <a:gd name="T17" fmla="*/ 2120 h 2383"/>
                <a:gd name="T18" fmla="*/ 1295 w 2004"/>
                <a:gd name="T19" fmla="*/ 2116 h 2383"/>
                <a:gd name="T20" fmla="*/ 1427 w 2004"/>
                <a:gd name="T21" fmla="*/ 2022 h 2383"/>
                <a:gd name="T22" fmla="*/ 1566 w 2004"/>
                <a:gd name="T23" fmla="*/ 2170 h 2383"/>
                <a:gd name="T24" fmla="*/ 1650 w 2004"/>
                <a:gd name="T25" fmla="*/ 2279 h 2383"/>
                <a:gd name="T26" fmla="*/ 1695 w 2004"/>
                <a:gd name="T27" fmla="*/ 2319 h 2383"/>
                <a:gd name="T28" fmla="*/ 1864 w 2004"/>
                <a:gd name="T29" fmla="*/ 2216 h 2383"/>
                <a:gd name="T30" fmla="*/ 1874 w 2004"/>
                <a:gd name="T31" fmla="*/ 2120 h 2383"/>
                <a:gd name="T32" fmla="*/ 1785 w 2004"/>
                <a:gd name="T33" fmla="*/ 2074 h 2383"/>
                <a:gd name="T34" fmla="*/ 1727 w 2004"/>
                <a:gd name="T35" fmla="*/ 2002 h 2383"/>
                <a:gd name="T36" fmla="*/ 1669 w 2004"/>
                <a:gd name="T37" fmla="*/ 1849 h 2383"/>
                <a:gd name="T38" fmla="*/ 1673 w 2004"/>
                <a:gd name="T39" fmla="*/ 1771 h 2383"/>
                <a:gd name="T40" fmla="*/ 1632 w 2004"/>
                <a:gd name="T41" fmla="*/ 1636 h 2383"/>
                <a:gd name="T42" fmla="*/ 1530 w 2004"/>
                <a:gd name="T43" fmla="*/ 1580 h 2383"/>
                <a:gd name="T44" fmla="*/ 1409 w 2004"/>
                <a:gd name="T45" fmla="*/ 1538 h 2383"/>
                <a:gd name="T46" fmla="*/ 1461 w 2004"/>
                <a:gd name="T47" fmla="*/ 1391 h 2383"/>
                <a:gd name="T48" fmla="*/ 1343 w 2004"/>
                <a:gd name="T49" fmla="*/ 1221 h 2383"/>
                <a:gd name="T50" fmla="*/ 1361 w 2004"/>
                <a:gd name="T51" fmla="*/ 1128 h 2383"/>
                <a:gd name="T52" fmla="*/ 1457 w 2004"/>
                <a:gd name="T53" fmla="*/ 1004 h 2383"/>
                <a:gd name="T54" fmla="*/ 1478 w 2004"/>
                <a:gd name="T55" fmla="*/ 867 h 2383"/>
                <a:gd name="T56" fmla="*/ 1504 w 2004"/>
                <a:gd name="T57" fmla="*/ 807 h 2383"/>
                <a:gd name="T58" fmla="*/ 1578 w 2004"/>
                <a:gd name="T59" fmla="*/ 719 h 2383"/>
                <a:gd name="T60" fmla="*/ 1711 w 2004"/>
                <a:gd name="T61" fmla="*/ 632 h 2383"/>
                <a:gd name="T62" fmla="*/ 1880 w 2004"/>
                <a:gd name="T63" fmla="*/ 538 h 2383"/>
                <a:gd name="T64" fmla="*/ 2004 w 2004"/>
                <a:gd name="T65" fmla="*/ 476 h 2383"/>
                <a:gd name="T66" fmla="*/ 1978 w 2004"/>
                <a:gd name="T67" fmla="*/ 413 h 2383"/>
                <a:gd name="T68" fmla="*/ 1858 w 2004"/>
                <a:gd name="T69" fmla="*/ 269 h 2383"/>
                <a:gd name="T70" fmla="*/ 1793 w 2004"/>
                <a:gd name="T71" fmla="*/ 261 h 2383"/>
                <a:gd name="T72" fmla="*/ 1648 w 2004"/>
                <a:gd name="T73" fmla="*/ 347 h 2383"/>
                <a:gd name="T74" fmla="*/ 1648 w 2004"/>
                <a:gd name="T75" fmla="*/ 155 h 2383"/>
                <a:gd name="T76" fmla="*/ 1644 w 2004"/>
                <a:gd name="T77" fmla="*/ 68 h 2383"/>
                <a:gd name="T78" fmla="*/ 1469 w 2004"/>
                <a:gd name="T79" fmla="*/ 88 h 2383"/>
                <a:gd name="T80" fmla="*/ 1357 w 2004"/>
                <a:gd name="T81" fmla="*/ 140 h 2383"/>
                <a:gd name="T82" fmla="*/ 1347 w 2004"/>
                <a:gd name="T83" fmla="*/ 271 h 2383"/>
                <a:gd name="T84" fmla="*/ 1063 w 2004"/>
                <a:gd name="T85" fmla="*/ 159 h 2383"/>
                <a:gd name="T86" fmla="*/ 708 w 2004"/>
                <a:gd name="T87" fmla="*/ 201 h 2383"/>
                <a:gd name="T88" fmla="*/ 551 w 2004"/>
                <a:gd name="T89" fmla="*/ 132 h 2383"/>
                <a:gd name="T90" fmla="*/ 488 w 2004"/>
                <a:gd name="T91" fmla="*/ 0 h 2383"/>
                <a:gd name="T92" fmla="*/ 313 w 2004"/>
                <a:gd name="T93" fmla="*/ 201 h 2383"/>
                <a:gd name="T94" fmla="*/ 64 w 2004"/>
                <a:gd name="T95" fmla="*/ 249 h 2383"/>
                <a:gd name="T96" fmla="*/ 36 w 2004"/>
                <a:gd name="T97" fmla="*/ 532 h 2383"/>
                <a:gd name="T98" fmla="*/ 130 w 2004"/>
                <a:gd name="T99" fmla="*/ 713 h 2383"/>
                <a:gd name="T100" fmla="*/ 307 w 2004"/>
                <a:gd name="T101" fmla="*/ 695 h 2383"/>
                <a:gd name="T102" fmla="*/ 380 w 2004"/>
                <a:gd name="T103" fmla="*/ 791 h 2383"/>
                <a:gd name="T104" fmla="*/ 402 w 2004"/>
                <a:gd name="T105" fmla="*/ 946 h 2383"/>
                <a:gd name="T106" fmla="*/ 555 w 2004"/>
                <a:gd name="T107" fmla="*/ 1343 h 2383"/>
                <a:gd name="T108" fmla="*/ 470 w 2004"/>
                <a:gd name="T109" fmla="*/ 1640 h 2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04" h="2383">
                  <a:moveTo>
                    <a:pt x="494" y="1680"/>
                  </a:moveTo>
                  <a:lnTo>
                    <a:pt x="498" y="1702"/>
                  </a:lnTo>
                  <a:lnTo>
                    <a:pt x="486" y="1718"/>
                  </a:lnTo>
                  <a:lnTo>
                    <a:pt x="486" y="1755"/>
                  </a:lnTo>
                  <a:lnTo>
                    <a:pt x="508" y="1797"/>
                  </a:lnTo>
                  <a:lnTo>
                    <a:pt x="543" y="1845"/>
                  </a:lnTo>
                  <a:lnTo>
                    <a:pt x="563" y="1853"/>
                  </a:lnTo>
                  <a:lnTo>
                    <a:pt x="609" y="1865"/>
                  </a:lnTo>
                  <a:lnTo>
                    <a:pt x="645" y="1881"/>
                  </a:lnTo>
                  <a:lnTo>
                    <a:pt x="667" y="1915"/>
                  </a:lnTo>
                  <a:lnTo>
                    <a:pt x="714" y="1929"/>
                  </a:lnTo>
                  <a:lnTo>
                    <a:pt x="746" y="1925"/>
                  </a:lnTo>
                  <a:lnTo>
                    <a:pt x="762" y="1915"/>
                  </a:lnTo>
                  <a:lnTo>
                    <a:pt x="772" y="1889"/>
                  </a:lnTo>
                  <a:lnTo>
                    <a:pt x="796" y="1855"/>
                  </a:lnTo>
                  <a:lnTo>
                    <a:pt x="820" y="1841"/>
                  </a:lnTo>
                  <a:lnTo>
                    <a:pt x="846" y="1841"/>
                  </a:lnTo>
                  <a:lnTo>
                    <a:pt x="846" y="1841"/>
                  </a:lnTo>
                  <a:lnTo>
                    <a:pt x="872" y="1859"/>
                  </a:lnTo>
                  <a:lnTo>
                    <a:pt x="872" y="1859"/>
                  </a:lnTo>
                  <a:lnTo>
                    <a:pt x="896" y="1873"/>
                  </a:lnTo>
                  <a:lnTo>
                    <a:pt x="896" y="1873"/>
                  </a:lnTo>
                  <a:lnTo>
                    <a:pt x="931" y="1877"/>
                  </a:lnTo>
                  <a:lnTo>
                    <a:pt x="931" y="1877"/>
                  </a:lnTo>
                  <a:lnTo>
                    <a:pt x="935" y="1879"/>
                  </a:lnTo>
                  <a:lnTo>
                    <a:pt x="943" y="1883"/>
                  </a:lnTo>
                  <a:lnTo>
                    <a:pt x="951" y="1889"/>
                  </a:lnTo>
                  <a:lnTo>
                    <a:pt x="979" y="1889"/>
                  </a:lnTo>
                  <a:lnTo>
                    <a:pt x="991" y="1877"/>
                  </a:lnTo>
                  <a:lnTo>
                    <a:pt x="1021" y="1867"/>
                  </a:lnTo>
                  <a:lnTo>
                    <a:pt x="1041" y="1887"/>
                  </a:lnTo>
                  <a:lnTo>
                    <a:pt x="1057" y="1909"/>
                  </a:lnTo>
                  <a:lnTo>
                    <a:pt x="1067" y="1933"/>
                  </a:lnTo>
                  <a:lnTo>
                    <a:pt x="1057" y="2000"/>
                  </a:lnTo>
                  <a:lnTo>
                    <a:pt x="1049" y="2018"/>
                  </a:lnTo>
                  <a:lnTo>
                    <a:pt x="1049" y="2046"/>
                  </a:lnTo>
                  <a:lnTo>
                    <a:pt x="1049" y="2046"/>
                  </a:lnTo>
                  <a:lnTo>
                    <a:pt x="1061" y="2054"/>
                  </a:lnTo>
                  <a:lnTo>
                    <a:pt x="1077" y="2066"/>
                  </a:lnTo>
                  <a:lnTo>
                    <a:pt x="1077" y="2066"/>
                  </a:lnTo>
                  <a:lnTo>
                    <a:pt x="1079" y="2068"/>
                  </a:lnTo>
                  <a:lnTo>
                    <a:pt x="1077" y="2074"/>
                  </a:lnTo>
                  <a:lnTo>
                    <a:pt x="1073" y="2094"/>
                  </a:lnTo>
                  <a:lnTo>
                    <a:pt x="1063" y="2122"/>
                  </a:lnTo>
                  <a:lnTo>
                    <a:pt x="1063" y="2122"/>
                  </a:lnTo>
                  <a:lnTo>
                    <a:pt x="1077" y="2120"/>
                  </a:lnTo>
                  <a:lnTo>
                    <a:pt x="1092" y="2120"/>
                  </a:lnTo>
                  <a:lnTo>
                    <a:pt x="1092" y="2120"/>
                  </a:lnTo>
                  <a:lnTo>
                    <a:pt x="1104" y="2108"/>
                  </a:lnTo>
                  <a:lnTo>
                    <a:pt x="1114" y="2098"/>
                  </a:lnTo>
                  <a:lnTo>
                    <a:pt x="1156" y="2082"/>
                  </a:lnTo>
                  <a:lnTo>
                    <a:pt x="1174" y="2102"/>
                  </a:lnTo>
                  <a:lnTo>
                    <a:pt x="1212" y="2122"/>
                  </a:lnTo>
                  <a:lnTo>
                    <a:pt x="1246" y="2120"/>
                  </a:lnTo>
                  <a:lnTo>
                    <a:pt x="1276" y="2136"/>
                  </a:lnTo>
                  <a:lnTo>
                    <a:pt x="1276" y="2136"/>
                  </a:lnTo>
                  <a:lnTo>
                    <a:pt x="1295" y="2130"/>
                  </a:lnTo>
                  <a:lnTo>
                    <a:pt x="1295" y="2130"/>
                  </a:lnTo>
                  <a:lnTo>
                    <a:pt x="1295" y="2126"/>
                  </a:lnTo>
                  <a:lnTo>
                    <a:pt x="1295" y="2116"/>
                  </a:lnTo>
                  <a:lnTo>
                    <a:pt x="1295" y="2102"/>
                  </a:lnTo>
                  <a:lnTo>
                    <a:pt x="1311" y="2066"/>
                  </a:lnTo>
                  <a:lnTo>
                    <a:pt x="1345" y="1998"/>
                  </a:lnTo>
                  <a:lnTo>
                    <a:pt x="1363" y="1991"/>
                  </a:lnTo>
                  <a:lnTo>
                    <a:pt x="1379" y="1994"/>
                  </a:lnTo>
                  <a:lnTo>
                    <a:pt x="1427" y="2022"/>
                  </a:lnTo>
                  <a:lnTo>
                    <a:pt x="1433" y="2056"/>
                  </a:lnTo>
                  <a:lnTo>
                    <a:pt x="1463" y="2072"/>
                  </a:lnTo>
                  <a:lnTo>
                    <a:pt x="1494" y="2082"/>
                  </a:lnTo>
                  <a:lnTo>
                    <a:pt x="1516" y="2120"/>
                  </a:lnTo>
                  <a:lnTo>
                    <a:pt x="1530" y="2154"/>
                  </a:lnTo>
                  <a:lnTo>
                    <a:pt x="1566" y="2170"/>
                  </a:lnTo>
                  <a:lnTo>
                    <a:pt x="1614" y="2176"/>
                  </a:lnTo>
                  <a:lnTo>
                    <a:pt x="1646" y="2178"/>
                  </a:lnTo>
                  <a:lnTo>
                    <a:pt x="1667" y="2198"/>
                  </a:lnTo>
                  <a:lnTo>
                    <a:pt x="1675" y="2224"/>
                  </a:lnTo>
                  <a:lnTo>
                    <a:pt x="1665" y="2256"/>
                  </a:lnTo>
                  <a:lnTo>
                    <a:pt x="1650" y="2279"/>
                  </a:lnTo>
                  <a:lnTo>
                    <a:pt x="1650" y="2347"/>
                  </a:lnTo>
                  <a:lnTo>
                    <a:pt x="1667" y="2383"/>
                  </a:lnTo>
                  <a:lnTo>
                    <a:pt x="1683" y="2383"/>
                  </a:lnTo>
                  <a:lnTo>
                    <a:pt x="1695" y="2375"/>
                  </a:lnTo>
                  <a:lnTo>
                    <a:pt x="1695" y="2339"/>
                  </a:lnTo>
                  <a:lnTo>
                    <a:pt x="1695" y="2319"/>
                  </a:lnTo>
                  <a:lnTo>
                    <a:pt x="1717" y="2295"/>
                  </a:lnTo>
                  <a:lnTo>
                    <a:pt x="1743" y="2273"/>
                  </a:lnTo>
                  <a:lnTo>
                    <a:pt x="1827" y="2236"/>
                  </a:lnTo>
                  <a:lnTo>
                    <a:pt x="1858" y="2224"/>
                  </a:lnTo>
                  <a:lnTo>
                    <a:pt x="1858" y="2224"/>
                  </a:lnTo>
                  <a:lnTo>
                    <a:pt x="1864" y="2216"/>
                  </a:lnTo>
                  <a:lnTo>
                    <a:pt x="1870" y="2206"/>
                  </a:lnTo>
                  <a:lnTo>
                    <a:pt x="1870" y="2206"/>
                  </a:lnTo>
                  <a:lnTo>
                    <a:pt x="1870" y="2178"/>
                  </a:lnTo>
                  <a:lnTo>
                    <a:pt x="1868" y="2154"/>
                  </a:lnTo>
                  <a:lnTo>
                    <a:pt x="1874" y="2120"/>
                  </a:lnTo>
                  <a:lnTo>
                    <a:pt x="1874" y="2120"/>
                  </a:lnTo>
                  <a:lnTo>
                    <a:pt x="1853" y="2122"/>
                  </a:lnTo>
                  <a:lnTo>
                    <a:pt x="1853" y="2122"/>
                  </a:lnTo>
                  <a:lnTo>
                    <a:pt x="1835" y="2118"/>
                  </a:lnTo>
                  <a:lnTo>
                    <a:pt x="1821" y="2112"/>
                  </a:lnTo>
                  <a:lnTo>
                    <a:pt x="1803" y="2088"/>
                  </a:lnTo>
                  <a:lnTo>
                    <a:pt x="1785" y="2074"/>
                  </a:lnTo>
                  <a:lnTo>
                    <a:pt x="1745" y="2064"/>
                  </a:lnTo>
                  <a:lnTo>
                    <a:pt x="1725" y="2036"/>
                  </a:lnTo>
                  <a:lnTo>
                    <a:pt x="1725" y="2036"/>
                  </a:lnTo>
                  <a:lnTo>
                    <a:pt x="1723" y="2012"/>
                  </a:lnTo>
                  <a:lnTo>
                    <a:pt x="1723" y="2012"/>
                  </a:lnTo>
                  <a:lnTo>
                    <a:pt x="1727" y="2002"/>
                  </a:lnTo>
                  <a:lnTo>
                    <a:pt x="1731" y="1994"/>
                  </a:lnTo>
                  <a:lnTo>
                    <a:pt x="1737" y="1961"/>
                  </a:lnTo>
                  <a:lnTo>
                    <a:pt x="1737" y="1921"/>
                  </a:lnTo>
                  <a:lnTo>
                    <a:pt x="1711" y="1895"/>
                  </a:lnTo>
                  <a:lnTo>
                    <a:pt x="1679" y="1877"/>
                  </a:lnTo>
                  <a:lnTo>
                    <a:pt x="1669" y="1849"/>
                  </a:lnTo>
                  <a:lnTo>
                    <a:pt x="1656" y="1821"/>
                  </a:lnTo>
                  <a:lnTo>
                    <a:pt x="1665" y="1797"/>
                  </a:lnTo>
                  <a:lnTo>
                    <a:pt x="1665" y="1797"/>
                  </a:lnTo>
                  <a:lnTo>
                    <a:pt x="1669" y="1785"/>
                  </a:lnTo>
                  <a:lnTo>
                    <a:pt x="1673" y="1771"/>
                  </a:lnTo>
                  <a:lnTo>
                    <a:pt x="1673" y="1771"/>
                  </a:lnTo>
                  <a:lnTo>
                    <a:pt x="1667" y="1753"/>
                  </a:lnTo>
                  <a:lnTo>
                    <a:pt x="1662" y="1737"/>
                  </a:lnTo>
                  <a:lnTo>
                    <a:pt x="1642" y="1702"/>
                  </a:lnTo>
                  <a:lnTo>
                    <a:pt x="1634" y="1678"/>
                  </a:lnTo>
                  <a:lnTo>
                    <a:pt x="1632" y="1636"/>
                  </a:lnTo>
                  <a:lnTo>
                    <a:pt x="1632" y="1636"/>
                  </a:lnTo>
                  <a:lnTo>
                    <a:pt x="1636" y="1610"/>
                  </a:lnTo>
                  <a:lnTo>
                    <a:pt x="1636" y="1610"/>
                  </a:lnTo>
                  <a:lnTo>
                    <a:pt x="1618" y="1600"/>
                  </a:lnTo>
                  <a:lnTo>
                    <a:pt x="1600" y="1592"/>
                  </a:lnTo>
                  <a:lnTo>
                    <a:pt x="1552" y="1568"/>
                  </a:lnTo>
                  <a:lnTo>
                    <a:pt x="1530" y="1580"/>
                  </a:lnTo>
                  <a:lnTo>
                    <a:pt x="1500" y="1602"/>
                  </a:lnTo>
                  <a:lnTo>
                    <a:pt x="1476" y="1598"/>
                  </a:lnTo>
                  <a:lnTo>
                    <a:pt x="1459" y="1586"/>
                  </a:lnTo>
                  <a:lnTo>
                    <a:pt x="1451" y="1550"/>
                  </a:lnTo>
                  <a:lnTo>
                    <a:pt x="1433" y="1526"/>
                  </a:lnTo>
                  <a:lnTo>
                    <a:pt x="1409" y="1538"/>
                  </a:lnTo>
                  <a:lnTo>
                    <a:pt x="1391" y="1552"/>
                  </a:lnTo>
                  <a:lnTo>
                    <a:pt x="1381" y="1526"/>
                  </a:lnTo>
                  <a:lnTo>
                    <a:pt x="1387" y="1496"/>
                  </a:lnTo>
                  <a:lnTo>
                    <a:pt x="1433" y="1443"/>
                  </a:lnTo>
                  <a:lnTo>
                    <a:pt x="1457" y="1425"/>
                  </a:lnTo>
                  <a:lnTo>
                    <a:pt x="1461" y="1391"/>
                  </a:lnTo>
                  <a:lnTo>
                    <a:pt x="1478" y="1363"/>
                  </a:lnTo>
                  <a:lnTo>
                    <a:pt x="1478" y="1329"/>
                  </a:lnTo>
                  <a:lnTo>
                    <a:pt x="1461" y="1319"/>
                  </a:lnTo>
                  <a:lnTo>
                    <a:pt x="1429" y="1315"/>
                  </a:lnTo>
                  <a:lnTo>
                    <a:pt x="1403" y="1289"/>
                  </a:lnTo>
                  <a:lnTo>
                    <a:pt x="1343" y="1221"/>
                  </a:lnTo>
                  <a:lnTo>
                    <a:pt x="1319" y="1196"/>
                  </a:lnTo>
                  <a:lnTo>
                    <a:pt x="1315" y="1178"/>
                  </a:lnTo>
                  <a:lnTo>
                    <a:pt x="1335" y="1170"/>
                  </a:lnTo>
                  <a:lnTo>
                    <a:pt x="1361" y="1166"/>
                  </a:lnTo>
                  <a:lnTo>
                    <a:pt x="1359" y="1136"/>
                  </a:lnTo>
                  <a:lnTo>
                    <a:pt x="1361" y="1128"/>
                  </a:lnTo>
                  <a:lnTo>
                    <a:pt x="1391" y="1120"/>
                  </a:lnTo>
                  <a:lnTo>
                    <a:pt x="1417" y="1110"/>
                  </a:lnTo>
                  <a:lnTo>
                    <a:pt x="1435" y="1090"/>
                  </a:lnTo>
                  <a:lnTo>
                    <a:pt x="1421" y="1064"/>
                  </a:lnTo>
                  <a:lnTo>
                    <a:pt x="1427" y="1044"/>
                  </a:lnTo>
                  <a:lnTo>
                    <a:pt x="1457" y="1004"/>
                  </a:lnTo>
                  <a:lnTo>
                    <a:pt x="1490" y="992"/>
                  </a:lnTo>
                  <a:lnTo>
                    <a:pt x="1502" y="984"/>
                  </a:lnTo>
                  <a:lnTo>
                    <a:pt x="1498" y="944"/>
                  </a:lnTo>
                  <a:lnTo>
                    <a:pt x="1476" y="925"/>
                  </a:lnTo>
                  <a:lnTo>
                    <a:pt x="1474" y="901"/>
                  </a:lnTo>
                  <a:lnTo>
                    <a:pt x="1478" y="867"/>
                  </a:lnTo>
                  <a:lnTo>
                    <a:pt x="1482" y="819"/>
                  </a:lnTo>
                  <a:lnTo>
                    <a:pt x="1482" y="819"/>
                  </a:lnTo>
                  <a:lnTo>
                    <a:pt x="1484" y="815"/>
                  </a:lnTo>
                  <a:lnTo>
                    <a:pt x="1488" y="807"/>
                  </a:lnTo>
                  <a:lnTo>
                    <a:pt x="1488" y="807"/>
                  </a:lnTo>
                  <a:lnTo>
                    <a:pt x="1504" y="807"/>
                  </a:lnTo>
                  <a:lnTo>
                    <a:pt x="1518" y="807"/>
                  </a:lnTo>
                  <a:lnTo>
                    <a:pt x="1536" y="807"/>
                  </a:lnTo>
                  <a:lnTo>
                    <a:pt x="1558" y="783"/>
                  </a:lnTo>
                  <a:lnTo>
                    <a:pt x="1576" y="735"/>
                  </a:lnTo>
                  <a:lnTo>
                    <a:pt x="1576" y="735"/>
                  </a:lnTo>
                  <a:lnTo>
                    <a:pt x="1578" y="719"/>
                  </a:lnTo>
                  <a:lnTo>
                    <a:pt x="1580" y="699"/>
                  </a:lnTo>
                  <a:lnTo>
                    <a:pt x="1580" y="699"/>
                  </a:lnTo>
                  <a:lnTo>
                    <a:pt x="1602" y="662"/>
                  </a:lnTo>
                  <a:lnTo>
                    <a:pt x="1638" y="624"/>
                  </a:lnTo>
                  <a:lnTo>
                    <a:pt x="1679" y="624"/>
                  </a:lnTo>
                  <a:lnTo>
                    <a:pt x="1711" y="632"/>
                  </a:lnTo>
                  <a:lnTo>
                    <a:pt x="1741" y="616"/>
                  </a:lnTo>
                  <a:lnTo>
                    <a:pt x="1799" y="592"/>
                  </a:lnTo>
                  <a:lnTo>
                    <a:pt x="1862" y="570"/>
                  </a:lnTo>
                  <a:lnTo>
                    <a:pt x="1862" y="570"/>
                  </a:lnTo>
                  <a:lnTo>
                    <a:pt x="1872" y="552"/>
                  </a:lnTo>
                  <a:lnTo>
                    <a:pt x="1880" y="538"/>
                  </a:lnTo>
                  <a:lnTo>
                    <a:pt x="1884" y="532"/>
                  </a:lnTo>
                  <a:lnTo>
                    <a:pt x="1884" y="532"/>
                  </a:lnTo>
                  <a:lnTo>
                    <a:pt x="1918" y="518"/>
                  </a:lnTo>
                  <a:lnTo>
                    <a:pt x="1954" y="490"/>
                  </a:lnTo>
                  <a:lnTo>
                    <a:pt x="2004" y="484"/>
                  </a:lnTo>
                  <a:lnTo>
                    <a:pt x="2004" y="476"/>
                  </a:lnTo>
                  <a:lnTo>
                    <a:pt x="2004" y="476"/>
                  </a:lnTo>
                  <a:lnTo>
                    <a:pt x="1996" y="442"/>
                  </a:lnTo>
                  <a:lnTo>
                    <a:pt x="1996" y="442"/>
                  </a:lnTo>
                  <a:lnTo>
                    <a:pt x="1988" y="428"/>
                  </a:lnTo>
                  <a:lnTo>
                    <a:pt x="1978" y="413"/>
                  </a:lnTo>
                  <a:lnTo>
                    <a:pt x="1978" y="413"/>
                  </a:lnTo>
                  <a:lnTo>
                    <a:pt x="1950" y="387"/>
                  </a:lnTo>
                  <a:lnTo>
                    <a:pt x="1926" y="353"/>
                  </a:lnTo>
                  <a:lnTo>
                    <a:pt x="1902" y="325"/>
                  </a:lnTo>
                  <a:lnTo>
                    <a:pt x="1878" y="299"/>
                  </a:lnTo>
                  <a:lnTo>
                    <a:pt x="1858" y="269"/>
                  </a:lnTo>
                  <a:lnTo>
                    <a:pt x="1858" y="269"/>
                  </a:lnTo>
                  <a:lnTo>
                    <a:pt x="1849" y="261"/>
                  </a:lnTo>
                  <a:lnTo>
                    <a:pt x="1841" y="257"/>
                  </a:lnTo>
                  <a:lnTo>
                    <a:pt x="1837" y="255"/>
                  </a:lnTo>
                  <a:lnTo>
                    <a:pt x="1837" y="255"/>
                  </a:lnTo>
                  <a:lnTo>
                    <a:pt x="1809" y="251"/>
                  </a:lnTo>
                  <a:lnTo>
                    <a:pt x="1793" y="261"/>
                  </a:lnTo>
                  <a:lnTo>
                    <a:pt x="1793" y="277"/>
                  </a:lnTo>
                  <a:lnTo>
                    <a:pt x="1793" y="309"/>
                  </a:lnTo>
                  <a:lnTo>
                    <a:pt x="1787" y="331"/>
                  </a:lnTo>
                  <a:lnTo>
                    <a:pt x="1753" y="345"/>
                  </a:lnTo>
                  <a:lnTo>
                    <a:pt x="1725" y="351"/>
                  </a:lnTo>
                  <a:lnTo>
                    <a:pt x="1648" y="347"/>
                  </a:lnTo>
                  <a:lnTo>
                    <a:pt x="1628" y="333"/>
                  </a:lnTo>
                  <a:lnTo>
                    <a:pt x="1622" y="313"/>
                  </a:lnTo>
                  <a:lnTo>
                    <a:pt x="1628" y="279"/>
                  </a:lnTo>
                  <a:lnTo>
                    <a:pt x="1644" y="237"/>
                  </a:lnTo>
                  <a:lnTo>
                    <a:pt x="1658" y="175"/>
                  </a:lnTo>
                  <a:lnTo>
                    <a:pt x="1648" y="155"/>
                  </a:lnTo>
                  <a:lnTo>
                    <a:pt x="1658" y="132"/>
                  </a:lnTo>
                  <a:lnTo>
                    <a:pt x="1679" y="114"/>
                  </a:lnTo>
                  <a:lnTo>
                    <a:pt x="1675" y="88"/>
                  </a:lnTo>
                  <a:lnTo>
                    <a:pt x="1675" y="88"/>
                  </a:lnTo>
                  <a:lnTo>
                    <a:pt x="1644" y="68"/>
                  </a:lnTo>
                  <a:lnTo>
                    <a:pt x="1644" y="68"/>
                  </a:lnTo>
                  <a:lnTo>
                    <a:pt x="1636" y="68"/>
                  </a:lnTo>
                  <a:lnTo>
                    <a:pt x="1624" y="70"/>
                  </a:lnTo>
                  <a:lnTo>
                    <a:pt x="1608" y="74"/>
                  </a:lnTo>
                  <a:lnTo>
                    <a:pt x="1574" y="84"/>
                  </a:lnTo>
                  <a:lnTo>
                    <a:pt x="1506" y="88"/>
                  </a:lnTo>
                  <a:lnTo>
                    <a:pt x="1469" y="88"/>
                  </a:lnTo>
                  <a:lnTo>
                    <a:pt x="1449" y="106"/>
                  </a:lnTo>
                  <a:lnTo>
                    <a:pt x="1449" y="106"/>
                  </a:lnTo>
                  <a:lnTo>
                    <a:pt x="1419" y="120"/>
                  </a:lnTo>
                  <a:lnTo>
                    <a:pt x="1419" y="120"/>
                  </a:lnTo>
                  <a:lnTo>
                    <a:pt x="1387" y="126"/>
                  </a:lnTo>
                  <a:lnTo>
                    <a:pt x="1357" y="140"/>
                  </a:lnTo>
                  <a:lnTo>
                    <a:pt x="1343" y="169"/>
                  </a:lnTo>
                  <a:lnTo>
                    <a:pt x="1349" y="199"/>
                  </a:lnTo>
                  <a:lnTo>
                    <a:pt x="1369" y="223"/>
                  </a:lnTo>
                  <a:lnTo>
                    <a:pt x="1373" y="253"/>
                  </a:lnTo>
                  <a:lnTo>
                    <a:pt x="1367" y="265"/>
                  </a:lnTo>
                  <a:lnTo>
                    <a:pt x="1347" y="271"/>
                  </a:lnTo>
                  <a:lnTo>
                    <a:pt x="1303" y="259"/>
                  </a:lnTo>
                  <a:lnTo>
                    <a:pt x="1264" y="227"/>
                  </a:lnTo>
                  <a:lnTo>
                    <a:pt x="1236" y="193"/>
                  </a:lnTo>
                  <a:lnTo>
                    <a:pt x="1194" y="165"/>
                  </a:lnTo>
                  <a:lnTo>
                    <a:pt x="1132" y="183"/>
                  </a:lnTo>
                  <a:lnTo>
                    <a:pt x="1063" y="159"/>
                  </a:lnTo>
                  <a:lnTo>
                    <a:pt x="981" y="134"/>
                  </a:lnTo>
                  <a:lnTo>
                    <a:pt x="925" y="140"/>
                  </a:lnTo>
                  <a:lnTo>
                    <a:pt x="864" y="215"/>
                  </a:lnTo>
                  <a:lnTo>
                    <a:pt x="832" y="231"/>
                  </a:lnTo>
                  <a:lnTo>
                    <a:pt x="750" y="219"/>
                  </a:lnTo>
                  <a:lnTo>
                    <a:pt x="708" y="201"/>
                  </a:lnTo>
                  <a:lnTo>
                    <a:pt x="667" y="209"/>
                  </a:lnTo>
                  <a:lnTo>
                    <a:pt x="635" y="273"/>
                  </a:lnTo>
                  <a:lnTo>
                    <a:pt x="585" y="315"/>
                  </a:lnTo>
                  <a:lnTo>
                    <a:pt x="551" y="291"/>
                  </a:lnTo>
                  <a:lnTo>
                    <a:pt x="523" y="241"/>
                  </a:lnTo>
                  <a:lnTo>
                    <a:pt x="551" y="132"/>
                  </a:lnTo>
                  <a:lnTo>
                    <a:pt x="551" y="132"/>
                  </a:lnTo>
                  <a:lnTo>
                    <a:pt x="547" y="102"/>
                  </a:lnTo>
                  <a:lnTo>
                    <a:pt x="543" y="82"/>
                  </a:lnTo>
                  <a:lnTo>
                    <a:pt x="541" y="70"/>
                  </a:lnTo>
                  <a:lnTo>
                    <a:pt x="541" y="70"/>
                  </a:lnTo>
                  <a:lnTo>
                    <a:pt x="488" y="0"/>
                  </a:lnTo>
                  <a:lnTo>
                    <a:pt x="438" y="14"/>
                  </a:lnTo>
                  <a:lnTo>
                    <a:pt x="402" y="58"/>
                  </a:lnTo>
                  <a:lnTo>
                    <a:pt x="412" y="120"/>
                  </a:lnTo>
                  <a:lnTo>
                    <a:pt x="374" y="161"/>
                  </a:lnTo>
                  <a:lnTo>
                    <a:pt x="338" y="171"/>
                  </a:lnTo>
                  <a:lnTo>
                    <a:pt x="313" y="201"/>
                  </a:lnTo>
                  <a:lnTo>
                    <a:pt x="257" y="257"/>
                  </a:lnTo>
                  <a:lnTo>
                    <a:pt x="223" y="273"/>
                  </a:lnTo>
                  <a:lnTo>
                    <a:pt x="157" y="249"/>
                  </a:lnTo>
                  <a:lnTo>
                    <a:pt x="110" y="223"/>
                  </a:lnTo>
                  <a:lnTo>
                    <a:pt x="64" y="249"/>
                  </a:lnTo>
                  <a:lnTo>
                    <a:pt x="64" y="249"/>
                  </a:lnTo>
                  <a:lnTo>
                    <a:pt x="46" y="271"/>
                  </a:lnTo>
                  <a:lnTo>
                    <a:pt x="26" y="295"/>
                  </a:lnTo>
                  <a:lnTo>
                    <a:pt x="26" y="295"/>
                  </a:lnTo>
                  <a:lnTo>
                    <a:pt x="0" y="403"/>
                  </a:lnTo>
                  <a:lnTo>
                    <a:pt x="6" y="458"/>
                  </a:lnTo>
                  <a:lnTo>
                    <a:pt x="36" y="532"/>
                  </a:lnTo>
                  <a:lnTo>
                    <a:pt x="72" y="588"/>
                  </a:lnTo>
                  <a:lnTo>
                    <a:pt x="66" y="626"/>
                  </a:lnTo>
                  <a:lnTo>
                    <a:pt x="36" y="666"/>
                  </a:lnTo>
                  <a:lnTo>
                    <a:pt x="68" y="695"/>
                  </a:lnTo>
                  <a:lnTo>
                    <a:pt x="68" y="695"/>
                  </a:lnTo>
                  <a:lnTo>
                    <a:pt x="130" y="713"/>
                  </a:lnTo>
                  <a:lnTo>
                    <a:pt x="191" y="729"/>
                  </a:lnTo>
                  <a:lnTo>
                    <a:pt x="191" y="729"/>
                  </a:lnTo>
                  <a:lnTo>
                    <a:pt x="249" y="717"/>
                  </a:lnTo>
                  <a:lnTo>
                    <a:pt x="249" y="717"/>
                  </a:lnTo>
                  <a:lnTo>
                    <a:pt x="277" y="707"/>
                  </a:lnTo>
                  <a:lnTo>
                    <a:pt x="307" y="695"/>
                  </a:lnTo>
                  <a:lnTo>
                    <a:pt x="307" y="695"/>
                  </a:lnTo>
                  <a:lnTo>
                    <a:pt x="319" y="695"/>
                  </a:lnTo>
                  <a:lnTo>
                    <a:pt x="340" y="699"/>
                  </a:lnTo>
                  <a:lnTo>
                    <a:pt x="368" y="703"/>
                  </a:lnTo>
                  <a:lnTo>
                    <a:pt x="396" y="741"/>
                  </a:lnTo>
                  <a:lnTo>
                    <a:pt x="380" y="791"/>
                  </a:lnTo>
                  <a:lnTo>
                    <a:pt x="362" y="847"/>
                  </a:lnTo>
                  <a:lnTo>
                    <a:pt x="364" y="889"/>
                  </a:lnTo>
                  <a:lnTo>
                    <a:pt x="364" y="889"/>
                  </a:lnTo>
                  <a:lnTo>
                    <a:pt x="386" y="925"/>
                  </a:lnTo>
                  <a:lnTo>
                    <a:pt x="386" y="925"/>
                  </a:lnTo>
                  <a:lnTo>
                    <a:pt x="402" y="946"/>
                  </a:lnTo>
                  <a:lnTo>
                    <a:pt x="414" y="1006"/>
                  </a:lnTo>
                  <a:lnTo>
                    <a:pt x="422" y="1038"/>
                  </a:lnTo>
                  <a:lnTo>
                    <a:pt x="458" y="1104"/>
                  </a:lnTo>
                  <a:lnTo>
                    <a:pt x="521" y="1166"/>
                  </a:lnTo>
                  <a:lnTo>
                    <a:pt x="535" y="1200"/>
                  </a:lnTo>
                  <a:lnTo>
                    <a:pt x="555" y="1343"/>
                  </a:lnTo>
                  <a:lnTo>
                    <a:pt x="537" y="1407"/>
                  </a:lnTo>
                  <a:lnTo>
                    <a:pt x="525" y="1476"/>
                  </a:lnTo>
                  <a:lnTo>
                    <a:pt x="543" y="1522"/>
                  </a:lnTo>
                  <a:lnTo>
                    <a:pt x="551" y="1564"/>
                  </a:lnTo>
                  <a:lnTo>
                    <a:pt x="510" y="1618"/>
                  </a:lnTo>
                  <a:lnTo>
                    <a:pt x="470" y="1640"/>
                  </a:lnTo>
                  <a:lnTo>
                    <a:pt x="470" y="1664"/>
                  </a:lnTo>
                  <a:lnTo>
                    <a:pt x="494" y="168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77DA186-6ADE-089C-C5EF-34C8CD9C91EC}"/>
              </a:ext>
            </a:extLst>
          </p:cNvPr>
          <p:cNvGrpSpPr/>
          <p:nvPr/>
        </p:nvGrpSpPr>
        <p:grpSpPr>
          <a:xfrm>
            <a:off x="2344618" y="2790069"/>
            <a:ext cx="6256567" cy="10471511"/>
            <a:chOff x="2289175" y="2665413"/>
            <a:chExt cx="6445830" cy="10788278"/>
          </a:xfrm>
        </p:grpSpPr>
        <p:sp>
          <p:nvSpPr>
            <p:cNvPr id="35" name="Rectangle 224">
              <a:extLst>
                <a:ext uri="{FF2B5EF4-FFF2-40B4-BE49-F238E27FC236}">
                  <a16:creationId xmlns:a16="http://schemas.microsoft.com/office/drawing/2014/main" id="{CB8BE5BF-E84D-90FB-318F-3E29A6073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2275" y="13168313"/>
              <a:ext cx="621292" cy="2853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474777" latinLnBrk="1"/>
              <a:r>
                <a:rPr lang="ko-KR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내촌면</a:t>
              </a:r>
            </a:p>
          </p:txBody>
        </p:sp>
        <p:sp>
          <p:nvSpPr>
            <p:cNvPr id="36" name="Rectangle 225">
              <a:extLst>
                <a:ext uri="{FF2B5EF4-FFF2-40B4-BE49-F238E27FC236}">
                  <a16:creationId xmlns:a16="http://schemas.microsoft.com/office/drawing/2014/main" id="{C1D4BF8A-25A2-E7AA-518B-DFE6168DA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175" y="13050838"/>
              <a:ext cx="621292" cy="2853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474777" latinLnBrk="1"/>
              <a:r>
                <a:rPr lang="ko-KR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소흘읍</a:t>
              </a:r>
            </a:p>
          </p:txBody>
        </p:sp>
        <p:sp>
          <p:nvSpPr>
            <p:cNvPr id="37" name="Rectangle 226">
              <a:extLst>
                <a:ext uri="{FF2B5EF4-FFF2-40B4-BE49-F238E27FC236}">
                  <a16:creationId xmlns:a16="http://schemas.microsoft.com/office/drawing/2014/main" id="{96053109-6F99-3F55-CEF6-D82DDB885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2" y="11771313"/>
              <a:ext cx="621292" cy="2853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474777" latinLnBrk="1"/>
              <a:r>
                <a:rPr lang="ko-KR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가산면</a:t>
              </a:r>
            </a:p>
          </p:txBody>
        </p:sp>
        <p:sp>
          <p:nvSpPr>
            <p:cNvPr id="38" name="Rectangle 227">
              <a:extLst>
                <a:ext uri="{FF2B5EF4-FFF2-40B4-BE49-F238E27FC236}">
                  <a16:creationId xmlns:a16="http://schemas.microsoft.com/office/drawing/2014/main" id="{56FE285B-DC49-91C6-D3E9-8D2BA86B7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535" y="10398713"/>
              <a:ext cx="621292" cy="2853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474777" latinLnBrk="1"/>
              <a:r>
                <a:rPr lang="ko-KR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군내면</a:t>
              </a:r>
            </a:p>
          </p:txBody>
        </p:sp>
        <p:sp>
          <p:nvSpPr>
            <p:cNvPr id="39" name="Rectangle 228">
              <a:extLst>
                <a:ext uri="{FF2B5EF4-FFF2-40B4-BE49-F238E27FC236}">
                  <a16:creationId xmlns:a16="http://schemas.microsoft.com/office/drawing/2014/main" id="{B54F3FFB-2F12-EB64-AF56-32CBBC364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6763" y="9652001"/>
              <a:ext cx="621292" cy="2853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474777" latinLnBrk="1"/>
              <a:r>
                <a:rPr lang="ko-KR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화현면</a:t>
              </a:r>
            </a:p>
          </p:txBody>
        </p:sp>
        <p:sp>
          <p:nvSpPr>
            <p:cNvPr id="40" name="Rectangle 229">
              <a:extLst>
                <a:ext uri="{FF2B5EF4-FFF2-40B4-BE49-F238E27FC236}">
                  <a16:creationId xmlns:a16="http://schemas.microsoft.com/office/drawing/2014/main" id="{D1EEBD9D-8C12-6755-64D3-4415E9514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1963" y="7775576"/>
              <a:ext cx="621292" cy="2853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474777" latinLnBrk="1"/>
              <a:r>
                <a:rPr lang="ko-KR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일동면</a:t>
              </a:r>
            </a:p>
          </p:txBody>
        </p:sp>
        <p:sp>
          <p:nvSpPr>
            <p:cNvPr id="41" name="Rectangle 230">
              <a:extLst>
                <a:ext uri="{FF2B5EF4-FFF2-40B4-BE49-F238E27FC236}">
                  <a16:creationId xmlns:a16="http://schemas.microsoft.com/office/drawing/2014/main" id="{C5FB5A95-ABD0-C571-81C6-A19BED7FF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3320" y="8435976"/>
              <a:ext cx="621292" cy="2853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474777" latinLnBrk="1"/>
              <a:r>
                <a:rPr lang="ko-KR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신북면</a:t>
              </a:r>
            </a:p>
          </p:txBody>
        </p:sp>
        <p:sp>
          <p:nvSpPr>
            <p:cNvPr id="42" name="Rectangle 231">
              <a:extLst>
                <a:ext uri="{FF2B5EF4-FFF2-40B4-BE49-F238E27FC236}">
                  <a16:creationId xmlns:a16="http://schemas.microsoft.com/office/drawing/2014/main" id="{F2C7D6AB-70B4-67B0-B738-6538AD4E7E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9742" y="6561867"/>
              <a:ext cx="621292" cy="2853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474777" latinLnBrk="1"/>
              <a:r>
                <a:rPr lang="ko-KR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영중면</a:t>
              </a:r>
            </a:p>
          </p:txBody>
        </p:sp>
        <p:sp>
          <p:nvSpPr>
            <p:cNvPr id="43" name="Rectangle 232">
              <a:extLst>
                <a:ext uri="{FF2B5EF4-FFF2-40B4-BE49-F238E27FC236}">
                  <a16:creationId xmlns:a16="http://schemas.microsoft.com/office/drawing/2014/main" id="{D943F3E8-9F1F-788D-B3A0-BEACBD53A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3563" y="4432301"/>
              <a:ext cx="621292" cy="2853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474777" latinLnBrk="1"/>
              <a:r>
                <a:rPr lang="ko-KR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영북면</a:t>
              </a:r>
            </a:p>
          </p:txBody>
        </p:sp>
        <p:sp>
          <p:nvSpPr>
            <p:cNvPr id="44" name="Rectangle 233">
              <a:extLst>
                <a:ext uri="{FF2B5EF4-FFF2-40B4-BE49-F238E27FC236}">
                  <a16:creationId xmlns:a16="http://schemas.microsoft.com/office/drawing/2014/main" id="{913CD8F8-E23C-63DC-246C-9A8E516DB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850" y="2665413"/>
              <a:ext cx="621292" cy="2853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474777" latinLnBrk="1"/>
              <a:r>
                <a:rPr lang="ko-KR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관인면</a:t>
              </a:r>
            </a:p>
          </p:txBody>
        </p:sp>
        <p:sp>
          <p:nvSpPr>
            <p:cNvPr id="45" name="Rectangle 234">
              <a:extLst>
                <a:ext uri="{FF2B5EF4-FFF2-40B4-BE49-F238E27FC236}">
                  <a16:creationId xmlns:a16="http://schemas.microsoft.com/office/drawing/2014/main" id="{A6B0D97E-8C50-C6A2-4D64-7F703493AD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3713" y="4968876"/>
              <a:ext cx="621292" cy="2853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474777" latinLnBrk="1"/>
              <a:r>
                <a:rPr lang="ko-KR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이동면</a:t>
              </a:r>
            </a:p>
          </p:txBody>
        </p:sp>
        <p:sp>
          <p:nvSpPr>
            <p:cNvPr id="46" name="Rectangle 235">
              <a:extLst>
                <a:ext uri="{FF2B5EF4-FFF2-40B4-BE49-F238E27FC236}">
                  <a16:creationId xmlns:a16="http://schemas.microsoft.com/office/drawing/2014/main" id="{B95B19C2-A14A-14EC-D340-415086F8D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7175" y="5883276"/>
              <a:ext cx="621292" cy="2853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474777" latinLnBrk="1"/>
              <a:r>
                <a:rPr lang="ko-KR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창수면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2592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286FE4DF-A7BA-A2F4-AD29-BF943D6F6EC9}"/>
              </a:ext>
            </a:extLst>
          </p:cNvPr>
          <p:cNvGrpSpPr/>
          <p:nvPr/>
        </p:nvGrpSpPr>
        <p:grpSpPr>
          <a:xfrm>
            <a:off x="1104900" y="741363"/>
            <a:ext cx="8730669" cy="13680000"/>
            <a:chOff x="933450" y="512763"/>
            <a:chExt cx="8994775" cy="14093825"/>
          </a:xfrm>
        </p:grpSpPr>
        <p:sp>
          <p:nvSpPr>
            <p:cNvPr id="303" name="Freeform 25">
              <a:extLst>
                <a:ext uri="{FF2B5EF4-FFF2-40B4-BE49-F238E27FC236}">
                  <a16:creationId xmlns:a16="http://schemas.microsoft.com/office/drawing/2014/main" id="{0AFC72AC-832E-051B-FBF3-6B496763D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4813" y="1935163"/>
              <a:ext cx="1531937" cy="2679700"/>
            </a:xfrm>
            <a:custGeom>
              <a:avLst/>
              <a:gdLst>
                <a:gd name="T0" fmla="*/ 878 w 965"/>
                <a:gd name="T1" fmla="*/ 939 h 1688"/>
                <a:gd name="T2" fmla="*/ 894 w 965"/>
                <a:gd name="T3" fmla="*/ 887 h 1688"/>
                <a:gd name="T4" fmla="*/ 888 w 965"/>
                <a:gd name="T5" fmla="*/ 871 h 1688"/>
                <a:gd name="T6" fmla="*/ 862 w 965"/>
                <a:gd name="T7" fmla="*/ 805 h 1688"/>
                <a:gd name="T8" fmla="*/ 896 w 965"/>
                <a:gd name="T9" fmla="*/ 730 h 1688"/>
                <a:gd name="T10" fmla="*/ 862 w 965"/>
                <a:gd name="T11" fmla="*/ 686 h 1688"/>
                <a:gd name="T12" fmla="*/ 824 w 965"/>
                <a:gd name="T13" fmla="*/ 644 h 1688"/>
                <a:gd name="T14" fmla="*/ 790 w 965"/>
                <a:gd name="T15" fmla="*/ 682 h 1688"/>
                <a:gd name="T16" fmla="*/ 731 w 965"/>
                <a:gd name="T17" fmla="*/ 722 h 1688"/>
                <a:gd name="T18" fmla="*/ 689 w 965"/>
                <a:gd name="T19" fmla="*/ 781 h 1688"/>
                <a:gd name="T20" fmla="*/ 635 w 965"/>
                <a:gd name="T21" fmla="*/ 825 h 1688"/>
                <a:gd name="T22" fmla="*/ 607 w 965"/>
                <a:gd name="T23" fmla="*/ 785 h 1688"/>
                <a:gd name="T24" fmla="*/ 619 w 965"/>
                <a:gd name="T25" fmla="*/ 652 h 1688"/>
                <a:gd name="T26" fmla="*/ 587 w 965"/>
                <a:gd name="T27" fmla="*/ 564 h 1688"/>
                <a:gd name="T28" fmla="*/ 595 w 965"/>
                <a:gd name="T29" fmla="*/ 485 h 1688"/>
                <a:gd name="T30" fmla="*/ 510 w 965"/>
                <a:gd name="T31" fmla="*/ 419 h 1688"/>
                <a:gd name="T32" fmla="*/ 414 w 965"/>
                <a:gd name="T33" fmla="*/ 399 h 1688"/>
                <a:gd name="T34" fmla="*/ 364 w 965"/>
                <a:gd name="T35" fmla="*/ 349 h 1688"/>
                <a:gd name="T36" fmla="*/ 364 w 965"/>
                <a:gd name="T37" fmla="*/ 248 h 1688"/>
                <a:gd name="T38" fmla="*/ 355 w 965"/>
                <a:gd name="T39" fmla="*/ 178 h 1688"/>
                <a:gd name="T40" fmla="*/ 361 w 965"/>
                <a:gd name="T41" fmla="*/ 60 h 1688"/>
                <a:gd name="T42" fmla="*/ 363 w 965"/>
                <a:gd name="T43" fmla="*/ 34 h 1688"/>
                <a:gd name="T44" fmla="*/ 277 w 965"/>
                <a:gd name="T45" fmla="*/ 16 h 1688"/>
                <a:gd name="T46" fmla="*/ 142 w 965"/>
                <a:gd name="T47" fmla="*/ 4 h 1688"/>
                <a:gd name="T48" fmla="*/ 36 w 965"/>
                <a:gd name="T49" fmla="*/ 10 h 1688"/>
                <a:gd name="T50" fmla="*/ 76 w 965"/>
                <a:gd name="T51" fmla="*/ 307 h 1688"/>
                <a:gd name="T52" fmla="*/ 2 w 965"/>
                <a:gd name="T53" fmla="*/ 449 h 1688"/>
                <a:gd name="T54" fmla="*/ 36 w 965"/>
                <a:gd name="T55" fmla="*/ 485 h 1688"/>
                <a:gd name="T56" fmla="*/ 177 w 965"/>
                <a:gd name="T57" fmla="*/ 572 h 1688"/>
                <a:gd name="T58" fmla="*/ 193 w 965"/>
                <a:gd name="T59" fmla="*/ 855 h 1688"/>
                <a:gd name="T60" fmla="*/ 259 w 965"/>
                <a:gd name="T61" fmla="*/ 1100 h 1688"/>
                <a:gd name="T62" fmla="*/ 331 w 965"/>
                <a:gd name="T63" fmla="*/ 1226 h 1688"/>
                <a:gd name="T64" fmla="*/ 319 w 965"/>
                <a:gd name="T65" fmla="*/ 1256 h 1688"/>
                <a:gd name="T66" fmla="*/ 291 w 965"/>
                <a:gd name="T67" fmla="*/ 1451 h 1688"/>
                <a:gd name="T68" fmla="*/ 319 w 965"/>
                <a:gd name="T69" fmla="*/ 1610 h 1688"/>
                <a:gd name="T70" fmla="*/ 430 w 965"/>
                <a:gd name="T71" fmla="*/ 1688 h 1688"/>
                <a:gd name="T72" fmla="*/ 452 w 965"/>
                <a:gd name="T73" fmla="*/ 1640 h 1688"/>
                <a:gd name="T74" fmla="*/ 440 w 965"/>
                <a:gd name="T75" fmla="*/ 1557 h 1688"/>
                <a:gd name="T76" fmla="*/ 502 w 965"/>
                <a:gd name="T77" fmla="*/ 1537 h 1688"/>
                <a:gd name="T78" fmla="*/ 565 w 965"/>
                <a:gd name="T79" fmla="*/ 1493 h 1688"/>
                <a:gd name="T80" fmla="*/ 579 w 965"/>
                <a:gd name="T81" fmla="*/ 1421 h 1688"/>
                <a:gd name="T82" fmla="*/ 552 w 965"/>
                <a:gd name="T83" fmla="*/ 1371 h 1688"/>
                <a:gd name="T84" fmla="*/ 637 w 965"/>
                <a:gd name="T85" fmla="*/ 1288 h 1688"/>
                <a:gd name="T86" fmla="*/ 727 w 965"/>
                <a:gd name="T87" fmla="*/ 1182 h 1688"/>
                <a:gd name="T88" fmla="*/ 774 w 965"/>
                <a:gd name="T89" fmla="*/ 1096 h 1688"/>
                <a:gd name="T90" fmla="*/ 816 w 965"/>
                <a:gd name="T91" fmla="*/ 1052 h 1688"/>
                <a:gd name="T92" fmla="*/ 896 w 965"/>
                <a:gd name="T93" fmla="*/ 1031 h 1688"/>
                <a:gd name="T94" fmla="*/ 957 w 965"/>
                <a:gd name="T95" fmla="*/ 1039 h 1688"/>
                <a:gd name="T96" fmla="*/ 951 w 965"/>
                <a:gd name="T97" fmla="*/ 985 h 1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65" h="1688">
                  <a:moveTo>
                    <a:pt x="939" y="967"/>
                  </a:moveTo>
                  <a:lnTo>
                    <a:pt x="900" y="949"/>
                  </a:lnTo>
                  <a:lnTo>
                    <a:pt x="878" y="939"/>
                  </a:lnTo>
                  <a:lnTo>
                    <a:pt x="878" y="925"/>
                  </a:lnTo>
                  <a:lnTo>
                    <a:pt x="896" y="905"/>
                  </a:lnTo>
                  <a:lnTo>
                    <a:pt x="894" y="887"/>
                  </a:lnTo>
                  <a:lnTo>
                    <a:pt x="894" y="887"/>
                  </a:lnTo>
                  <a:lnTo>
                    <a:pt x="888" y="871"/>
                  </a:lnTo>
                  <a:lnTo>
                    <a:pt x="888" y="871"/>
                  </a:lnTo>
                  <a:lnTo>
                    <a:pt x="884" y="849"/>
                  </a:lnTo>
                  <a:lnTo>
                    <a:pt x="884" y="849"/>
                  </a:lnTo>
                  <a:lnTo>
                    <a:pt x="862" y="805"/>
                  </a:lnTo>
                  <a:lnTo>
                    <a:pt x="862" y="789"/>
                  </a:lnTo>
                  <a:lnTo>
                    <a:pt x="898" y="752"/>
                  </a:lnTo>
                  <a:lnTo>
                    <a:pt x="896" y="730"/>
                  </a:lnTo>
                  <a:lnTo>
                    <a:pt x="900" y="704"/>
                  </a:lnTo>
                  <a:lnTo>
                    <a:pt x="896" y="694"/>
                  </a:lnTo>
                  <a:lnTo>
                    <a:pt x="862" y="686"/>
                  </a:lnTo>
                  <a:lnTo>
                    <a:pt x="846" y="670"/>
                  </a:lnTo>
                  <a:lnTo>
                    <a:pt x="838" y="656"/>
                  </a:lnTo>
                  <a:lnTo>
                    <a:pt x="824" y="644"/>
                  </a:lnTo>
                  <a:lnTo>
                    <a:pt x="800" y="654"/>
                  </a:lnTo>
                  <a:lnTo>
                    <a:pt x="788" y="668"/>
                  </a:lnTo>
                  <a:lnTo>
                    <a:pt x="790" y="682"/>
                  </a:lnTo>
                  <a:lnTo>
                    <a:pt x="766" y="700"/>
                  </a:lnTo>
                  <a:lnTo>
                    <a:pt x="747" y="714"/>
                  </a:lnTo>
                  <a:lnTo>
                    <a:pt x="731" y="722"/>
                  </a:lnTo>
                  <a:lnTo>
                    <a:pt x="715" y="768"/>
                  </a:lnTo>
                  <a:lnTo>
                    <a:pt x="709" y="783"/>
                  </a:lnTo>
                  <a:lnTo>
                    <a:pt x="689" y="781"/>
                  </a:lnTo>
                  <a:lnTo>
                    <a:pt x="675" y="799"/>
                  </a:lnTo>
                  <a:lnTo>
                    <a:pt x="661" y="797"/>
                  </a:lnTo>
                  <a:lnTo>
                    <a:pt x="635" y="825"/>
                  </a:lnTo>
                  <a:lnTo>
                    <a:pt x="621" y="835"/>
                  </a:lnTo>
                  <a:lnTo>
                    <a:pt x="611" y="825"/>
                  </a:lnTo>
                  <a:lnTo>
                    <a:pt x="607" y="785"/>
                  </a:lnTo>
                  <a:lnTo>
                    <a:pt x="635" y="736"/>
                  </a:lnTo>
                  <a:lnTo>
                    <a:pt x="627" y="694"/>
                  </a:lnTo>
                  <a:lnTo>
                    <a:pt x="619" y="652"/>
                  </a:lnTo>
                  <a:lnTo>
                    <a:pt x="599" y="618"/>
                  </a:lnTo>
                  <a:lnTo>
                    <a:pt x="589" y="590"/>
                  </a:lnTo>
                  <a:lnTo>
                    <a:pt x="587" y="564"/>
                  </a:lnTo>
                  <a:lnTo>
                    <a:pt x="599" y="524"/>
                  </a:lnTo>
                  <a:lnTo>
                    <a:pt x="605" y="509"/>
                  </a:lnTo>
                  <a:lnTo>
                    <a:pt x="595" y="485"/>
                  </a:lnTo>
                  <a:lnTo>
                    <a:pt x="575" y="473"/>
                  </a:lnTo>
                  <a:lnTo>
                    <a:pt x="540" y="449"/>
                  </a:lnTo>
                  <a:lnTo>
                    <a:pt x="510" y="419"/>
                  </a:lnTo>
                  <a:lnTo>
                    <a:pt x="484" y="409"/>
                  </a:lnTo>
                  <a:lnTo>
                    <a:pt x="462" y="399"/>
                  </a:lnTo>
                  <a:lnTo>
                    <a:pt x="414" y="399"/>
                  </a:lnTo>
                  <a:lnTo>
                    <a:pt x="398" y="403"/>
                  </a:lnTo>
                  <a:lnTo>
                    <a:pt x="384" y="377"/>
                  </a:lnTo>
                  <a:lnTo>
                    <a:pt x="364" y="349"/>
                  </a:lnTo>
                  <a:lnTo>
                    <a:pt x="363" y="317"/>
                  </a:lnTo>
                  <a:lnTo>
                    <a:pt x="366" y="275"/>
                  </a:lnTo>
                  <a:lnTo>
                    <a:pt x="364" y="248"/>
                  </a:lnTo>
                  <a:lnTo>
                    <a:pt x="364" y="224"/>
                  </a:lnTo>
                  <a:lnTo>
                    <a:pt x="364" y="198"/>
                  </a:lnTo>
                  <a:lnTo>
                    <a:pt x="355" y="178"/>
                  </a:lnTo>
                  <a:lnTo>
                    <a:pt x="351" y="146"/>
                  </a:lnTo>
                  <a:lnTo>
                    <a:pt x="351" y="118"/>
                  </a:lnTo>
                  <a:lnTo>
                    <a:pt x="361" y="60"/>
                  </a:lnTo>
                  <a:lnTo>
                    <a:pt x="361" y="60"/>
                  </a:lnTo>
                  <a:lnTo>
                    <a:pt x="363" y="34"/>
                  </a:lnTo>
                  <a:lnTo>
                    <a:pt x="363" y="34"/>
                  </a:lnTo>
                  <a:lnTo>
                    <a:pt x="355" y="14"/>
                  </a:lnTo>
                  <a:lnTo>
                    <a:pt x="315" y="4"/>
                  </a:lnTo>
                  <a:lnTo>
                    <a:pt x="277" y="16"/>
                  </a:lnTo>
                  <a:lnTo>
                    <a:pt x="223" y="20"/>
                  </a:lnTo>
                  <a:lnTo>
                    <a:pt x="185" y="10"/>
                  </a:lnTo>
                  <a:lnTo>
                    <a:pt x="142" y="4"/>
                  </a:lnTo>
                  <a:lnTo>
                    <a:pt x="112" y="0"/>
                  </a:lnTo>
                  <a:lnTo>
                    <a:pt x="74" y="4"/>
                  </a:lnTo>
                  <a:lnTo>
                    <a:pt x="36" y="10"/>
                  </a:lnTo>
                  <a:lnTo>
                    <a:pt x="36" y="46"/>
                  </a:lnTo>
                  <a:lnTo>
                    <a:pt x="60" y="104"/>
                  </a:lnTo>
                  <a:lnTo>
                    <a:pt x="76" y="307"/>
                  </a:lnTo>
                  <a:lnTo>
                    <a:pt x="52" y="363"/>
                  </a:lnTo>
                  <a:lnTo>
                    <a:pt x="0" y="409"/>
                  </a:lnTo>
                  <a:lnTo>
                    <a:pt x="2" y="449"/>
                  </a:lnTo>
                  <a:lnTo>
                    <a:pt x="2" y="449"/>
                  </a:lnTo>
                  <a:lnTo>
                    <a:pt x="18" y="467"/>
                  </a:lnTo>
                  <a:lnTo>
                    <a:pt x="36" y="485"/>
                  </a:lnTo>
                  <a:lnTo>
                    <a:pt x="36" y="485"/>
                  </a:lnTo>
                  <a:lnTo>
                    <a:pt x="154" y="503"/>
                  </a:lnTo>
                  <a:lnTo>
                    <a:pt x="177" y="572"/>
                  </a:lnTo>
                  <a:lnTo>
                    <a:pt x="179" y="678"/>
                  </a:lnTo>
                  <a:lnTo>
                    <a:pt x="181" y="789"/>
                  </a:lnTo>
                  <a:lnTo>
                    <a:pt x="193" y="855"/>
                  </a:lnTo>
                  <a:lnTo>
                    <a:pt x="203" y="961"/>
                  </a:lnTo>
                  <a:lnTo>
                    <a:pt x="203" y="1052"/>
                  </a:lnTo>
                  <a:lnTo>
                    <a:pt x="259" y="1100"/>
                  </a:lnTo>
                  <a:lnTo>
                    <a:pt x="325" y="1164"/>
                  </a:lnTo>
                  <a:lnTo>
                    <a:pt x="325" y="1164"/>
                  </a:lnTo>
                  <a:lnTo>
                    <a:pt x="331" y="1226"/>
                  </a:lnTo>
                  <a:lnTo>
                    <a:pt x="331" y="1226"/>
                  </a:lnTo>
                  <a:lnTo>
                    <a:pt x="329" y="1238"/>
                  </a:lnTo>
                  <a:lnTo>
                    <a:pt x="319" y="1256"/>
                  </a:lnTo>
                  <a:lnTo>
                    <a:pt x="307" y="1282"/>
                  </a:lnTo>
                  <a:lnTo>
                    <a:pt x="289" y="1345"/>
                  </a:lnTo>
                  <a:lnTo>
                    <a:pt x="291" y="1451"/>
                  </a:lnTo>
                  <a:lnTo>
                    <a:pt x="301" y="1531"/>
                  </a:lnTo>
                  <a:lnTo>
                    <a:pt x="277" y="1582"/>
                  </a:lnTo>
                  <a:lnTo>
                    <a:pt x="319" y="1610"/>
                  </a:lnTo>
                  <a:lnTo>
                    <a:pt x="347" y="1644"/>
                  </a:lnTo>
                  <a:lnTo>
                    <a:pt x="386" y="1676"/>
                  </a:lnTo>
                  <a:lnTo>
                    <a:pt x="430" y="1688"/>
                  </a:lnTo>
                  <a:lnTo>
                    <a:pt x="450" y="1682"/>
                  </a:lnTo>
                  <a:lnTo>
                    <a:pt x="456" y="1670"/>
                  </a:lnTo>
                  <a:lnTo>
                    <a:pt x="452" y="1640"/>
                  </a:lnTo>
                  <a:lnTo>
                    <a:pt x="432" y="1616"/>
                  </a:lnTo>
                  <a:lnTo>
                    <a:pt x="426" y="1586"/>
                  </a:lnTo>
                  <a:lnTo>
                    <a:pt x="440" y="1557"/>
                  </a:lnTo>
                  <a:lnTo>
                    <a:pt x="470" y="1543"/>
                  </a:lnTo>
                  <a:lnTo>
                    <a:pt x="470" y="1543"/>
                  </a:lnTo>
                  <a:lnTo>
                    <a:pt x="502" y="1537"/>
                  </a:lnTo>
                  <a:lnTo>
                    <a:pt x="502" y="1537"/>
                  </a:lnTo>
                  <a:lnTo>
                    <a:pt x="532" y="1523"/>
                  </a:lnTo>
                  <a:lnTo>
                    <a:pt x="565" y="1493"/>
                  </a:lnTo>
                  <a:lnTo>
                    <a:pt x="583" y="1471"/>
                  </a:lnTo>
                  <a:lnTo>
                    <a:pt x="589" y="1443"/>
                  </a:lnTo>
                  <a:lnTo>
                    <a:pt x="579" y="1421"/>
                  </a:lnTo>
                  <a:lnTo>
                    <a:pt x="561" y="1409"/>
                  </a:lnTo>
                  <a:lnTo>
                    <a:pt x="555" y="1395"/>
                  </a:lnTo>
                  <a:lnTo>
                    <a:pt x="552" y="1371"/>
                  </a:lnTo>
                  <a:lnTo>
                    <a:pt x="561" y="1343"/>
                  </a:lnTo>
                  <a:lnTo>
                    <a:pt x="589" y="1319"/>
                  </a:lnTo>
                  <a:lnTo>
                    <a:pt x="637" y="1288"/>
                  </a:lnTo>
                  <a:lnTo>
                    <a:pt x="681" y="1266"/>
                  </a:lnTo>
                  <a:lnTo>
                    <a:pt x="705" y="1238"/>
                  </a:lnTo>
                  <a:lnTo>
                    <a:pt x="727" y="1182"/>
                  </a:lnTo>
                  <a:lnTo>
                    <a:pt x="750" y="1130"/>
                  </a:lnTo>
                  <a:lnTo>
                    <a:pt x="774" y="1096"/>
                  </a:lnTo>
                  <a:lnTo>
                    <a:pt x="774" y="1096"/>
                  </a:lnTo>
                  <a:lnTo>
                    <a:pt x="802" y="1060"/>
                  </a:lnTo>
                  <a:lnTo>
                    <a:pt x="802" y="1060"/>
                  </a:lnTo>
                  <a:lnTo>
                    <a:pt x="816" y="1052"/>
                  </a:lnTo>
                  <a:lnTo>
                    <a:pt x="828" y="1046"/>
                  </a:lnTo>
                  <a:lnTo>
                    <a:pt x="852" y="1035"/>
                  </a:lnTo>
                  <a:lnTo>
                    <a:pt x="896" y="1031"/>
                  </a:lnTo>
                  <a:lnTo>
                    <a:pt x="926" y="1039"/>
                  </a:lnTo>
                  <a:lnTo>
                    <a:pt x="936" y="1046"/>
                  </a:lnTo>
                  <a:lnTo>
                    <a:pt x="957" y="1039"/>
                  </a:lnTo>
                  <a:lnTo>
                    <a:pt x="965" y="1031"/>
                  </a:lnTo>
                  <a:lnTo>
                    <a:pt x="965" y="1001"/>
                  </a:lnTo>
                  <a:lnTo>
                    <a:pt x="951" y="985"/>
                  </a:lnTo>
                  <a:lnTo>
                    <a:pt x="939" y="967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04" name="Freeform 26">
              <a:extLst>
                <a:ext uri="{FF2B5EF4-FFF2-40B4-BE49-F238E27FC236}">
                  <a16:creationId xmlns:a16="http://schemas.microsoft.com/office/drawing/2014/main" id="{241D0F33-3912-58B1-4FB0-86D017B6F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0650" y="669925"/>
              <a:ext cx="941387" cy="1857375"/>
            </a:xfrm>
            <a:custGeom>
              <a:avLst/>
              <a:gdLst>
                <a:gd name="T0" fmla="*/ 571 w 593"/>
                <a:gd name="T1" fmla="*/ 114 h 1170"/>
                <a:gd name="T2" fmla="*/ 529 w 593"/>
                <a:gd name="T3" fmla="*/ 110 h 1170"/>
                <a:gd name="T4" fmla="*/ 487 w 593"/>
                <a:gd name="T5" fmla="*/ 108 h 1170"/>
                <a:gd name="T6" fmla="*/ 428 w 593"/>
                <a:gd name="T7" fmla="*/ 38 h 1170"/>
                <a:gd name="T8" fmla="*/ 382 w 593"/>
                <a:gd name="T9" fmla="*/ 18 h 1170"/>
                <a:gd name="T10" fmla="*/ 233 w 593"/>
                <a:gd name="T11" fmla="*/ 12 h 1170"/>
                <a:gd name="T12" fmla="*/ 113 w 593"/>
                <a:gd name="T13" fmla="*/ 34 h 1170"/>
                <a:gd name="T14" fmla="*/ 143 w 593"/>
                <a:gd name="T15" fmla="*/ 80 h 1170"/>
                <a:gd name="T16" fmla="*/ 135 w 593"/>
                <a:gd name="T17" fmla="*/ 132 h 1170"/>
                <a:gd name="T18" fmla="*/ 133 w 593"/>
                <a:gd name="T19" fmla="*/ 178 h 1170"/>
                <a:gd name="T20" fmla="*/ 163 w 593"/>
                <a:gd name="T21" fmla="*/ 252 h 1170"/>
                <a:gd name="T22" fmla="*/ 159 w 593"/>
                <a:gd name="T23" fmla="*/ 319 h 1170"/>
                <a:gd name="T24" fmla="*/ 173 w 593"/>
                <a:gd name="T25" fmla="*/ 465 h 1170"/>
                <a:gd name="T26" fmla="*/ 157 w 593"/>
                <a:gd name="T27" fmla="*/ 489 h 1170"/>
                <a:gd name="T28" fmla="*/ 139 w 593"/>
                <a:gd name="T29" fmla="*/ 509 h 1170"/>
                <a:gd name="T30" fmla="*/ 133 w 593"/>
                <a:gd name="T31" fmla="*/ 528 h 1170"/>
                <a:gd name="T32" fmla="*/ 117 w 593"/>
                <a:gd name="T33" fmla="*/ 536 h 1170"/>
                <a:gd name="T34" fmla="*/ 88 w 593"/>
                <a:gd name="T35" fmla="*/ 554 h 1170"/>
                <a:gd name="T36" fmla="*/ 70 w 593"/>
                <a:gd name="T37" fmla="*/ 592 h 1170"/>
                <a:gd name="T38" fmla="*/ 56 w 593"/>
                <a:gd name="T39" fmla="*/ 624 h 1170"/>
                <a:gd name="T40" fmla="*/ 36 w 593"/>
                <a:gd name="T41" fmla="*/ 642 h 1170"/>
                <a:gd name="T42" fmla="*/ 22 w 593"/>
                <a:gd name="T43" fmla="*/ 678 h 1170"/>
                <a:gd name="T44" fmla="*/ 8 w 593"/>
                <a:gd name="T45" fmla="*/ 716 h 1170"/>
                <a:gd name="T46" fmla="*/ 2 w 593"/>
                <a:gd name="T47" fmla="*/ 756 h 1170"/>
                <a:gd name="T48" fmla="*/ 26 w 593"/>
                <a:gd name="T49" fmla="*/ 778 h 1170"/>
                <a:gd name="T50" fmla="*/ 24 w 593"/>
                <a:gd name="T51" fmla="*/ 799 h 1170"/>
                <a:gd name="T52" fmla="*/ 36 w 593"/>
                <a:gd name="T53" fmla="*/ 827 h 1170"/>
                <a:gd name="T54" fmla="*/ 56 w 593"/>
                <a:gd name="T55" fmla="*/ 907 h 1170"/>
                <a:gd name="T56" fmla="*/ 48 w 593"/>
                <a:gd name="T57" fmla="*/ 927 h 1170"/>
                <a:gd name="T58" fmla="*/ 52 w 593"/>
                <a:gd name="T59" fmla="*/ 941 h 1170"/>
                <a:gd name="T60" fmla="*/ 46 w 593"/>
                <a:gd name="T61" fmla="*/ 973 h 1170"/>
                <a:gd name="T62" fmla="*/ 36 w 593"/>
                <a:gd name="T63" fmla="*/ 1019 h 1170"/>
                <a:gd name="T64" fmla="*/ 66 w 593"/>
                <a:gd name="T65" fmla="*/ 1048 h 1170"/>
                <a:gd name="T66" fmla="*/ 93 w 593"/>
                <a:gd name="T67" fmla="*/ 1056 h 1170"/>
                <a:gd name="T68" fmla="*/ 115 w 593"/>
                <a:gd name="T69" fmla="*/ 1076 h 1170"/>
                <a:gd name="T70" fmla="*/ 115 w 593"/>
                <a:gd name="T71" fmla="*/ 1132 h 1170"/>
                <a:gd name="T72" fmla="*/ 141 w 593"/>
                <a:gd name="T73" fmla="*/ 1158 h 1170"/>
                <a:gd name="T74" fmla="*/ 175 w 593"/>
                <a:gd name="T75" fmla="*/ 1170 h 1170"/>
                <a:gd name="T76" fmla="*/ 253 w 593"/>
                <a:gd name="T77" fmla="*/ 1166 h 1170"/>
                <a:gd name="T78" fmla="*/ 275 w 593"/>
                <a:gd name="T79" fmla="*/ 1130 h 1170"/>
                <a:gd name="T80" fmla="*/ 271 w 593"/>
                <a:gd name="T81" fmla="*/ 1070 h 1170"/>
                <a:gd name="T82" fmla="*/ 263 w 593"/>
                <a:gd name="T83" fmla="*/ 981 h 1170"/>
                <a:gd name="T84" fmla="*/ 281 w 593"/>
                <a:gd name="T85" fmla="*/ 881 h 1170"/>
                <a:gd name="T86" fmla="*/ 404 w 593"/>
                <a:gd name="T87" fmla="*/ 610 h 1170"/>
                <a:gd name="T88" fmla="*/ 398 w 593"/>
                <a:gd name="T89" fmla="*/ 566 h 1170"/>
                <a:gd name="T90" fmla="*/ 380 w 593"/>
                <a:gd name="T91" fmla="*/ 507 h 1170"/>
                <a:gd name="T92" fmla="*/ 434 w 593"/>
                <a:gd name="T93" fmla="*/ 381 h 1170"/>
                <a:gd name="T94" fmla="*/ 440 w 593"/>
                <a:gd name="T95" fmla="*/ 323 h 1170"/>
                <a:gd name="T96" fmla="*/ 450 w 593"/>
                <a:gd name="T97" fmla="*/ 281 h 1170"/>
                <a:gd name="T98" fmla="*/ 454 w 593"/>
                <a:gd name="T99" fmla="*/ 271 h 1170"/>
                <a:gd name="T100" fmla="*/ 589 w 593"/>
                <a:gd name="T101" fmla="*/ 200 h 1170"/>
                <a:gd name="T102" fmla="*/ 593 w 593"/>
                <a:gd name="T103" fmla="*/ 162 h 1170"/>
                <a:gd name="T104" fmla="*/ 577 w 593"/>
                <a:gd name="T105" fmla="*/ 122 h 1170"/>
                <a:gd name="T106" fmla="*/ 571 w 593"/>
                <a:gd name="T107" fmla="*/ 114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93" h="1170">
                  <a:moveTo>
                    <a:pt x="571" y="114"/>
                  </a:moveTo>
                  <a:lnTo>
                    <a:pt x="571" y="114"/>
                  </a:lnTo>
                  <a:lnTo>
                    <a:pt x="557" y="112"/>
                  </a:lnTo>
                  <a:lnTo>
                    <a:pt x="529" y="110"/>
                  </a:lnTo>
                  <a:lnTo>
                    <a:pt x="487" y="108"/>
                  </a:lnTo>
                  <a:lnTo>
                    <a:pt x="487" y="108"/>
                  </a:lnTo>
                  <a:lnTo>
                    <a:pt x="460" y="74"/>
                  </a:lnTo>
                  <a:lnTo>
                    <a:pt x="428" y="38"/>
                  </a:lnTo>
                  <a:lnTo>
                    <a:pt x="428" y="38"/>
                  </a:lnTo>
                  <a:lnTo>
                    <a:pt x="382" y="18"/>
                  </a:lnTo>
                  <a:lnTo>
                    <a:pt x="338" y="0"/>
                  </a:lnTo>
                  <a:lnTo>
                    <a:pt x="233" y="12"/>
                  </a:lnTo>
                  <a:lnTo>
                    <a:pt x="185" y="28"/>
                  </a:lnTo>
                  <a:lnTo>
                    <a:pt x="113" y="34"/>
                  </a:lnTo>
                  <a:lnTo>
                    <a:pt x="129" y="58"/>
                  </a:lnTo>
                  <a:lnTo>
                    <a:pt x="143" y="80"/>
                  </a:lnTo>
                  <a:lnTo>
                    <a:pt x="139" y="110"/>
                  </a:lnTo>
                  <a:lnTo>
                    <a:pt x="135" y="132"/>
                  </a:lnTo>
                  <a:lnTo>
                    <a:pt x="127" y="154"/>
                  </a:lnTo>
                  <a:lnTo>
                    <a:pt x="133" y="178"/>
                  </a:lnTo>
                  <a:lnTo>
                    <a:pt x="157" y="214"/>
                  </a:lnTo>
                  <a:lnTo>
                    <a:pt x="163" y="252"/>
                  </a:lnTo>
                  <a:lnTo>
                    <a:pt x="161" y="285"/>
                  </a:lnTo>
                  <a:lnTo>
                    <a:pt x="159" y="319"/>
                  </a:lnTo>
                  <a:lnTo>
                    <a:pt x="173" y="437"/>
                  </a:lnTo>
                  <a:lnTo>
                    <a:pt x="173" y="465"/>
                  </a:lnTo>
                  <a:lnTo>
                    <a:pt x="163" y="477"/>
                  </a:lnTo>
                  <a:lnTo>
                    <a:pt x="157" y="489"/>
                  </a:lnTo>
                  <a:lnTo>
                    <a:pt x="139" y="509"/>
                  </a:lnTo>
                  <a:lnTo>
                    <a:pt x="139" y="509"/>
                  </a:lnTo>
                  <a:lnTo>
                    <a:pt x="133" y="528"/>
                  </a:lnTo>
                  <a:lnTo>
                    <a:pt x="133" y="528"/>
                  </a:lnTo>
                  <a:lnTo>
                    <a:pt x="125" y="532"/>
                  </a:lnTo>
                  <a:lnTo>
                    <a:pt x="117" y="536"/>
                  </a:lnTo>
                  <a:lnTo>
                    <a:pt x="93" y="544"/>
                  </a:lnTo>
                  <a:lnTo>
                    <a:pt x="88" y="554"/>
                  </a:lnTo>
                  <a:lnTo>
                    <a:pt x="72" y="572"/>
                  </a:lnTo>
                  <a:lnTo>
                    <a:pt x="70" y="592"/>
                  </a:lnTo>
                  <a:lnTo>
                    <a:pt x="66" y="604"/>
                  </a:lnTo>
                  <a:lnTo>
                    <a:pt x="56" y="624"/>
                  </a:lnTo>
                  <a:lnTo>
                    <a:pt x="52" y="638"/>
                  </a:lnTo>
                  <a:lnTo>
                    <a:pt x="36" y="642"/>
                  </a:lnTo>
                  <a:lnTo>
                    <a:pt x="14" y="650"/>
                  </a:lnTo>
                  <a:lnTo>
                    <a:pt x="22" y="678"/>
                  </a:lnTo>
                  <a:lnTo>
                    <a:pt x="10" y="696"/>
                  </a:lnTo>
                  <a:lnTo>
                    <a:pt x="8" y="716"/>
                  </a:lnTo>
                  <a:lnTo>
                    <a:pt x="0" y="736"/>
                  </a:lnTo>
                  <a:lnTo>
                    <a:pt x="2" y="756"/>
                  </a:lnTo>
                  <a:lnTo>
                    <a:pt x="16" y="760"/>
                  </a:lnTo>
                  <a:lnTo>
                    <a:pt x="26" y="778"/>
                  </a:lnTo>
                  <a:lnTo>
                    <a:pt x="26" y="778"/>
                  </a:lnTo>
                  <a:lnTo>
                    <a:pt x="24" y="799"/>
                  </a:lnTo>
                  <a:lnTo>
                    <a:pt x="24" y="799"/>
                  </a:lnTo>
                  <a:lnTo>
                    <a:pt x="36" y="827"/>
                  </a:lnTo>
                  <a:lnTo>
                    <a:pt x="56" y="893"/>
                  </a:lnTo>
                  <a:lnTo>
                    <a:pt x="56" y="907"/>
                  </a:lnTo>
                  <a:lnTo>
                    <a:pt x="56" y="907"/>
                  </a:lnTo>
                  <a:lnTo>
                    <a:pt x="48" y="927"/>
                  </a:lnTo>
                  <a:lnTo>
                    <a:pt x="48" y="927"/>
                  </a:lnTo>
                  <a:lnTo>
                    <a:pt x="52" y="941"/>
                  </a:lnTo>
                  <a:lnTo>
                    <a:pt x="56" y="957"/>
                  </a:lnTo>
                  <a:lnTo>
                    <a:pt x="46" y="973"/>
                  </a:lnTo>
                  <a:lnTo>
                    <a:pt x="36" y="991"/>
                  </a:lnTo>
                  <a:lnTo>
                    <a:pt x="36" y="1019"/>
                  </a:lnTo>
                  <a:lnTo>
                    <a:pt x="46" y="1048"/>
                  </a:lnTo>
                  <a:lnTo>
                    <a:pt x="66" y="1048"/>
                  </a:lnTo>
                  <a:lnTo>
                    <a:pt x="78" y="1060"/>
                  </a:lnTo>
                  <a:lnTo>
                    <a:pt x="93" y="1056"/>
                  </a:lnTo>
                  <a:lnTo>
                    <a:pt x="103" y="1060"/>
                  </a:lnTo>
                  <a:lnTo>
                    <a:pt x="115" y="1076"/>
                  </a:lnTo>
                  <a:lnTo>
                    <a:pt x="115" y="1100"/>
                  </a:lnTo>
                  <a:lnTo>
                    <a:pt x="115" y="1132"/>
                  </a:lnTo>
                  <a:lnTo>
                    <a:pt x="117" y="1158"/>
                  </a:lnTo>
                  <a:lnTo>
                    <a:pt x="141" y="1158"/>
                  </a:lnTo>
                  <a:lnTo>
                    <a:pt x="161" y="1158"/>
                  </a:lnTo>
                  <a:lnTo>
                    <a:pt x="175" y="1170"/>
                  </a:lnTo>
                  <a:lnTo>
                    <a:pt x="219" y="1170"/>
                  </a:lnTo>
                  <a:lnTo>
                    <a:pt x="253" y="1166"/>
                  </a:lnTo>
                  <a:lnTo>
                    <a:pt x="279" y="1132"/>
                  </a:lnTo>
                  <a:lnTo>
                    <a:pt x="275" y="1130"/>
                  </a:lnTo>
                  <a:lnTo>
                    <a:pt x="275" y="1130"/>
                  </a:lnTo>
                  <a:lnTo>
                    <a:pt x="271" y="1070"/>
                  </a:lnTo>
                  <a:lnTo>
                    <a:pt x="271" y="1070"/>
                  </a:lnTo>
                  <a:lnTo>
                    <a:pt x="263" y="981"/>
                  </a:lnTo>
                  <a:lnTo>
                    <a:pt x="245" y="933"/>
                  </a:lnTo>
                  <a:lnTo>
                    <a:pt x="281" y="881"/>
                  </a:lnTo>
                  <a:lnTo>
                    <a:pt x="380" y="720"/>
                  </a:lnTo>
                  <a:lnTo>
                    <a:pt x="404" y="610"/>
                  </a:lnTo>
                  <a:lnTo>
                    <a:pt x="404" y="610"/>
                  </a:lnTo>
                  <a:lnTo>
                    <a:pt x="398" y="566"/>
                  </a:lnTo>
                  <a:lnTo>
                    <a:pt x="398" y="566"/>
                  </a:lnTo>
                  <a:lnTo>
                    <a:pt x="380" y="507"/>
                  </a:lnTo>
                  <a:lnTo>
                    <a:pt x="392" y="447"/>
                  </a:lnTo>
                  <a:lnTo>
                    <a:pt x="434" y="381"/>
                  </a:lnTo>
                  <a:lnTo>
                    <a:pt x="440" y="323"/>
                  </a:lnTo>
                  <a:lnTo>
                    <a:pt x="440" y="323"/>
                  </a:lnTo>
                  <a:lnTo>
                    <a:pt x="446" y="297"/>
                  </a:lnTo>
                  <a:lnTo>
                    <a:pt x="450" y="281"/>
                  </a:lnTo>
                  <a:lnTo>
                    <a:pt x="454" y="271"/>
                  </a:lnTo>
                  <a:lnTo>
                    <a:pt x="454" y="271"/>
                  </a:lnTo>
                  <a:lnTo>
                    <a:pt x="523" y="222"/>
                  </a:lnTo>
                  <a:lnTo>
                    <a:pt x="589" y="200"/>
                  </a:lnTo>
                  <a:lnTo>
                    <a:pt x="593" y="162"/>
                  </a:lnTo>
                  <a:lnTo>
                    <a:pt x="593" y="162"/>
                  </a:lnTo>
                  <a:lnTo>
                    <a:pt x="583" y="138"/>
                  </a:lnTo>
                  <a:lnTo>
                    <a:pt x="577" y="122"/>
                  </a:lnTo>
                  <a:lnTo>
                    <a:pt x="571" y="114"/>
                  </a:lnTo>
                  <a:lnTo>
                    <a:pt x="571" y="114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05" name="Freeform 27">
              <a:extLst>
                <a:ext uri="{FF2B5EF4-FFF2-40B4-BE49-F238E27FC236}">
                  <a16:creationId xmlns:a16="http://schemas.microsoft.com/office/drawing/2014/main" id="{A1D64EA1-9238-BB69-D666-78F5AE83F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188" y="3014663"/>
              <a:ext cx="1389062" cy="1711325"/>
            </a:xfrm>
            <a:custGeom>
              <a:avLst/>
              <a:gdLst>
                <a:gd name="T0" fmla="*/ 816 w 875"/>
                <a:gd name="T1" fmla="*/ 349 h 1078"/>
                <a:gd name="T2" fmla="*/ 764 w 875"/>
                <a:gd name="T3" fmla="*/ 370 h 1078"/>
                <a:gd name="T4" fmla="*/ 722 w 875"/>
                <a:gd name="T5" fmla="*/ 345 h 1078"/>
                <a:gd name="T6" fmla="*/ 712 w 875"/>
                <a:gd name="T7" fmla="*/ 333 h 1078"/>
                <a:gd name="T8" fmla="*/ 682 w 875"/>
                <a:gd name="T9" fmla="*/ 349 h 1078"/>
                <a:gd name="T10" fmla="*/ 637 w 875"/>
                <a:gd name="T11" fmla="*/ 343 h 1078"/>
                <a:gd name="T12" fmla="*/ 593 w 875"/>
                <a:gd name="T13" fmla="*/ 333 h 1078"/>
                <a:gd name="T14" fmla="*/ 529 w 875"/>
                <a:gd name="T15" fmla="*/ 319 h 1078"/>
                <a:gd name="T16" fmla="*/ 475 w 875"/>
                <a:gd name="T17" fmla="*/ 285 h 1078"/>
                <a:gd name="T18" fmla="*/ 461 w 875"/>
                <a:gd name="T19" fmla="*/ 279 h 1078"/>
                <a:gd name="T20" fmla="*/ 442 w 875"/>
                <a:gd name="T21" fmla="*/ 265 h 1078"/>
                <a:gd name="T22" fmla="*/ 414 w 875"/>
                <a:gd name="T23" fmla="*/ 233 h 1078"/>
                <a:gd name="T24" fmla="*/ 382 w 875"/>
                <a:gd name="T25" fmla="*/ 201 h 1078"/>
                <a:gd name="T26" fmla="*/ 368 w 875"/>
                <a:gd name="T27" fmla="*/ 177 h 1078"/>
                <a:gd name="T28" fmla="*/ 360 w 875"/>
                <a:gd name="T29" fmla="*/ 165 h 1078"/>
                <a:gd name="T30" fmla="*/ 362 w 875"/>
                <a:gd name="T31" fmla="*/ 149 h 1078"/>
                <a:gd name="T32" fmla="*/ 326 w 875"/>
                <a:gd name="T33" fmla="*/ 133 h 1078"/>
                <a:gd name="T34" fmla="*/ 320 w 875"/>
                <a:gd name="T35" fmla="*/ 119 h 1078"/>
                <a:gd name="T36" fmla="*/ 272 w 875"/>
                <a:gd name="T37" fmla="*/ 94 h 1078"/>
                <a:gd name="T38" fmla="*/ 268 w 875"/>
                <a:gd name="T39" fmla="*/ 26 h 1078"/>
                <a:gd name="T40" fmla="*/ 233 w 875"/>
                <a:gd name="T41" fmla="*/ 48 h 1078"/>
                <a:gd name="T42" fmla="*/ 179 w 875"/>
                <a:gd name="T43" fmla="*/ 8 h 1078"/>
                <a:gd name="T44" fmla="*/ 81 w 875"/>
                <a:gd name="T45" fmla="*/ 103 h 1078"/>
                <a:gd name="T46" fmla="*/ 66 w 875"/>
                <a:gd name="T47" fmla="*/ 123 h 1078"/>
                <a:gd name="T48" fmla="*/ 30 w 875"/>
                <a:gd name="T49" fmla="*/ 197 h 1078"/>
                <a:gd name="T50" fmla="*/ 0 w 875"/>
                <a:gd name="T51" fmla="*/ 213 h 1078"/>
                <a:gd name="T52" fmla="*/ 20 w 875"/>
                <a:gd name="T53" fmla="*/ 257 h 1078"/>
                <a:gd name="T54" fmla="*/ 52 w 875"/>
                <a:gd name="T55" fmla="*/ 283 h 1078"/>
                <a:gd name="T56" fmla="*/ 101 w 875"/>
                <a:gd name="T57" fmla="*/ 271 h 1078"/>
                <a:gd name="T58" fmla="*/ 155 w 875"/>
                <a:gd name="T59" fmla="*/ 311 h 1078"/>
                <a:gd name="T60" fmla="*/ 217 w 875"/>
                <a:gd name="T61" fmla="*/ 359 h 1078"/>
                <a:gd name="T62" fmla="*/ 241 w 875"/>
                <a:gd name="T63" fmla="*/ 406 h 1078"/>
                <a:gd name="T64" fmla="*/ 302 w 875"/>
                <a:gd name="T65" fmla="*/ 450 h 1078"/>
                <a:gd name="T66" fmla="*/ 354 w 875"/>
                <a:gd name="T67" fmla="*/ 534 h 1078"/>
                <a:gd name="T68" fmla="*/ 402 w 875"/>
                <a:gd name="T69" fmla="*/ 602 h 1078"/>
                <a:gd name="T70" fmla="*/ 485 w 875"/>
                <a:gd name="T71" fmla="*/ 711 h 1078"/>
                <a:gd name="T72" fmla="*/ 525 w 875"/>
                <a:gd name="T73" fmla="*/ 757 h 1078"/>
                <a:gd name="T74" fmla="*/ 515 w 875"/>
                <a:gd name="T75" fmla="*/ 815 h 1078"/>
                <a:gd name="T76" fmla="*/ 513 w 875"/>
                <a:gd name="T77" fmla="*/ 888 h 1078"/>
                <a:gd name="T78" fmla="*/ 527 w 875"/>
                <a:gd name="T79" fmla="*/ 924 h 1078"/>
                <a:gd name="T80" fmla="*/ 569 w 875"/>
                <a:gd name="T81" fmla="*/ 986 h 1078"/>
                <a:gd name="T82" fmla="*/ 601 w 875"/>
                <a:gd name="T83" fmla="*/ 1022 h 1078"/>
                <a:gd name="T84" fmla="*/ 625 w 875"/>
                <a:gd name="T85" fmla="*/ 1028 h 1078"/>
                <a:gd name="T86" fmla="*/ 694 w 875"/>
                <a:gd name="T87" fmla="*/ 1050 h 1078"/>
                <a:gd name="T88" fmla="*/ 710 w 875"/>
                <a:gd name="T89" fmla="*/ 1078 h 1078"/>
                <a:gd name="T90" fmla="*/ 786 w 875"/>
                <a:gd name="T91" fmla="*/ 1050 h 1078"/>
                <a:gd name="T92" fmla="*/ 806 w 875"/>
                <a:gd name="T93" fmla="*/ 996 h 1078"/>
                <a:gd name="T94" fmla="*/ 796 w 875"/>
                <a:gd name="T95" fmla="*/ 956 h 1078"/>
                <a:gd name="T96" fmla="*/ 766 w 875"/>
                <a:gd name="T97" fmla="*/ 928 h 1078"/>
                <a:gd name="T98" fmla="*/ 770 w 875"/>
                <a:gd name="T99" fmla="*/ 865 h 1078"/>
                <a:gd name="T100" fmla="*/ 818 w 875"/>
                <a:gd name="T101" fmla="*/ 813 h 1078"/>
                <a:gd name="T102" fmla="*/ 814 w 875"/>
                <a:gd name="T103" fmla="*/ 777 h 1078"/>
                <a:gd name="T104" fmla="*/ 804 w 875"/>
                <a:gd name="T105" fmla="*/ 723 h 1078"/>
                <a:gd name="T106" fmla="*/ 800 w 875"/>
                <a:gd name="T107" fmla="*/ 612 h 1078"/>
                <a:gd name="T108" fmla="*/ 788 w 875"/>
                <a:gd name="T109" fmla="*/ 572 h 1078"/>
                <a:gd name="T110" fmla="*/ 788 w 875"/>
                <a:gd name="T111" fmla="*/ 562 h 1078"/>
                <a:gd name="T112" fmla="*/ 796 w 875"/>
                <a:gd name="T113" fmla="*/ 534 h 1078"/>
                <a:gd name="T114" fmla="*/ 830 w 875"/>
                <a:gd name="T115" fmla="*/ 524 h 1078"/>
                <a:gd name="T116" fmla="*/ 843 w 875"/>
                <a:gd name="T117" fmla="*/ 466 h 1078"/>
                <a:gd name="T118" fmla="*/ 875 w 875"/>
                <a:gd name="T119" fmla="*/ 432 h 1078"/>
                <a:gd name="T120" fmla="*/ 867 w 875"/>
                <a:gd name="T121" fmla="*/ 366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75" h="1078">
                  <a:moveTo>
                    <a:pt x="853" y="362"/>
                  </a:moveTo>
                  <a:lnTo>
                    <a:pt x="836" y="364"/>
                  </a:lnTo>
                  <a:lnTo>
                    <a:pt x="816" y="349"/>
                  </a:lnTo>
                  <a:lnTo>
                    <a:pt x="794" y="355"/>
                  </a:lnTo>
                  <a:lnTo>
                    <a:pt x="778" y="359"/>
                  </a:lnTo>
                  <a:lnTo>
                    <a:pt x="764" y="370"/>
                  </a:lnTo>
                  <a:lnTo>
                    <a:pt x="748" y="364"/>
                  </a:lnTo>
                  <a:lnTo>
                    <a:pt x="744" y="355"/>
                  </a:lnTo>
                  <a:lnTo>
                    <a:pt x="722" y="345"/>
                  </a:lnTo>
                  <a:lnTo>
                    <a:pt x="722" y="345"/>
                  </a:lnTo>
                  <a:lnTo>
                    <a:pt x="718" y="339"/>
                  </a:lnTo>
                  <a:lnTo>
                    <a:pt x="712" y="333"/>
                  </a:lnTo>
                  <a:lnTo>
                    <a:pt x="712" y="333"/>
                  </a:lnTo>
                  <a:lnTo>
                    <a:pt x="696" y="339"/>
                  </a:lnTo>
                  <a:lnTo>
                    <a:pt x="682" y="349"/>
                  </a:lnTo>
                  <a:lnTo>
                    <a:pt x="660" y="351"/>
                  </a:lnTo>
                  <a:lnTo>
                    <a:pt x="646" y="347"/>
                  </a:lnTo>
                  <a:lnTo>
                    <a:pt x="637" y="343"/>
                  </a:lnTo>
                  <a:lnTo>
                    <a:pt x="627" y="345"/>
                  </a:lnTo>
                  <a:lnTo>
                    <a:pt x="605" y="337"/>
                  </a:lnTo>
                  <a:lnTo>
                    <a:pt x="593" y="333"/>
                  </a:lnTo>
                  <a:lnTo>
                    <a:pt x="583" y="327"/>
                  </a:lnTo>
                  <a:lnTo>
                    <a:pt x="529" y="319"/>
                  </a:lnTo>
                  <a:lnTo>
                    <a:pt x="529" y="319"/>
                  </a:lnTo>
                  <a:lnTo>
                    <a:pt x="491" y="289"/>
                  </a:lnTo>
                  <a:lnTo>
                    <a:pt x="491" y="289"/>
                  </a:lnTo>
                  <a:lnTo>
                    <a:pt x="475" y="285"/>
                  </a:lnTo>
                  <a:lnTo>
                    <a:pt x="465" y="285"/>
                  </a:lnTo>
                  <a:lnTo>
                    <a:pt x="465" y="285"/>
                  </a:lnTo>
                  <a:lnTo>
                    <a:pt x="461" y="279"/>
                  </a:lnTo>
                  <a:lnTo>
                    <a:pt x="454" y="273"/>
                  </a:lnTo>
                  <a:lnTo>
                    <a:pt x="454" y="273"/>
                  </a:lnTo>
                  <a:lnTo>
                    <a:pt x="442" y="265"/>
                  </a:lnTo>
                  <a:lnTo>
                    <a:pt x="434" y="253"/>
                  </a:lnTo>
                  <a:lnTo>
                    <a:pt x="424" y="245"/>
                  </a:lnTo>
                  <a:lnTo>
                    <a:pt x="414" y="233"/>
                  </a:lnTo>
                  <a:lnTo>
                    <a:pt x="400" y="223"/>
                  </a:lnTo>
                  <a:lnTo>
                    <a:pt x="388" y="215"/>
                  </a:lnTo>
                  <a:lnTo>
                    <a:pt x="382" y="201"/>
                  </a:lnTo>
                  <a:lnTo>
                    <a:pt x="352" y="197"/>
                  </a:lnTo>
                  <a:lnTo>
                    <a:pt x="348" y="185"/>
                  </a:lnTo>
                  <a:lnTo>
                    <a:pt x="368" y="177"/>
                  </a:lnTo>
                  <a:lnTo>
                    <a:pt x="362" y="167"/>
                  </a:lnTo>
                  <a:lnTo>
                    <a:pt x="360" y="165"/>
                  </a:lnTo>
                  <a:lnTo>
                    <a:pt x="360" y="165"/>
                  </a:lnTo>
                  <a:lnTo>
                    <a:pt x="372" y="157"/>
                  </a:lnTo>
                  <a:lnTo>
                    <a:pt x="372" y="157"/>
                  </a:lnTo>
                  <a:lnTo>
                    <a:pt x="362" y="149"/>
                  </a:lnTo>
                  <a:lnTo>
                    <a:pt x="326" y="143"/>
                  </a:lnTo>
                  <a:lnTo>
                    <a:pt x="326" y="133"/>
                  </a:lnTo>
                  <a:lnTo>
                    <a:pt x="326" y="133"/>
                  </a:lnTo>
                  <a:lnTo>
                    <a:pt x="324" y="125"/>
                  </a:lnTo>
                  <a:lnTo>
                    <a:pt x="320" y="119"/>
                  </a:lnTo>
                  <a:lnTo>
                    <a:pt x="320" y="119"/>
                  </a:lnTo>
                  <a:lnTo>
                    <a:pt x="300" y="123"/>
                  </a:lnTo>
                  <a:lnTo>
                    <a:pt x="278" y="109"/>
                  </a:lnTo>
                  <a:lnTo>
                    <a:pt x="272" y="94"/>
                  </a:lnTo>
                  <a:lnTo>
                    <a:pt x="284" y="70"/>
                  </a:lnTo>
                  <a:lnTo>
                    <a:pt x="276" y="42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36"/>
                  </a:lnTo>
                  <a:lnTo>
                    <a:pt x="233" y="48"/>
                  </a:lnTo>
                  <a:lnTo>
                    <a:pt x="213" y="22"/>
                  </a:lnTo>
                  <a:lnTo>
                    <a:pt x="199" y="0"/>
                  </a:lnTo>
                  <a:lnTo>
                    <a:pt x="179" y="8"/>
                  </a:lnTo>
                  <a:lnTo>
                    <a:pt x="161" y="50"/>
                  </a:lnTo>
                  <a:lnTo>
                    <a:pt x="141" y="70"/>
                  </a:lnTo>
                  <a:lnTo>
                    <a:pt x="81" y="103"/>
                  </a:lnTo>
                  <a:lnTo>
                    <a:pt x="81" y="103"/>
                  </a:lnTo>
                  <a:lnTo>
                    <a:pt x="73" y="111"/>
                  </a:lnTo>
                  <a:lnTo>
                    <a:pt x="66" y="123"/>
                  </a:lnTo>
                  <a:lnTo>
                    <a:pt x="66" y="123"/>
                  </a:lnTo>
                  <a:lnTo>
                    <a:pt x="62" y="159"/>
                  </a:lnTo>
                  <a:lnTo>
                    <a:pt x="30" y="197"/>
                  </a:lnTo>
                  <a:lnTo>
                    <a:pt x="30" y="197"/>
                  </a:lnTo>
                  <a:lnTo>
                    <a:pt x="0" y="213"/>
                  </a:lnTo>
                  <a:lnTo>
                    <a:pt x="0" y="213"/>
                  </a:lnTo>
                  <a:lnTo>
                    <a:pt x="0" y="229"/>
                  </a:lnTo>
                  <a:lnTo>
                    <a:pt x="0" y="229"/>
                  </a:lnTo>
                  <a:lnTo>
                    <a:pt x="20" y="257"/>
                  </a:lnTo>
                  <a:lnTo>
                    <a:pt x="20" y="271"/>
                  </a:lnTo>
                  <a:lnTo>
                    <a:pt x="52" y="283"/>
                  </a:lnTo>
                  <a:lnTo>
                    <a:pt x="52" y="283"/>
                  </a:lnTo>
                  <a:lnTo>
                    <a:pt x="73" y="285"/>
                  </a:lnTo>
                  <a:lnTo>
                    <a:pt x="73" y="285"/>
                  </a:lnTo>
                  <a:lnTo>
                    <a:pt x="101" y="271"/>
                  </a:lnTo>
                  <a:lnTo>
                    <a:pt x="111" y="271"/>
                  </a:lnTo>
                  <a:lnTo>
                    <a:pt x="129" y="295"/>
                  </a:lnTo>
                  <a:lnTo>
                    <a:pt x="155" y="311"/>
                  </a:lnTo>
                  <a:lnTo>
                    <a:pt x="171" y="315"/>
                  </a:lnTo>
                  <a:lnTo>
                    <a:pt x="183" y="323"/>
                  </a:lnTo>
                  <a:lnTo>
                    <a:pt x="217" y="359"/>
                  </a:lnTo>
                  <a:lnTo>
                    <a:pt x="219" y="366"/>
                  </a:lnTo>
                  <a:lnTo>
                    <a:pt x="239" y="382"/>
                  </a:lnTo>
                  <a:lnTo>
                    <a:pt x="241" y="406"/>
                  </a:lnTo>
                  <a:lnTo>
                    <a:pt x="253" y="414"/>
                  </a:lnTo>
                  <a:lnTo>
                    <a:pt x="290" y="442"/>
                  </a:lnTo>
                  <a:lnTo>
                    <a:pt x="302" y="450"/>
                  </a:lnTo>
                  <a:lnTo>
                    <a:pt x="318" y="472"/>
                  </a:lnTo>
                  <a:lnTo>
                    <a:pt x="340" y="500"/>
                  </a:lnTo>
                  <a:lnTo>
                    <a:pt x="354" y="534"/>
                  </a:lnTo>
                  <a:lnTo>
                    <a:pt x="386" y="548"/>
                  </a:lnTo>
                  <a:lnTo>
                    <a:pt x="386" y="582"/>
                  </a:lnTo>
                  <a:lnTo>
                    <a:pt x="402" y="602"/>
                  </a:lnTo>
                  <a:lnTo>
                    <a:pt x="388" y="671"/>
                  </a:lnTo>
                  <a:lnTo>
                    <a:pt x="457" y="673"/>
                  </a:lnTo>
                  <a:lnTo>
                    <a:pt x="485" y="711"/>
                  </a:lnTo>
                  <a:lnTo>
                    <a:pt x="489" y="725"/>
                  </a:lnTo>
                  <a:lnTo>
                    <a:pt x="503" y="741"/>
                  </a:lnTo>
                  <a:lnTo>
                    <a:pt x="525" y="757"/>
                  </a:lnTo>
                  <a:lnTo>
                    <a:pt x="517" y="771"/>
                  </a:lnTo>
                  <a:lnTo>
                    <a:pt x="517" y="807"/>
                  </a:lnTo>
                  <a:lnTo>
                    <a:pt x="515" y="815"/>
                  </a:lnTo>
                  <a:lnTo>
                    <a:pt x="513" y="823"/>
                  </a:lnTo>
                  <a:lnTo>
                    <a:pt x="517" y="849"/>
                  </a:lnTo>
                  <a:lnTo>
                    <a:pt x="513" y="888"/>
                  </a:lnTo>
                  <a:lnTo>
                    <a:pt x="513" y="888"/>
                  </a:lnTo>
                  <a:lnTo>
                    <a:pt x="527" y="924"/>
                  </a:lnTo>
                  <a:lnTo>
                    <a:pt x="527" y="924"/>
                  </a:lnTo>
                  <a:lnTo>
                    <a:pt x="547" y="944"/>
                  </a:lnTo>
                  <a:lnTo>
                    <a:pt x="559" y="980"/>
                  </a:lnTo>
                  <a:lnTo>
                    <a:pt x="569" y="986"/>
                  </a:lnTo>
                  <a:lnTo>
                    <a:pt x="597" y="1008"/>
                  </a:lnTo>
                  <a:lnTo>
                    <a:pt x="601" y="1022"/>
                  </a:lnTo>
                  <a:lnTo>
                    <a:pt x="601" y="1022"/>
                  </a:lnTo>
                  <a:lnTo>
                    <a:pt x="607" y="1028"/>
                  </a:lnTo>
                  <a:lnTo>
                    <a:pt x="607" y="1028"/>
                  </a:lnTo>
                  <a:lnTo>
                    <a:pt x="625" y="1028"/>
                  </a:lnTo>
                  <a:lnTo>
                    <a:pt x="660" y="1052"/>
                  </a:lnTo>
                  <a:lnTo>
                    <a:pt x="678" y="1050"/>
                  </a:lnTo>
                  <a:lnTo>
                    <a:pt x="694" y="1050"/>
                  </a:lnTo>
                  <a:lnTo>
                    <a:pt x="710" y="1074"/>
                  </a:lnTo>
                  <a:lnTo>
                    <a:pt x="710" y="1078"/>
                  </a:lnTo>
                  <a:lnTo>
                    <a:pt x="710" y="1078"/>
                  </a:lnTo>
                  <a:lnTo>
                    <a:pt x="740" y="1072"/>
                  </a:lnTo>
                  <a:lnTo>
                    <a:pt x="762" y="1054"/>
                  </a:lnTo>
                  <a:lnTo>
                    <a:pt x="786" y="1050"/>
                  </a:lnTo>
                  <a:lnTo>
                    <a:pt x="794" y="1038"/>
                  </a:lnTo>
                  <a:lnTo>
                    <a:pt x="806" y="1016"/>
                  </a:lnTo>
                  <a:lnTo>
                    <a:pt x="806" y="996"/>
                  </a:lnTo>
                  <a:lnTo>
                    <a:pt x="810" y="982"/>
                  </a:lnTo>
                  <a:lnTo>
                    <a:pt x="802" y="972"/>
                  </a:lnTo>
                  <a:lnTo>
                    <a:pt x="796" y="956"/>
                  </a:lnTo>
                  <a:lnTo>
                    <a:pt x="784" y="948"/>
                  </a:lnTo>
                  <a:lnTo>
                    <a:pt x="780" y="934"/>
                  </a:lnTo>
                  <a:lnTo>
                    <a:pt x="766" y="928"/>
                  </a:lnTo>
                  <a:lnTo>
                    <a:pt x="758" y="922"/>
                  </a:lnTo>
                  <a:lnTo>
                    <a:pt x="768" y="888"/>
                  </a:lnTo>
                  <a:lnTo>
                    <a:pt x="770" y="865"/>
                  </a:lnTo>
                  <a:lnTo>
                    <a:pt x="776" y="853"/>
                  </a:lnTo>
                  <a:lnTo>
                    <a:pt x="806" y="831"/>
                  </a:lnTo>
                  <a:lnTo>
                    <a:pt x="818" y="813"/>
                  </a:lnTo>
                  <a:lnTo>
                    <a:pt x="820" y="799"/>
                  </a:lnTo>
                  <a:lnTo>
                    <a:pt x="820" y="793"/>
                  </a:lnTo>
                  <a:lnTo>
                    <a:pt x="814" y="777"/>
                  </a:lnTo>
                  <a:lnTo>
                    <a:pt x="812" y="759"/>
                  </a:lnTo>
                  <a:lnTo>
                    <a:pt x="814" y="747"/>
                  </a:lnTo>
                  <a:lnTo>
                    <a:pt x="804" y="723"/>
                  </a:lnTo>
                  <a:lnTo>
                    <a:pt x="790" y="711"/>
                  </a:lnTo>
                  <a:lnTo>
                    <a:pt x="794" y="661"/>
                  </a:lnTo>
                  <a:lnTo>
                    <a:pt x="800" y="612"/>
                  </a:lnTo>
                  <a:lnTo>
                    <a:pt x="802" y="590"/>
                  </a:lnTo>
                  <a:lnTo>
                    <a:pt x="798" y="578"/>
                  </a:lnTo>
                  <a:lnTo>
                    <a:pt x="788" y="572"/>
                  </a:lnTo>
                  <a:lnTo>
                    <a:pt x="788" y="572"/>
                  </a:lnTo>
                  <a:lnTo>
                    <a:pt x="788" y="562"/>
                  </a:lnTo>
                  <a:lnTo>
                    <a:pt x="788" y="562"/>
                  </a:lnTo>
                  <a:lnTo>
                    <a:pt x="796" y="552"/>
                  </a:lnTo>
                  <a:lnTo>
                    <a:pt x="796" y="534"/>
                  </a:lnTo>
                  <a:lnTo>
                    <a:pt x="796" y="534"/>
                  </a:lnTo>
                  <a:lnTo>
                    <a:pt x="818" y="528"/>
                  </a:lnTo>
                  <a:lnTo>
                    <a:pt x="818" y="528"/>
                  </a:lnTo>
                  <a:lnTo>
                    <a:pt x="830" y="524"/>
                  </a:lnTo>
                  <a:lnTo>
                    <a:pt x="834" y="506"/>
                  </a:lnTo>
                  <a:lnTo>
                    <a:pt x="841" y="486"/>
                  </a:lnTo>
                  <a:lnTo>
                    <a:pt x="843" y="466"/>
                  </a:lnTo>
                  <a:lnTo>
                    <a:pt x="843" y="466"/>
                  </a:lnTo>
                  <a:lnTo>
                    <a:pt x="875" y="432"/>
                  </a:lnTo>
                  <a:lnTo>
                    <a:pt x="875" y="432"/>
                  </a:lnTo>
                  <a:lnTo>
                    <a:pt x="867" y="390"/>
                  </a:lnTo>
                  <a:lnTo>
                    <a:pt x="867" y="390"/>
                  </a:lnTo>
                  <a:lnTo>
                    <a:pt x="867" y="366"/>
                  </a:lnTo>
                  <a:lnTo>
                    <a:pt x="867" y="366"/>
                  </a:lnTo>
                  <a:lnTo>
                    <a:pt x="853" y="362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06" name="Freeform 28">
              <a:extLst>
                <a:ext uri="{FF2B5EF4-FFF2-40B4-BE49-F238E27FC236}">
                  <a16:creationId xmlns:a16="http://schemas.microsoft.com/office/drawing/2014/main" id="{9FD3D512-0277-31CB-2825-E804E7FB3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238" y="1844675"/>
              <a:ext cx="1073150" cy="1679575"/>
            </a:xfrm>
            <a:custGeom>
              <a:avLst/>
              <a:gdLst>
                <a:gd name="T0" fmla="*/ 525 w 676"/>
                <a:gd name="T1" fmla="*/ 16 h 1058"/>
                <a:gd name="T2" fmla="*/ 481 w 676"/>
                <a:gd name="T3" fmla="*/ 59 h 1058"/>
                <a:gd name="T4" fmla="*/ 420 w 676"/>
                <a:gd name="T5" fmla="*/ 75 h 1058"/>
                <a:gd name="T6" fmla="*/ 396 w 676"/>
                <a:gd name="T7" fmla="*/ 89 h 1058"/>
                <a:gd name="T8" fmla="*/ 392 w 676"/>
                <a:gd name="T9" fmla="*/ 119 h 1058"/>
                <a:gd name="T10" fmla="*/ 398 w 676"/>
                <a:gd name="T11" fmla="*/ 175 h 1058"/>
                <a:gd name="T12" fmla="*/ 348 w 676"/>
                <a:gd name="T13" fmla="*/ 177 h 1058"/>
                <a:gd name="T14" fmla="*/ 318 w 676"/>
                <a:gd name="T15" fmla="*/ 179 h 1058"/>
                <a:gd name="T16" fmla="*/ 308 w 676"/>
                <a:gd name="T17" fmla="*/ 225 h 1058"/>
                <a:gd name="T18" fmla="*/ 280 w 676"/>
                <a:gd name="T19" fmla="*/ 237 h 1058"/>
                <a:gd name="T20" fmla="*/ 245 w 676"/>
                <a:gd name="T21" fmla="*/ 287 h 1058"/>
                <a:gd name="T22" fmla="*/ 197 w 676"/>
                <a:gd name="T23" fmla="*/ 283 h 1058"/>
                <a:gd name="T24" fmla="*/ 143 w 676"/>
                <a:gd name="T25" fmla="*/ 336 h 1058"/>
                <a:gd name="T26" fmla="*/ 125 w 676"/>
                <a:gd name="T27" fmla="*/ 356 h 1058"/>
                <a:gd name="T28" fmla="*/ 111 w 676"/>
                <a:gd name="T29" fmla="*/ 384 h 1058"/>
                <a:gd name="T30" fmla="*/ 135 w 676"/>
                <a:gd name="T31" fmla="*/ 436 h 1058"/>
                <a:gd name="T32" fmla="*/ 173 w 676"/>
                <a:gd name="T33" fmla="*/ 492 h 1058"/>
                <a:gd name="T34" fmla="*/ 171 w 676"/>
                <a:gd name="T35" fmla="*/ 546 h 1058"/>
                <a:gd name="T36" fmla="*/ 117 w 676"/>
                <a:gd name="T37" fmla="*/ 583 h 1058"/>
                <a:gd name="T38" fmla="*/ 87 w 676"/>
                <a:gd name="T39" fmla="*/ 657 h 1058"/>
                <a:gd name="T40" fmla="*/ 68 w 676"/>
                <a:gd name="T41" fmla="*/ 751 h 1058"/>
                <a:gd name="T42" fmla="*/ 34 w 676"/>
                <a:gd name="T43" fmla="*/ 753 h 1058"/>
                <a:gd name="T44" fmla="*/ 36 w 676"/>
                <a:gd name="T45" fmla="*/ 809 h 1058"/>
                <a:gd name="T46" fmla="*/ 0 w 676"/>
                <a:gd name="T47" fmla="*/ 862 h 1058"/>
                <a:gd name="T48" fmla="*/ 26 w 676"/>
                <a:gd name="T49" fmla="*/ 928 h 1058"/>
                <a:gd name="T50" fmla="*/ 34 w 676"/>
                <a:gd name="T51" fmla="*/ 962 h 1058"/>
                <a:gd name="T52" fmla="*/ 38 w 676"/>
                <a:gd name="T53" fmla="*/ 1006 h 1058"/>
                <a:gd name="T54" fmla="*/ 103 w 676"/>
                <a:gd name="T55" fmla="*/ 1058 h 1058"/>
                <a:gd name="T56" fmla="*/ 85 w 676"/>
                <a:gd name="T57" fmla="*/ 978 h 1058"/>
                <a:gd name="T58" fmla="*/ 97 w 676"/>
                <a:gd name="T59" fmla="*/ 942 h 1058"/>
                <a:gd name="T60" fmla="*/ 211 w 676"/>
                <a:gd name="T61" fmla="*/ 928 h 1058"/>
                <a:gd name="T62" fmla="*/ 298 w 676"/>
                <a:gd name="T63" fmla="*/ 952 h 1058"/>
                <a:gd name="T64" fmla="*/ 342 w 676"/>
                <a:gd name="T65" fmla="*/ 968 h 1058"/>
                <a:gd name="T66" fmla="*/ 376 w 676"/>
                <a:gd name="T67" fmla="*/ 956 h 1058"/>
                <a:gd name="T68" fmla="*/ 450 w 676"/>
                <a:gd name="T69" fmla="*/ 896 h 1058"/>
                <a:gd name="T70" fmla="*/ 461 w 676"/>
                <a:gd name="T71" fmla="*/ 848 h 1058"/>
                <a:gd name="T72" fmla="*/ 549 w 676"/>
                <a:gd name="T73" fmla="*/ 787 h 1058"/>
                <a:gd name="T74" fmla="*/ 601 w 676"/>
                <a:gd name="T75" fmla="*/ 759 h 1058"/>
                <a:gd name="T76" fmla="*/ 666 w 676"/>
                <a:gd name="T77" fmla="*/ 753 h 1058"/>
                <a:gd name="T78" fmla="*/ 607 w 676"/>
                <a:gd name="T79" fmla="*/ 681 h 1058"/>
                <a:gd name="T80" fmla="*/ 579 w 676"/>
                <a:gd name="T81" fmla="*/ 609 h 1058"/>
                <a:gd name="T82" fmla="*/ 654 w 676"/>
                <a:gd name="T83" fmla="*/ 556 h 1058"/>
                <a:gd name="T84" fmla="*/ 601 w 676"/>
                <a:gd name="T85" fmla="*/ 502 h 1058"/>
                <a:gd name="T86" fmla="*/ 676 w 676"/>
                <a:gd name="T87" fmla="*/ 418 h 1058"/>
                <a:gd name="T88" fmla="*/ 674 w 676"/>
                <a:gd name="T89" fmla="*/ 336 h 1058"/>
                <a:gd name="T90" fmla="*/ 637 w 676"/>
                <a:gd name="T91" fmla="*/ 320 h 1058"/>
                <a:gd name="T92" fmla="*/ 595 w 676"/>
                <a:gd name="T93" fmla="*/ 279 h 1058"/>
                <a:gd name="T94" fmla="*/ 615 w 676"/>
                <a:gd name="T95" fmla="*/ 217 h 1058"/>
                <a:gd name="T96" fmla="*/ 607 w 676"/>
                <a:gd name="T97" fmla="*/ 187 h 1058"/>
                <a:gd name="T98" fmla="*/ 615 w 676"/>
                <a:gd name="T99" fmla="*/ 153 h 1058"/>
                <a:gd name="T100" fmla="*/ 583 w 676"/>
                <a:gd name="T101" fmla="*/ 59 h 1058"/>
                <a:gd name="T102" fmla="*/ 575 w 676"/>
                <a:gd name="T103" fmla="*/ 20 h 1058"/>
                <a:gd name="T104" fmla="*/ 559 w 676"/>
                <a:gd name="T105" fmla="*/ 0 h 1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76" h="1058">
                  <a:moveTo>
                    <a:pt x="547" y="4"/>
                  </a:moveTo>
                  <a:lnTo>
                    <a:pt x="531" y="8"/>
                  </a:lnTo>
                  <a:lnTo>
                    <a:pt x="525" y="16"/>
                  </a:lnTo>
                  <a:lnTo>
                    <a:pt x="509" y="36"/>
                  </a:lnTo>
                  <a:lnTo>
                    <a:pt x="507" y="53"/>
                  </a:lnTo>
                  <a:lnTo>
                    <a:pt x="481" y="59"/>
                  </a:lnTo>
                  <a:lnTo>
                    <a:pt x="469" y="61"/>
                  </a:lnTo>
                  <a:lnTo>
                    <a:pt x="428" y="69"/>
                  </a:lnTo>
                  <a:lnTo>
                    <a:pt x="420" y="75"/>
                  </a:lnTo>
                  <a:lnTo>
                    <a:pt x="408" y="79"/>
                  </a:lnTo>
                  <a:lnTo>
                    <a:pt x="396" y="89"/>
                  </a:lnTo>
                  <a:lnTo>
                    <a:pt x="396" y="89"/>
                  </a:lnTo>
                  <a:lnTo>
                    <a:pt x="402" y="101"/>
                  </a:lnTo>
                  <a:lnTo>
                    <a:pt x="402" y="115"/>
                  </a:lnTo>
                  <a:lnTo>
                    <a:pt x="392" y="119"/>
                  </a:lnTo>
                  <a:lnTo>
                    <a:pt x="388" y="137"/>
                  </a:lnTo>
                  <a:lnTo>
                    <a:pt x="398" y="155"/>
                  </a:lnTo>
                  <a:lnTo>
                    <a:pt x="398" y="175"/>
                  </a:lnTo>
                  <a:lnTo>
                    <a:pt x="378" y="181"/>
                  </a:lnTo>
                  <a:lnTo>
                    <a:pt x="368" y="169"/>
                  </a:lnTo>
                  <a:lnTo>
                    <a:pt x="348" y="177"/>
                  </a:lnTo>
                  <a:lnTo>
                    <a:pt x="332" y="185"/>
                  </a:lnTo>
                  <a:lnTo>
                    <a:pt x="324" y="179"/>
                  </a:lnTo>
                  <a:lnTo>
                    <a:pt x="318" y="179"/>
                  </a:lnTo>
                  <a:lnTo>
                    <a:pt x="314" y="191"/>
                  </a:lnTo>
                  <a:lnTo>
                    <a:pt x="314" y="215"/>
                  </a:lnTo>
                  <a:lnTo>
                    <a:pt x="308" y="225"/>
                  </a:lnTo>
                  <a:lnTo>
                    <a:pt x="296" y="217"/>
                  </a:lnTo>
                  <a:lnTo>
                    <a:pt x="290" y="219"/>
                  </a:lnTo>
                  <a:lnTo>
                    <a:pt x="280" y="237"/>
                  </a:lnTo>
                  <a:lnTo>
                    <a:pt x="263" y="259"/>
                  </a:lnTo>
                  <a:lnTo>
                    <a:pt x="257" y="277"/>
                  </a:lnTo>
                  <a:lnTo>
                    <a:pt x="245" y="287"/>
                  </a:lnTo>
                  <a:lnTo>
                    <a:pt x="227" y="295"/>
                  </a:lnTo>
                  <a:lnTo>
                    <a:pt x="215" y="289"/>
                  </a:lnTo>
                  <a:lnTo>
                    <a:pt x="197" y="283"/>
                  </a:lnTo>
                  <a:lnTo>
                    <a:pt x="169" y="303"/>
                  </a:lnTo>
                  <a:lnTo>
                    <a:pt x="167" y="314"/>
                  </a:lnTo>
                  <a:lnTo>
                    <a:pt x="143" y="336"/>
                  </a:lnTo>
                  <a:lnTo>
                    <a:pt x="129" y="342"/>
                  </a:lnTo>
                  <a:lnTo>
                    <a:pt x="127" y="344"/>
                  </a:lnTo>
                  <a:lnTo>
                    <a:pt x="125" y="356"/>
                  </a:lnTo>
                  <a:lnTo>
                    <a:pt x="113" y="370"/>
                  </a:lnTo>
                  <a:lnTo>
                    <a:pt x="107" y="384"/>
                  </a:lnTo>
                  <a:lnTo>
                    <a:pt x="111" y="384"/>
                  </a:lnTo>
                  <a:lnTo>
                    <a:pt x="117" y="398"/>
                  </a:lnTo>
                  <a:lnTo>
                    <a:pt x="135" y="428"/>
                  </a:lnTo>
                  <a:lnTo>
                    <a:pt x="135" y="436"/>
                  </a:lnTo>
                  <a:lnTo>
                    <a:pt x="143" y="446"/>
                  </a:lnTo>
                  <a:lnTo>
                    <a:pt x="157" y="454"/>
                  </a:lnTo>
                  <a:lnTo>
                    <a:pt x="173" y="492"/>
                  </a:lnTo>
                  <a:lnTo>
                    <a:pt x="173" y="506"/>
                  </a:lnTo>
                  <a:lnTo>
                    <a:pt x="167" y="516"/>
                  </a:lnTo>
                  <a:lnTo>
                    <a:pt x="171" y="546"/>
                  </a:lnTo>
                  <a:lnTo>
                    <a:pt x="169" y="554"/>
                  </a:lnTo>
                  <a:lnTo>
                    <a:pt x="131" y="554"/>
                  </a:lnTo>
                  <a:lnTo>
                    <a:pt x="117" y="583"/>
                  </a:lnTo>
                  <a:lnTo>
                    <a:pt x="105" y="593"/>
                  </a:lnTo>
                  <a:lnTo>
                    <a:pt x="101" y="649"/>
                  </a:lnTo>
                  <a:lnTo>
                    <a:pt x="87" y="657"/>
                  </a:lnTo>
                  <a:lnTo>
                    <a:pt x="87" y="679"/>
                  </a:lnTo>
                  <a:lnTo>
                    <a:pt x="87" y="697"/>
                  </a:lnTo>
                  <a:lnTo>
                    <a:pt x="68" y="751"/>
                  </a:lnTo>
                  <a:lnTo>
                    <a:pt x="54" y="757"/>
                  </a:lnTo>
                  <a:lnTo>
                    <a:pt x="34" y="753"/>
                  </a:lnTo>
                  <a:lnTo>
                    <a:pt x="34" y="753"/>
                  </a:lnTo>
                  <a:lnTo>
                    <a:pt x="38" y="761"/>
                  </a:lnTo>
                  <a:lnTo>
                    <a:pt x="34" y="787"/>
                  </a:lnTo>
                  <a:lnTo>
                    <a:pt x="36" y="809"/>
                  </a:lnTo>
                  <a:lnTo>
                    <a:pt x="0" y="846"/>
                  </a:lnTo>
                  <a:lnTo>
                    <a:pt x="0" y="862"/>
                  </a:lnTo>
                  <a:lnTo>
                    <a:pt x="0" y="862"/>
                  </a:lnTo>
                  <a:lnTo>
                    <a:pt x="22" y="906"/>
                  </a:lnTo>
                  <a:lnTo>
                    <a:pt x="22" y="906"/>
                  </a:lnTo>
                  <a:lnTo>
                    <a:pt x="26" y="928"/>
                  </a:lnTo>
                  <a:lnTo>
                    <a:pt x="26" y="928"/>
                  </a:lnTo>
                  <a:lnTo>
                    <a:pt x="32" y="944"/>
                  </a:lnTo>
                  <a:lnTo>
                    <a:pt x="34" y="962"/>
                  </a:lnTo>
                  <a:lnTo>
                    <a:pt x="16" y="982"/>
                  </a:lnTo>
                  <a:lnTo>
                    <a:pt x="16" y="996"/>
                  </a:lnTo>
                  <a:lnTo>
                    <a:pt x="38" y="1006"/>
                  </a:lnTo>
                  <a:lnTo>
                    <a:pt x="77" y="1024"/>
                  </a:lnTo>
                  <a:lnTo>
                    <a:pt x="89" y="1042"/>
                  </a:lnTo>
                  <a:lnTo>
                    <a:pt x="103" y="1058"/>
                  </a:lnTo>
                  <a:lnTo>
                    <a:pt x="91" y="992"/>
                  </a:lnTo>
                  <a:lnTo>
                    <a:pt x="85" y="978"/>
                  </a:lnTo>
                  <a:lnTo>
                    <a:pt x="85" y="978"/>
                  </a:lnTo>
                  <a:lnTo>
                    <a:pt x="93" y="954"/>
                  </a:lnTo>
                  <a:lnTo>
                    <a:pt x="93" y="954"/>
                  </a:lnTo>
                  <a:lnTo>
                    <a:pt x="97" y="942"/>
                  </a:lnTo>
                  <a:lnTo>
                    <a:pt x="103" y="934"/>
                  </a:lnTo>
                  <a:lnTo>
                    <a:pt x="141" y="924"/>
                  </a:lnTo>
                  <a:lnTo>
                    <a:pt x="211" y="928"/>
                  </a:lnTo>
                  <a:lnTo>
                    <a:pt x="251" y="930"/>
                  </a:lnTo>
                  <a:lnTo>
                    <a:pt x="298" y="952"/>
                  </a:lnTo>
                  <a:lnTo>
                    <a:pt x="298" y="952"/>
                  </a:lnTo>
                  <a:lnTo>
                    <a:pt x="318" y="960"/>
                  </a:lnTo>
                  <a:lnTo>
                    <a:pt x="342" y="968"/>
                  </a:lnTo>
                  <a:lnTo>
                    <a:pt x="342" y="968"/>
                  </a:lnTo>
                  <a:lnTo>
                    <a:pt x="358" y="964"/>
                  </a:lnTo>
                  <a:lnTo>
                    <a:pt x="376" y="956"/>
                  </a:lnTo>
                  <a:lnTo>
                    <a:pt x="376" y="956"/>
                  </a:lnTo>
                  <a:lnTo>
                    <a:pt x="418" y="934"/>
                  </a:lnTo>
                  <a:lnTo>
                    <a:pt x="450" y="896"/>
                  </a:lnTo>
                  <a:lnTo>
                    <a:pt x="450" y="896"/>
                  </a:lnTo>
                  <a:lnTo>
                    <a:pt x="454" y="860"/>
                  </a:lnTo>
                  <a:lnTo>
                    <a:pt x="454" y="860"/>
                  </a:lnTo>
                  <a:lnTo>
                    <a:pt x="461" y="848"/>
                  </a:lnTo>
                  <a:lnTo>
                    <a:pt x="469" y="840"/>
                  </a:lnTo>
                  <a:lnTo>
                    <a:pt x="529" y="807"/>
                  </a:lnTo>
                  <a:lnTo>
                    <a:pt x="549" y="787"/>
                  </a:lnTo>
                  <a:lnTo>
                    <a:pt x="567" y="745"/>
                  </a:lnTo>
                  <a:lnTo>
                    <a:pt x="587" y="737"/>
                  </a:lnTo>
                  <a:lnTo>
                    <a:pt x="601" y="759"/>
                  </a:lnTo>
                  <a:lnTo>
                    <a:pt x="621" y="785"/>
                  </a:lnTo>
                  <a:lnTo>
                    <a:pt x="647" y="773"/>
                  </a:lnTo>
                  <a:lnTo>
                    <a:pt x="666" y="753"/>
                  </a:lnTo>
                  <a:lnTo>
                    <a:pt x="670" y="725"/>
                  </a:lnTo>
                  <a:lnTo>
                    <a:pt x="641" y="697"/>
                  </a:lnTo>
                  <a:lnTo>
                    <a:pt x="607" y="681"/>
                  </a:lnTo>
                  <a:lnTo>
                    <a:pt x="577" y="659"/>
                  </a:lnTo>
                  <a:lnTo>
                    <a:pt x="567" y="635"/>
                  </a:lnTo>
                  <a:lnTo>
                    <a:pt x="579" y="609"/>
                  </a:lnTo>
                  <a:lnTo>
                    <a:pt x="617" y="603"/>
                  </a:lnTo>
                  <a:lnTo>
                    <a:pt x="647" y="587"/>
                  </a:lnTo>
                  <a:lnTo>
                    <a:pt x="654" y="556"/>
                  </a:lnTo>
                  <a:lnTo>
                    <a:pt x="645" y="538"/>
                  </a:lnTo>
                  <a:lnTo>
                    <a:pt x="603" y="526"/>
                  </a:lnTo>
                  <a:lnTo>
                    <a:pt x="601" y="502"/>
                  </a:lnTo>
                  <a:lnTo>
                    <a:pt x="609" y="482"/>
                  </a:lnTo>
                  <a:lnTo>
                    <a:pt x="649" y="434"/>
                  </a:lnTo>
                  <a:lnTo>
                    <a:pt x="676" y="418"/>
                  </a:lnTo>
                  <a:lnTo>
                    <a:pt x="674" y="392"/>
                  </a:lnTo>
                  <a:lnTo>
                    <a:pt x="674" y="360"/>
                  </a:lnTo>
                  <a:lnTo>
                    <a:pt x="674" y="336"/>
                  </a:lnTo>
                  <a:lnTo>
                    <a:pt x="662" y="320"/>
                  </a:lnTo>
                  <a:lnTo>
                    <a:pt x="652" y="316"/>
                  </a:lnTo>
                  <a:lnTo>
                    <a:pt x="637" y="320"/>
                  </a:lnTo>
                  <a:lnTo>
                    <a:pt x="625" y="308"/>
                  </a:lnTo>
                  <a:lnTo>
                    <a:pt x="605" y="308"/>
                  </a:lnTo>
                  <a:lnTo>
                    <a:pt x="595" y="279"/>
                  </a:lnTo>
                  <a:lnTo>
                    <a:pt x="595" y="251"/>
                  </a:lnTo>
                  <a:lnTo>
                    <a:pt x="605" y="233"/>
                  </a:lnTo>
                  <a:lnTo>
                    <a:pt x="615" y="217"/>
                  </a:lnTo>
                  <a:lnTo>
                    <a:pt x="611" y="201"/>
                  </a:lnTo>
                  <a:lnTo>
                    <a:pt x="611" y="201"/>
                  </a:lnTo>
                  <a:lnTo>
                    <a:pt x="607" y="187"/>
                  </a:lnTo>
                  <a:lnTo>
                    <a:pt x="607" y="187"/>
                  </a:lnTo>
                  <a:lnTo>
                    <a:pt x="615" y="167"/>
                  </a:lnTo>
                  <a:lnTo>
                    <a:pt x="615" y="153"/>
                  </a:lnTo>
                  <a:lnTo>
                    <a:pt x="595" y="87"/>
                  </a:lnTo>
                  <a:lnTo>
                    <a:pt x="595" y="87"/>
                  </a:lnTo>
                  <a:lnTo>
                    <a:pt x="583" y="59"/>
                  </a:lnTo>
                  <a:lnTo>
                    <a:pt x="583" y="59"/>
                  </a:lnTo>
                  <a:lnTo>
                    <a:pt x="585" y="38"/>
                  </a:lnTo>
                  <a:lnTo>
                    <a:pt x="575" y="20"/>
                  </a:lnTo>
                  <a:lnTo>
                    <a:pt x="561" y="16"/>
                  </a:lnTo>
                  <a:lnTo>
                    <a:pt x="561" y="0"/>
                  </a:lnTo>
                  <a:lnTo>
                    <a:pt x="559" y="0"/>
                  </a:lnTo>
                  <a:lnTo>
                    <a:pt x="547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07" name="Freeform 29">
              <a:extLst>
                <a:ext uri="{FF2B5EF4-FFF2-40B4-BE49-F238E27FC236}">
                  <a16:creationId xmlns:a16="http://schemas.microsoft.com/office/drawing/2014/main" id="{26F745E7-4278-9049-A366-4727861D5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288" y="3482975"/>
              <a:ext cx="795337" cy="1049338"/>
            </a:xfrm>
            <a:custGeom>
              <a:avLst/>
              <a:gdLst>
                <a:gd name="T0" fmla="*/ 109 w 501"/>
                <a:gd name="T1" fmla="*/ 661 h 661"/>
                <a:gd name="T2" fmla="*/ 137 w 501"/>
                <a:gd name="T3" fmla="*/ 635 h 661"/>
                <a:gd name="T4" fmla="*/ 199 w 501"/>
                <a:gd name="T5" fmla="*/ 633 h 661"/>
                <a:gd name="T6" fmla="*/ 229 w 501"/>
                <a:gd name="T7" fmla="*/ 619 h 661"/>
                <a:gd name="T8" fmla="*/ 260 w 501"/>
                <a:gd name="T9" fmla="*/ 607 h 661"/>
                <a:gd name="T10" fmla="*/ 294 w 501"/>
                <a:gd name="T11" fmla="*/ 627 h 661"/>
                <a:gd name="T12" fmla="*/ 316 w 501"/>
                <a:gd name="T13" fmla="*/ 621 h 661"/>
                <a:gd name="T14" fmla="*/ 324 w 501"/>
                <a:gd name="T15" fmla="*/ 599 h 661"/>
                <a:gd name="T16" fmla="*/ 336 w 501"/>
                <a:gd name="T17" fmla="*/ 562 h 661"/>
                <a:gd name="T18" fmla="*/ 354 w 501"/>
                <a:gd name="T19" fmla="*/ 544 h 661"/>
                <a:gd name="T20" fmla="*/ 410 w 501"/>
                <a:gd name="T21" fmla="*/ 558 h 661"/>
                <a:gd name="T22" fmla="*/ 455 w 501"/>
                <a:gd name="T23" fmla="*/ 603 h 661"/>
                <a:gd name="T24" fmla="*/ 497 w 501"/>
                <a:gd name="T25" fmla="*/ 617 h 661"/>
                <a:gd name="T26" fmla="*/ 497 w 501"/>
                <a:gd name="T27" fmla="*/ 617 h 661"/>
                <a:gd name="T28" fmla="*/ 493 w 501"/>
                <a:gd name="T29" fmla="*/ 554 h 661"/>
                <a:gd name="T30" fmla="*/ 491 w 501"/>
                <a:gd name="T31" fmla="*/ 520 h 661"/>
                <a:gd name="T32" fmla="*/ 493 w 501"/>
                <a:gd name="T33" fmla="*/ 476 h 661"/>
                <a:gd name="T34" fmla="*/ 479 w 501"/>
                <a:gd name="T35" fmla="*/ 446 h 661"/>
                <a:gd name="T36" fmla="*/ 461 w 501"/>
                <a:gd name="T37" fmla="*/ 416 h 661"/>
                <a:gd name="T38" fmla="*/ 364 w 501"/>
                <a:gd name="T39" fmla="*/ 376 h 661"/>
                <a:gd name="T40" fmla="*/ 362 w 501"/>
                <a:gd name="T41" fmla="*/ 287 h 661"/>
                <a:gd name="T42" fmla="*/ 330 w 501"/>
                <a:gd name="T43" fmla="*/ 239 h 661"/>
                <a:gd name="T44" fmla="*/ 294 w 501"/>
                <a:gd name="T45" fmla="*/ 177 h 661"/>
                <a:gd name="T46" fmla="*/ 266 w 501"/>
                <a:gd name="T47" fmla="*/ 147 h 661"/>
                <a:gd name="T48" fmla="*/ 217 w 501"/>
                <a:gd name="T49" fmla="*/ 111 h 661"/>
                <a:gd name="T50" fmla="*/ 195 w 501"/>
                <a:gd name="T51" fmla="*/ 71 h 661"/>
                <a:gd name="T52" fmla="*/ 159 w 501"/>
                <a:gd name="T53" fmla="*/ 28 h 661"/>
                <a:gd name="T54" fmla="*/ 131 w 501"/>
                <a:gd name="T55" fmla="*/ 16 h 661"/>
                <a:gd name="T56" fmla="*/ 97 w 501"/>
                <a:gd name="T57" fmla="*/ 12 h 661"/>
                <a:gd name="T58" fmla="*/ 81 w 501"/>
                <a:gd name="T59" fmla="*/ 36 h 661"/>
                <a:gd name="T60" fmla="*/ 63 w 501"/>
                <a:gd name="T61" fmla="*/ 48 h 661"/>
                <a:gd name="T62" fmla="*/ 53 w 501"/>
                <a:gd name="T63" fmla="*/ 58 h 661"/>
                <a:gd name="T64" fmla="*/ 46 w 501"/>
                <a:gd name="T65" fmla="*/ 79 h 661"/>
                <a:gd name="T66" fmla="*/ 44 w 501"/>
                <a:gd name="T67" fmla="*/ 109 h 661"/>
                <a:gd name="T68" fmla="*/ 42 w 501"/>
                <a:gd name="T69" fmla="*/ 163 h 661"/>
                <a:gd name="T70" fmla="*/ 61 w 501"/>
                <a:gd name="T71" fmla="*/ 183 h 661"/>
                <a:gd name="T72" fmla="*/ 111 w 501"/>
                <a:gd name="T73" fmla="*/ 215 h 661"/>
                <a:gd name="T74" fmla="*/ 139 w 501"/>
                <a:gd name="T75" fmla="*/ 229 h 661"/>
                <a:gd name="T76" fmla="*/ 129 w 501"/>
                <a:gd name="T77" fmla="*/ 255 h 661"/>
                <a:gd name="T78" fmla="*/ 109 w 501"/>
                <a:gd name="T79" fmla="*/ 295 h 661"/>
                <a:gd name="T80" fmla="*/ 87 w 501"/>
                <a:gd name="T81" fmla="*/ 301 h 661"/>
                <a:gd name="T82" fmla="*/ 81 w 501"/>
                <a:gd name="T83" fmla="*/ 334 h 661"/>
                <a:gd name="T84" fmla="*/ 91 w 501"/>
                <a:gd name="T85" fmla="*/ 372 h 661"/>
                <a:gd name="T86" fmla="*/ 107 w 501"/>
                <a:gd name="T87" fmla="*/ 408 h 661"/>
                <a:gd name="T88" fmla="*/ 81 w 501"/>
                <a:gd name="T89" fmla="*/ 428 h 661"/>
                <a:gd name="T90" fmla="*/ 65 w 501"/>
                <a:gd name="T91" fmla="*/ 442 h 661"/>
                <a:gd name="T92" fmla="*/ 51 w 501"/>
                <a:gd name="T93" fmla="*/ 458 h 661"/>
                <a:gd name="T94" fmla="*/ 42 w 501"/>
                <a:gd name="T95" fmla="*/ 458 h 661"/>
                <a:gd name="T96" fmla="*/ 36 w 501"/>
                <a:gd name="T97" fmla="*/ 466 h 661"/>
                <a:gd name="T98" fmla="*/ 8 w 501"/>
                <a:gd name="T99" fmla="*/ 476 h 661"/>
                <a:gd name="T100" fmla="*/ 4 w 501"/>
                <a:gd name="T101" fmla="*/ 514 h 661"/>
                <a:gd name="T102" fmla="*/ 10 w 501"/>
                <a:gd name="T103" fmla="*/ 528 h 661"/>
                <a:gd name="T104" fmla="*/ 10 w 501"/>
                <a:gd name="T105" fmla="*/ 558 h 661"/>
                <a:gd name="T106" fmla="*/ 36 w 501"/>
                <a:gd name="T107" fmla="*/ 590 h 661"/>
                <a:gd name="T108" fmla="*/ 47 w 501"/>
                <a:gd name="T109" fmla="*/ 591 h 661"/>
                <a:gd name="T110" fmla="*/ 57 w 501"/>
                <a:gd name="T111" fmla="*/ 601 h 661"/>
                <a:gd name="T112" fmla="*/ 73 w 501"/>
                <a:gd name="T113" fmla="*/ 613 h 661"/>
                <a:gd name="T114" fmla="*/ 67 w 501"/>
                <a:gd name="T115" fmla="*/ 641 h 661"/>
                <a:gd name="T116" fmla="*/ 73 w 501"/>
                <a:gd name="T117" fmla="*/ 655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01" h="661">
                  <a:moveTo>
                    <a:pt x="93" y="659"/>
                  </a:moveTo>
                  <a:lnTo>
                    <a:pt x="109" y="661"/>
                  </a:lnTo>
                  <a:lnTo>
                    <a:pt x="131" y="651"/>
                  </a:lnTo>
                  <a:lnTo>
                    <a:pt x="137" y="635"/>
                  </a:lnTo>
                  <a:lnTo>
                    <a:pt x="161" y="633"/>
                  </a:lnTo>
                  <a:lnTo>
                    <a:pt x="199" y="633"/>
                  </a:lnTo>
                  <a:lnTo>
                    <a:pt x="213" y="635"/>
                  </a:lnTo>
                  <a:lnTo>
                    <a:pt x="229" y="619"/>
                  </a:lnTo>
                  <a:lnTo>
                    <a:pt x="250" y="619"/>
                  </a:lnTo>
                  <a:lnTo>
                    <a:pt x="260" y="607"/>
                  </a:lnTo>
                  <a:lnTo>
                    <a:pt x="288" y="629"/>
                  </a:lnTo>
                  <a:lnTo>
                    <a:pt x="294" y="627"/>
                  </a:lnTo>
                  <a:lnTo>
                    <a:pt x="304" y="625"/>
                  </a:lnTo>
                  <a:lnTo>
                    <a:pt x="316" y="621"/>
                  </a:lnTo>
                  <a:lnTo>
                    <a:pt x="326" y="609"/>
                  </a:lnTo>
                  <a:lnTo>
                    <a:pt x="324" y="599"/>
                  </a:lnTo>
                  <a:lnTo>
                    <a:pt x="330" y="586"/>
                  </a:lnTo>
                  <a:lnTo>
                    <a:pt x="336" y="562"/>
                  </a:lnTo>
                  <a:lnTo>
                    <a:pt x="340" y="544"/>
                  </a:lnTo>
                  <a:lnTo>
                    <a:pt x="354" y="544"/>
                  </a:lnTo>
                  <a:lnTo>
                    <a:pt x="390" y="554"/>
                  </a:lnTo>
                  <a:lnTo>
                    <a:pt x="410" y="558"/>
                  </a:lnTo>
                  <a:lnTo>
                    <a:pt x="431" y="576"/>
                  </a:lnTo>
                  <a:lnTo>
                    <a:pt x="455" y="603"/>
                  </a:lnTo>
                  <a:lnTo>
                    <a:pt x="459" y="619"/>
                  </a:lnTo>
                  <a:lnTo>
                    <a:pt x="497" y="617"/>
                  </a:lnTo>
                  <a:lnTo>
                    <a:pt x="497" y="617"/>
                  </a:lnTo>
                  <a:lnTo>
                    <a:pt x="497" y="617"/>
                  </a:lnTo>
                  <a:lnTo>
                    <a:pt x="489" y="593"/>
                  </a:lnTo>
                  <a:lnTo>
                    <a:pt x="493" y="554"/>
                  </a:lnTo>
                  <a:lnTo>
                    <a:pt x="489" y="528"/>
                  </a:lnTo>
                  <a:lnTo>
                    <a:pt x="491" y="520"/>
                  </a:lnTo>
                  <a:lnTo>
                    <a:pt x="493" y="512"/>
                  </a:lnTo>
                  <a:lnTo>
                    <a:pt x="493" y="476"/>
                  </a:lnTo>
                  <a:lnTo>
                    <a:pt x="501" y="462"/>
                  </a:lnTo>
                  <a:lnTo>
                    <a:pt x="479" y="446"/>
                  </a:lnTo>
                  <a:lnTo>
                    <a:pt x="465" y="430"/>
                  </a:lnTo>
                  <a:lnTo>
                    <a:pt x="461" y="416"/>
                  </a:lnTo>
                  <a:lnTo>
                    <a:pt x="433" y="378"/>
                  </a:lnTo>
                  <a:lnTo>
                    <a:pt x="364" y="376"/>
                  </a:lnTo>
                  <a:lnTo>
                    <a:pt x="378" y="307"/>
                  </a:lnTo>
                  <a:lnTo>
                    <a:pt x="362" y="287"/>
                  </a:lnTo>
                  <a:lnTo>
                    <a:pt x="362" y="253"/>
                  </a:lnTo>
                  <a:lnTo>
                    <a:pt x="330" y="239"/>
                  </a:lnTo>
                  <a:lnTo>
                    <a:pt x="316" y="205"/>
                  </a:lnTo>
                  <a:lnTo>
                    <a:pt x="294" y="177"/>
                  </a:lnTo>
                  <a:lnTo>
                    <a:pt x="278" y="155"/>
                  </a:lnTo>
                  <a:lnTo>
                    <a:pt x="266" y="147"/>
                  </a:lnTo>
                  <a:lnTo>
                    <a:pt x="229" y="119"/>
                  </a:lnTo>
                  <a:lnTo>
                    <a:pt x="217" y="111"/>
                  </a:lnTo>
                  <a:lnTo>
                    <a:pt x="215" y="87"/>
                  </a:lnTo>
                  <a:lnTo>
                    <a:pt x="195" y="71"/>
                  </a:lnTo>
                  <a:lnTo>
                    <a:pt x="193" y="64"/>
                  </a:lnTo>
                  <a:lnTo>
                    <a:pt x="159" y="28"/>
                  </a:lnTo>
                  <a:lnTo>
                    <a:pt x="147" y="20"/>
                  </a:lnTo>
                  <a:lnTo>
                    <a:pt x="131" y="16"/>
                  </a:lnTo>
                  <a:lnTo>
                    <a:pt x="105" y="0"/>
                  </a:lnTo>
                  <a:lnTo>
                    <a:pt x="97" y="12"/>
                  </a:lnTo>
                  <a:lnTo>
                    <a:pt x="91" y="18"/>
                  </a:lnTo>
                  <a:lnTo>
                    <a:pt x="81" y="36"/>
                  </a:lnTo>
                  <a:lnTo>
                    <a:pt x="69" y="36"/>
                  </a:lnTo>
                  <a:lnTo>
                    <a:pt x="63" y="48"/>
                  </a:lnTo>
                  <a:lnTo>
                    <a:pt x="57" y="50"/>
                  </a:lnTo>
                  <a:lnTo>
                    <a:pt x="53" y="58"/>
                  </a:lnTo>
                  <a:lnTo>
                    <a:pt x="46" y="62"/>
                  </a:lnTo>
                  <a:lnTo>
                    <a:pt x="46" y="79"/>
                  </a:lnTo>
                  <a:lnTo>
                    <a:pt x="38" y="93"/>
                  </a:lnTo>
                  <a:lnTo>
                    <a:pt x="44" y="109"/>
                  </a:lnTo>
                  <a:lnTo>
                    <a:pt x="46" y="145"/>
                  </a:lnTo>
                  <a:lnTo>
                    <a:pt x="42" y="163"/>
                  </a:lnTo>
                  <a:lnTo>
                    <a:pt x="44" y="171"/>
                  </a:lnTo>
                  <a:lnTo>
                    <a:pt x="61" y="183"/>
                  </a:lnTo>
                  <a:lnTo>
                    <a:pt x="77" y="185"/>
                  </a:lnTo>
                  <a:lnTo>
                    <a:pt x="111" y="215"/>
                  </a:lnTo>
                  <a:lnTo>
                    <a:pt x="133" y="219"/>
                  </a:lnTo>
                  <a:lnTo>
                    <a:pt x="139" y="229"/>
                  </a:lnTo>
                  <a:lnTo>
                    <a:pt x="137" y="255"/>
                  </a:lnTo>
                  <a:lnTo>
                    <a:pt x="129" y="255"/>
                  </a:lnTo>
                  <a:lnTo>
                    <a:pt x="109" y="283"/>
                  </a:lnTo>
                  <a:lnTo>
                    <a:pt x="109" y="295"/>
                  </a:lnTo>
                  <a:lnTo>
                    <a:pt x="97" y="299"/>
                  </a:lnTo>
                  <a:lnTo>
                    <a:pt x="87" y="301"/>
                  </a:lnTo>
                  <a:lnTo>
                    <a:pt x="85" y="327"/>
                  </a:lnTo>
                  <a:lnTo>
                    <a:pt x="81" y="334"/>
                  </a:lnTo>
                  <a:lnTo>
                    <a:pt x="97" y="352"/>
                  </a:lnTo>
                  <a:lnTo>
                    <a:pt x="91" y="372"/>
                  </a:lnTo>
                  <a:lnTo>
                    <a:pt x="99" y="390"/>
                  </a:lnTo>
                  <a:lnTo>
                    <a:pt x="107" y="408"/>
                  </a:lnTo>
                  <a:lnTo>
                    <a:pt x="101" y="420"/>
                  </a:lnTo>
                  <a:lnTo>
                    <a:pt x="81" y="428"/>
                  </a:lnTo>
                  <a:lnTo>
                    <a:pt x="75" y="440"/>
                  </a:lnTo>
                  <a:lnTo>
                    <a:pt x="65" y="442"/>
                  </a:lnTo>
                  <a:lnTo>
                    <a:pt x="61" y="452"/>
                  </a:lnTo>
                  <a:lnTo>
                    <a:pt x="51" y="458"/>
                  </a:lnTo>
                  <a:lnTo>
                    <a:pt x="42" y="458"/>
                  </a:lnTo>
                  <a:lnTo>
                    <a:pt x="42" y="458"/>
                  </a:lnTo>
                  <a:lnTo>
                    <a:pt x="40" y="462"/>
                  </a:lnTo>
                  <a:lnTo>
                    <a:pt x="36" y="466"/>
                  </a:lnTo>
                  <a:lnTo>
                    <a:pt x="36" y="466"/>
                  </a:lnTo>
                  <a:lnTo>
                    <a:pt x="8" y="476"/>
                  </a:lnTo>
                  <a:lnTo>
                    <a:pt x="0" y="486"/>
                  </a:lnTo>
                  <a:lnTo>
                    <a:pt x="4" y="514"/>
                  </a:lnTo>
                  <a:lnTo>
                    <a:pt x="12" y="518"/>
                  </a:lnTo>
                  <a:lnTo>
                    <a:pt x="10" y="528"/>
                  </a:lnTo>
                  <a:lnTo>
                    <a:pt x="0" y="536"/>
                  </a:lnTo>
                  <a:lnTo>
                    <a:pt x="10" y="558"/>
                  </a:lnTo>
                  <a:lnTo>
                    <a:pt x="20" y="570"/>
                  </a:lnTo>
                  <a:lnTo>
                    <a:pt x="36" y="590"/>
                  </a:lnTo>
                  <a:lnTo>
                    <a:pt x="36" y="590"/>
                  </a:lnTo>
                  <a:lnTo>
                    <a:pt x="47" y="591"/>
                  </a:lnTo>
                  <a:lnTo>
                    <a:pt x="47" y="591"/>
                  </a:lnTo>
                  <a:lnTo>
                    <a:pt x="57" y="601"/>
                  </a:lnTo>
                  <a:lnTo>
                    <a:pt x="59" y="609"/>
                  </a:lnTo>
                  <a:lnTo>
                    <a:pt x="73" y="613"/>
                  </a:lnTo>
                  <a:lnTo>
                    <a:pt x="77" y="623"/>
                  </a:lnTo>
                  <a:lnTo>
                    <a:pt x="67" y="641"/>
                  </a:lnTo>
                  <a:lnTo>
                    <a:pt x="73" y="655"/>
                  </a:lnTo>
                  <a:lnTo>
                    <a:pt x="73" y="655"/>
                  </a:lnTo>
                  <a:lnTo>
                    <a:pt x="93" y="659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08" name="Freeform 30">
              <a:extLst>
                <a:ext uri="{FF2B5EF4-FFF2-40B4-BE49-F238E27FC236}">
                  <a16:creationId xmlns:a16="http://schemas.microsoft.com/office/drawing/2014/main" id="{C9DB9491-D263-632C-01CE-7F1CA54DB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575050"/>
              <a:ext cx="1268412" cy="1320800"/>
            </a:xfrm>
            <a:custGeom>
              <a:avLst/>
              <a:gdLst>
                <a:gd name="T0" fmla="*/ 684 w 799"/>
                <a:gd name="T1" fmla="*/ 474 h 832"/>
                <a:gd name="T2" fmla="*/ 610 w 799"/>
                <a:gd name="T3" fmla="*/ 458 h 832"/>
                <a:gd name="T4" fmla="*/ 600 w 799"/>
                <a:gd name="T5" fmla="*/ 404 h 832"/>
                <a:gd name="T6" fmla="*/ 598 w 799"/>
                <a:gd name="T7" fmla="*/ 386 h 832"/>
                <a:gd name="T8" fmla="*/ 547 w 799"/>
                <a:gd name="T9" fmla="*/ 304 h 832"/>
                <a:gd name="T10" fmla="*/ 533 w 799"/>
                <a:gd name="T11" fmla="*/ 278 h 832"/>
                <a:gd name="T12" fmla="*/ 471 w 799"/>
                <a:gd name="T13" fmla="*/ 231 h 832"/>
                <a:gd name="T14" fmla="*/ 429 w 799"/>
                <a:gd name="T15" fmla="*/ 151 h 832"/>
                <a:gd name="T16" fmla="*/ 397 w 799"/>
                <a:gd name="T17" fmla="*/ 83 h 832"/>
                <a:gd name="T18" fmla="*/ 348 w 799"/>
                <a:gd name="T19" fmla="*/ 29 h 832"/>
                <a:gd name="T20" fmla="*/ 300 w 799"/>
                <a:gd name="T21" fmla="*/ 2 h 832"/>
                <a:gd name="T22" fmla="*/ 264 w 799"/>
                <a:gd name="T23" fmla="*/ 19 h 832"/>
                <a:gd name="T24" fmla="*/ 222 w 799"/>
                <a:gd name="T25" fmla="*/ 63 h 832"/>
                <a:gd name="T26" fmla="*/ 153 w 799"/>
                <a:gd name="T27" fmla="*/ 205 h 832"/>
                <a:gd name="T28" fmla="*/ 37 w 799"/>
                <a:gd name="T29" fmla="*/ 286 h 832"/>
                <a:gd name="T30" fmla="*/ 3 w 799"/>
                <a:gd name="T31" fmla="*/ 362 h 832"/>
                <a:gd name="T32" fmla="*/ 37 w 799"/>
                <a:gd name="T33" fmla="*/ 410 h 832"/>
                <a:gd name="T34" fmla="*/ 0 w 799"/>
                <a:gd name="T35" fmla="*/ 472 h 832"/>
                <a:gd name="T36" fmla="*/ 139 w 799"/>
                <a:gd name="T37" fmla="*/ 458 h 832"/>
                <a:gd name="T38" fmla="*/ 167 w 799"/>
                <a:gd name="T39" fmla="*/ 452 h 832"/>
                <a:gd name="T40" fmla="*/ 206 w 799"/>
                <a:gd name="T41" fmla="*/ 472 h 832"/>
                <a:gd name="T42" fmla="*/ 179 w 799"/>
                <a:gd name="T43" fmla="*/ 539 h 832"/>
                <a:gd name="T44" fmla="*/ 159 w 799"/>
                <a:gd name="T45" fmla="*/ 663 h 832"/>
                <a:gd name="T46" fmla="*/ 179 w 799"/>
                <a:gd name="T47" fmla="*/ 731 h 832"/>
                <a:gd name="T48" fmla="*/ 318 w 799"/>
                <a:gd name="T49" fmla="*/ 715 h 832"/>
                <a:gd name="T50" fmla="*/ 324 w 799"/>
                <a:gd name="T51" fmla="*/ 645 h 832"/>
                <a:gd name="T52" fmla="*/ 368 w 799"/>
                <a:gd name="T53" fmla="*/ 639 h 832"/>
                <a:gd name="T54" fmla="*/ 380 w 799"/>
                <a:gd name="T55" fmla="*/ 645 h 832"/>
                <a:gd name="T56" fmla="*/ 433 w 799"/>
                <a:gd name="T57" fmla="*/ 709 h 832"/>
                <a:gd name="T58" fmla="*/ 481 w 799"/>
                <a:gd name="T59" fmla="*/ 771 h 832"/>
                <a:gd name="T60" fmla="*/ 519 w 799"/>
                <a:gd name="T61" fmla="*/ 812 h 832"/>
                <a:gd name="T62" fmla="*/ 529 w 799"/>
                <a:gd name="T63" fmla="*/ 832 h 832"/>
                <a:gd name="T64" fmla="*/ 590 w 799"/>
                <a:gd name="T65" fmla="*/ 797 h 832"/>
                <a:gd name="T66" fmla="*/ 622 w 799"/>
                <a:gd name="T67" fmla="*/ 771 h 832"/>
                <a:gd name="T68" fmla="*/ 658 w 799"/>
                <a:gd name="T69" fmla="*/ 757 h 832"/>
                <a:gd name="T70" fmla="*/ 714 w 799"/>
                <a:gd name="T71" fmla="*/ 727 h 832"/>
                <a:gd name="T72" fmla="*/ 746 w 799"/>
                <a:gd name="T73" fmla="*/ 673 h 832"/>
                <a:gd name="T74" fmla="*/ 769 w 799"/>
                <a:gd name="T75" fmla="*/ 631 h 832"/>
                <a:gd name="T76" fmla="*/ 789 w 799"/>
                <a:gd name="T77" fmla="*/ 583 h 832"/>
                <a:gd name="T78" fmla="*/ 781 w 799"/>
                <a:gd name="T79" fmla="*/ 551 h 832"/>
                <a:gd name="T80" fmla="*/ 769 w 799"/>
                <a:gd name="T81" fmla="*/ 533 h 832"/>
                <a:gd name="T82" fmla="*/ 742 w 799"/>
                <a:gd name="T83" fmla="*/ 512 h 832"/>
                <a:gd name="T84" fmla="*/ 706 w 799"/>
                <a:gd name="T85" fmla="*/ 488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99" h="832">
                  <a:moveTo>
                    <a:pt x="706" y="488"/>
                  </a:moveTo>
                  <a:lnTo>
                    <a:pt x="696" y="486"/>
                  </a:lnTo>
                  <a:lnTo>
                    <a:pt x="684" y="474"/>
                  </a:lnTo>
                  <a:lnTo>
                    <a:pt x="658" y="458"/>
                  </a:lnTo>
                  <a:lnTo>
                    <a:pt x="628" y="462"/>
                  </a:lnTo>
                  <a:lnTo>
                    <a:pt x="610" y="458"/>
                  </a:lnTo>
                  <a:lnTo>
                    <a:pt x="598" y="456"/>
                  </a:lnTo>
                  <a:lnTo>
                    <a:pt x="584" y="432"/>
                  </a:lnTo>
                  <a:lnTo>
                    <a:pt x="600" y="404"/>
                  </a:lnTo>
                  <a:lnTo>
                    <a:pt x="600" y="404"/>
                  </a:lnTo>
                  <a:lnTo>
                    <a:pt x="598" y="386"/>
                  </a:lnTo>
                  <a:lnTo>
                    <a:pt x="598" y="386"/>
                  </a:lnTo>
                  <a:lnTo>
                    <a:pt x="580" y="362"/>
                  </a:lnTo>
                  <a:lnTo>
                    <a:pt x="547" y="304"/>
                  </a:lnTo>
                  <a:lnTo>
                    <a:pt x="547" y="304"/>
                  </a:lnTo>
                  <a:lnTo>
                    <a:pt x="539" y="292"/>
                  </a:lnTo>
                  <a:lnTo>
                    <a:pt x="533" y="278"/>
                  </a:lnTo>
                  <a:lnTo>
                    <a:pt x="533" y="278"/>
                  </a:lnTo>
                  <a:lnTo>
                    <a:pt x="527" y="269"/>
                  </a:lnTo>
                  <a:lnTo>
                    <a:pt x="521" y="261"/>
                  </a:lnTo>
                  <a:lnTo>
                    <a:pt x="471" y="231"/>
                  </a:lnTo>
                  <a:lnTo>
                    <a:pt x="453" y="213"/>
                  </a:lnTo>
                  <a:lnTo>
                    <a:pt x="445" y="181"/>
                  </a:lnTo>
                  <a:lnTo>
                    <a:pt x="429" y="151"/>
                  </a:lnTo>
                  <a:lnTo>
                    <a:pt x="427" y="125"/>
                  </a:lnTo>
                  <a:lnTo>
                    <a:pt x="429" y="111"/>
                  </a:lnTo>
                  <a:lnTo>
                    <a:pt x="397" y="83"/>
                  </a:lnTo>
                  <a:lnTo>
                    <a:pt x="374" y="51"/>
                  </a:lnTo>
                  <a:lnTo>
                    <a:pt x="356" y="47"/>
                  </a:lnTo>
                  <a:lnTo>
                    <a:pt x="348" y="29"/>
                  </a:lnTo>
                  <a:lnTo>
                    <a:pt x="326" y="0"/>
                  </a:lnTo>
                  <a:lnTo>
                    <a:pt x="326" y="0"/>
                  </a:lnTo>
                  <a:lnTo>
                    <a:pt x="300" y="2"/>
                  </a:lnTo>
                  <a:lnTo>
                    <a:pt x="276" y="13"/>
                  </a:lnTo>
                  <a:lnTo>
                    <a:pt x="276" y="13"/>
                  </a:lnTo>
                  <a:lnTo>
                    <a:pt x="264" y="19"/>
                  </a:lnTo>
                  <a:lnTo>
                    <a:pt x="250" y="27"/>
                  </a:lnTo>
                  <a:lnTo>
                    <a:pt x="250" y="27"/>
                  </a:lnTo>
                  <a:lnTo>
                    <a:pt x="222" y="63"/>
                  </a:lnTo>
                  <a:lnTo>
                    <a:pt x="198" y="97"/>
                  </a:lnTo>
                  <a:lnTo>
                    <a:pt x="175" y="149"/>
                  </a:lnTo>
                  <a:lnTo>
                    <a:pt x="153" y="205"/>
                  </a:lnTo>
                  <a:lnTo>
                    <a:pt x="129" y="233"/>
                  </a:lnTo>
                  <a:lnTo>
                    <a:pt x="85" y="255"/>
                  </a:lnTo>
                  <a:lnTo>
                    <a:pt x="37" y="286"/>
                  </a:lnTo>
                  <a:lnTo>
                    <a:pt x="9" y="310"/>
                  </a:lnTo>
                  <a:lnTo>
                    <a:pt x="0" y="338"/>
                  </a:lnTo>
                  <a:lnTo>
                    <a:pt x="3" y="362"/>
                  </a:lnTo>
                  <a:lnTo>
                    <a:pt x="9" y="376"/>
                  </a:lnTo>
                  <a:lnTo>
                    <a:pt x="27" y="388"/>
                  </a:lnTo>
                  <a:lnTo>
                    <a:pt x="37" y="410"/>
                  </a:lnTo>
                  <a:lnTo>
                    <a:pt x="31" y="438"/>
                  </a:lnTo>
                  <a:lnTo>
                    <a:pt x="13" y="460"/>
                  </a:lnTo>
                  <a:lnTo>
                    <a:pt x="0" y="472"/>
                  </a:lnTo>
                  <a:lnTo>
                    <a:pt x="37" y="472"/>
                  </a:lnTo>
                  <a:lnTo>
                    <a:pt x="105" y="468"/>
                  </a:lnTo>
                  <a:lnTo>
                    <a:pt x="139" y="458"/>
                  </a:lnTo>
                  <a:lnTo>
                    <a:pt x="139" y="458"/>
                  </a:lnTo>
                  <a:lnTo>
                    <a:pt x="155" y="454"/>
                  </a:lnTo>
                  <a:lnTo>
                    <a:pt x="167" y="452"/>
                  </a:lnTo>
                  <a:lnTo>
                    <a:pt x="175" y="452"/>
                  </a:lnTo>
                  <a:lnTo>
                    <a:pt x="175" y="452"/>
                  </a:lnTo>
                  <a:lnTo>
                    <a:pt x="206" y="472"/>
                  </a:lnTo>
                  <a:lnTo>
                    <a:pt x="210" y="498"/>
                  </a:lnTo>
                  <a:lnTo>
                    <a:pt x="189" y="516"/>
                  </a:lnTo>
                  <a:lnTo>
                    <a:pt x="179" y="539"/>
                  </a:lnTo>
                  <a:lnTo>
                    <a:pt x="189" y="559"/>
                  </a:lnTo>
                  <a:lnTo>
                    <a:pt x="175" y="621"/>
                  </a:lnTo>
                  <a:lnTo>
                    <a:pt x="159" y="663"/>
                  </a:lnTo>
                  <a:lnTo>
                    <a:pt x="153" y="697"/>
                  </a:lnTo>
                  <a:lnTo>
                    <a:pt x="159" y="717"/>
                  </a:lnTo>
                  <a:lnTo>
                    <a:pt x="179" y="731"/>
                  </a:lnTo>
                  <a:lnTo>
                    <a:pt x="256" y="735"/>
                  </a:lnTo>
                  <a:lnTo>
                    <a:pt x="284" y="729"/>
                  </a:lnTo>
                  <a:lnTo>
                    <a:pt x="318" y="715"/>
                  </a:lnTo>
                  <a:lnTo>
                    <a:pt x="324" y="693"/>
                  </a:lnTo>
                  <a:lnTo>
                    <a:pt x="324" y="661"/>
                  </a:lnTo>
                  <a:lnTo>
                    <a:pt x="324" y="645"/>
                  </a:lnTo>
                  <a:lnTo>
                    <a:pt x="340" y="635"/>
                  </a:lnTo>
                  <a:lnTo>
                    <a:pt x="340" y="635"/>
                  </a:lnTo>
                  <a:lnTo>
                    <a:pt x="368" y="639"/>
                  </a:lnTo>
                  <a:lnTo>
                    <a:pt x="368" y="639"/>
                  </a:lnTo>
                  <a:lnTo>
                    <a:pt x="372" y="641"/>
                  </a:lnTo>
                  <a:lnTo>
                    <a:pt x="380" y="645"/>
                  </a:lnTo>
                  <a:lnTo>
                    <a:pt x="389" y="653"/>
                  </a:lnTo>
                  <a:lnTo>
                    <a:pt x="409" y="683"/>
                  </a:lnTo>
                  <a:lnTo>
                    <a:pt x="433" y="709"/>
                  </a:lnTo>
                  <a:lnTo>
                    <a:pt x="457" y="737"/>
                  </a:lnTo>
                  <a:lnTo>
                    <a:pt x="481" y="771"/>
                  </a:lnTo>
                  <a:lnTo>
                    <a:pt x="481" y="771"/>
                  </a:lnTo>
                  <a:lnTo>
                    <a:pt x="509" y="797"/>
                  </a:lnTo>
                  <a:lnTo>
                    <a:pt x="509" y="797"/>
                  </a:lnTo>
                  <a:lnTo>
                    <a:pt x="519" y="812"/>
                  </a:lnTo>
                  <a:lnTo>
                    <a:pt x="527" y="826"/>
                  </a:lnTo>
                  <a:lnTo>
                    <a:pt x="527" y="826"/>
                  </a:lnTo>
                  <a:lnTo>
                    <a:pt x="529" y="832"/>
                  </a:lnTo>
                  <a:lnTo>
                    <a:pt x="563" y="810"/>
                  </a:lnTo>
                  <a:lnTo>
                    <a:pt x="577" y="810"/>
                  </a:lnTo>
                  <a:lnTo>
                    <a:pt x="590" y="797"/>
                  </a:lnTo>
                  <a:lnTo>
                    <a:pt x="602" y="791"/>
                  </a:lnTo>
                  <a:lnTo>
                    <a:pt x="614" y="775"/>
                  </a:lnTo>
                  <a:lnTo>
                    <a:pt x="622" y="771"/>
                  </a:lnTo>
                  <a:lnTo>
                    <a:pt x="632" y="775"/>
                  </a:lnTo>
                  <a:lnTo>
                    <a:pt x="642" y="765"/>
                  </a:lnTo>
                  <a:lnTo>
                    <a:pt x="658" y="757"/>
                  </a:lnTo>
                  <a:lnTo>
                    <a:pt x="682" y="751"/>
                  </a:lnTo>
                  <a:lnTo>
                    <a:pt x="694" y="727"/>
                  </a:lnTo>
                  <a:lnTo>
                    <a:pt x="714" y="727"/>
                  </a:lnTo>
                  <a:lnTo>
                    <a:pt x="730" y="713"/>
                  </a:lnTo>
                  <a:lnTo>
                    <a:pt x="746" y="683"/>
                  </a:lnTo>
                  <a:lnTo>
                    <a:pt x="746" y="673"/>
                  </a:lnTo>
                  <a:lnTo>
                    <a:pt x="754" y="667"/>
                  </a:lnTo>
                  <a:lnTo>
                    <a:pt x="762" y="639"/>
                  </a:lnTo>
                  <a:lnTo>
                    <a:pt x="769" y="631"/>
                  </a:lnTo>
                  <a:lnTo>
                    <a:pt x="781" y="607"/>
                  </a:lnTo>
                  <a:lnTo>
                    <a:pt x="795" y="597"/>
                  </a:lnTo>
                  <a:lnTo>
                    <a:pt x="789" y="583"/>
                  </a:lnTo>
                  <a:lnTo>
                    <a:pt x="799" y="565"/>
                  </a:lnTo>
                  <a:lnTo>
                    <a:pt x="795" y="555"/>
                  </a:lnTo>
                  <a:lnTo>
                    <a:pt x="781" y="551"/>
                  </a:lnTo>
                  <a:lnTo>
                    <a:pt x="779" y="543"/>
                  </a:lnTo>
                  <a:lnTo>
                    <a:pt x="779" y="543"/>
                  </a:lnTo>
                  <a:lnTo>
                    <a:pt x="769" y="533"/>
                  </a:lnTo>
                  <a:lnTo>
                    <a:pt x="769" y="533"/>
                  </a:lnTo>
                  <a:lnTo>
                    <a:pt x="758" y="532"/>
                  </a:lnTo>
                  <a:lnTo>
                    <a:pt x="742" y="512"/>
                  </a:lnTo>
                  <a:lnTo>
                    <a:pt x="736" y="506"/>
                  </a:lnTo>
                  <a:lnTo>
                    <a:pt x="716" y="500"/>
                  </a:lnTo>
                  <a:lnTo>
                    <a:pt x="706" y="488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09" name="Freeform 31">
              <a:extLst>
                <a:ext uri="{FF2B5EF4-FFF2-40B4-BE49-F238E27FC236}">
                  <a16:creationId xmlns:a16="http://schemas.microsoft.com/office/drawing/2014/main" id="{EBE511E1-0CCB-CB52-9C12-2EC88FF28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075" y="5172075"/>
              <a:ext cx="1876425" cy="1081088"/>
            </a:xfrm>
            <a:custGeom>
              <a:avLst/>
              <a:gdLst>
                <a:gd name="T0" fmla="*/ 1162 w 1182"/>
                <a:gd name="T1" fmla="*/ 113 h 681"/>
                <a:gd name="T2" fmla="*/ 1055 w 1182"/>
                <a:gd name="T3" fmla="*/ 83 h 681"/>
                <a:gd name="T4" fmla="*/ 995 w 1182"/>
                <a:gd name="T5" fmla="*/ 67 h 681"/>
                <a:gd name="T6" fmla="*/ 911 w 1182"/>
                <a:gd name="T7" fmla="*/ 101 h 681"/>
                <a:gd name="T8" fmla="*/ 822 w 1182"/>
                <a:gd name="T9" fmla="*/ 57 h 681"/>
                <a:gd name="T10" fmla="*/ 784 w 1182"/>
                <a:gd name="T11" fmla="*/ 97 h 681"/>
                <a:gd name="T12" fmla="*/ 687 w 1182"/>
                <a:gd name="T13" fmla="*/ 131 h 681"/>
                <a:gd name="T14" fmla="*/ 531 w 1182"/>
                <a:gd name="T15" fmla="*/ 73 h 681"/>
                <a:gd name="T16" fmla="*/ 340 w 1182"/>
                <a:gd name="T17" fmla="*/ 10 h 681"/>
                <a:gd name="T18" fmla="*/ 237 w 1182"/>
                <a:gd name="T19" fmla="*/ 6 h 681"/>
                <a:gd name="T20" fmla="*/ 181 w 1182"/>
                <a:gd name="T21" fmla="*/ 50 h 681"/>
                <a:gd name="T22" fmla="*/ 189 w 1182"/>
                <a:gd name="T23" fmla="*/ 85 h 681"/>
                <a:gd name="T24" fmla="*/ 167 w 1182"/>
                <a:gd name="T25" fmla="*/ 139 h 681"/>
                <a:gd name="T26" fmla="*/ 173 w 1182"/>
                <a:gd name="T27" fmla="*/ 167 h 681"/>
                <a:gd name="T28" fmla="*/ 143 w 1182"/>
                <a:gd name="T29" fmla="*/ 195 h 681"/>
                <a:gd name="T30" fmla="*/ 116 w 1182"/>
                <a:gd name="T31" fmla="*/ 253 h 681"/>
                <a:gd name="T32" fmla="*/ 98 w 1182"/>
                <a:gd name="T33" fmla="*/ 279 h 681"/>
                <a:gd name="T34" fmla="*/ 78 w 1182"/>
                <a:gd name="T35" fmla="*/ 311 h 681"/>
                <a:gd name="T36" fmla="*/ 60 w 1182"/>
                <a:gd name="T37" fmla="*/ 330 h 681"/>
                <a:gd name="T38" fmla="*/ 50 w 1182"/>
                <a:gd name="T39" fmla="*/ 364 h 681"/>
                <a:gd name="T40" fmla="*/ 46 w 1182"/>
                <a:gd name="T41" fmla="*/ 386 h 681"/>
                <a:gd name="T42" fmla="*/ 14 w 1182"/>
                <a:gd name="T43" fmla="*/ 418 h 681"/>
                <a:gd name="T44" fmla="*/ 2 w 1182"/>
                <a:gd name="T45" fmla="*/ 470 h 681"/>
                <a:gd name="T46" fmla="*/ 20 w 1182"/>
                <a:gd name="T47" fmla="*/ 502 h 681"/>
                <a:gd name="T48" fmla="*/ 22 w 1182"/>
                <a:gd name="T49" fmla="*/ 554 h 681"/>
                <a:gd name="T50" fmla="*/ 40 w 1182"/>
                <a:gd name="T51" fmla="*/ 570 h 681"/>
                <a:gd name="T52" fmla="*/ 72 w 1182"/>
                <a:gd name="T53" fmla="*/ 597 h 681"/>
                <a:gd name="T54" fmla="*/ 88 w 1182"/>
                <a:gd name="T55" fmla="*/ 617 h 681"/>
                <a:gd name="T56" fmla="*/ 211 w 1182"/>
                <a:gd name="T57" fmla="*/ 578 h 681"/>
                <a:gd name="T58" fmla="*/ 261 w 1182"/>
                <a:gd name="T59" fmla="*/ 514 h 681"/>
                <a:gd name="T60" fmla="*/ 386 w 1182"/>
                <a:gd name="T61" fmla="*/ 516 h 681"/>
                <a:gd name="T62" fmla="*/ 400 w 1182"/>
                <a:gd name="T63" fmla="*/ 548 h 681"/>
                <a:gd name="T64" fmla="*/ 432 w 1182"/>
                <a:gd name="T65" fmla="*/ 560 h 681"/>
                <a:gd name="T66" fmla="*/ 470 w 1182"/>
                <a:gd name="T67" fmla="*/ 568 h 681"/>
                <a:gd name="T68" fmla="*/ 551 w 1182"/>
                <a:gd name="T69" fmla="*/ 524 h 681"/>
                <a:gd name="T70" fmla="*/ 486 w 1182"/>
                <a:gd name="T71" fmla="*/ 629 h 681"/>
                <a:gd name="T72" fmla="*/ 484 w 1182"/>
                <a:gd name="T73" fmla="*/ 657 h 681"/>
                <a:gd name="T74" fmla="*/ 541 w 1182"/>
                <a:gd name="T75" fmla="*/ 671 h 681"/>
                <a:gd name="T76" fmla="*/ 635 w 1182"/>
                <a:gd name="T77" fmla="*/ 681 h 681"/>
                <a:gd name="T78" fmla="*/ 651 w 1182"/>
                <a:gd name="T79" fmla="*/ 572 h 681"/>
                <a:gd name="T80" fmla="*/ 663 w 1182"/>
                <a:gd name="T81" fmla="*/ 536 h 681"/>
                <a:gd name="T82" fmla="*/ 742 w 1182"/>
                <a:gd name="T83" fmla="*/ 468 h 681"/>
                <a:gd name="T84" fmla="*/ 816 w 1182"/>
                <a:gd name="T85" fmla="*/ 450 h 681"/>
                <a:gd name="T86" fmla="*/ 868 w 1182"/>
                <a:gd name="T87" fmla="*/ 440 h 681"/>
                <a:gd name="T88" fmla="*/ 949 w 1182"/>
                <a:gd name="T89" fmla="*/ 342 h 681"/>
                <a:gd name="T90" fmla="*/ 975 w 1182"/>
                <a:gd name="T91" fmla="*/ 305 h 681"/>
                <a:gd name="T92" fmla="*/ 989 w 1182"/>
                <a:gd name="T93" fmla="*/ 293 h 681"/>
                <a:gd name="T94" fmla="*/ 1021 w 1182"/>
                <a:gd name="T95" fmla="*/ 293 h 681"/>
                <a:gd name="T96" fmla="*/ 1051 w 1182"/>
                <a:gd name="T97" fmla="*/ 283 h 681"/>
                <a:gd name="T98" fmla="*/ 1067 w 1182"/>
                <a:gd name="T99" fmla="*/ 283 h 681"/>
                <a:gd name="T100" fmla="*/ 1112 w 1182"/>
                <a:gd name="T101" fmla="*/ 237 h 681"/>
                <a:gd name="T102" fmla="*/ 1168 w 1182"/>
                <a:gd name="T103" fmla="*/ 179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82" h="681">
                  <a:moveTo>
                    <a:pt x="1168" y="179"/>
                  </a:moveTo>
                  <a:lnTo>
                    <a:pt x="1168" y="151"/>
                  </a:lnTo>
                  <a:lnTo>
                    <a:pt x="1162" y="113"/>
                  </a:lnTo>
                  <a:lnTo>
                    <a:pt x="1146" y="89"/>
                  </a:lnTo>
                  <a:lnTo>
                    <a:pt x="1098" y="83"/>
                  </a:lnTo>
                  <a:lnTo>
                    <a:pt x="1055" y="83"/>
                  </a:lnTo>
                  <a:lnTo>
                    <a:pt x="1039" y="75"/>
                  </a:lnTo>
                  <a:lnTo>
                    <a:pt x="1015" y="67"/>
                  </a:lnTo>
                  <a:lnTo>
                    <a:pt x="995" y="67"/>
                  </a:lnTo>
                  <a:lnTo>
                    <a:pt x="975" y="95"/>
                  </a:lnTo>
                  <a:lnTo>
                    <a:pt x="939" y="109"/>
                  </a:lnTo>
                  <a:lnTo>
                    <a:pt x="911" y="101"/>
                  </a:lnTo>
                  <a:lnTo>
                    <a:pt x="878" y="95"/>
                  </a:lnTo>
                  <a:lnTo>
                    <a:pt x="842" y="67"/>
                  </a:lnTo>
                  <a:lnTo>
                    <a:pt x="822" y="57"/>
                  </a:lnTo>
                  <a:lnTo>
                    <a:pt x="802" y="61"/>
                  </a:lnTo>
                  <a:lnTo>
                    <a:pt x="796" y="75"/>
                  </a:lnTo>
                  <a:lnTo>
                    <a:pt x="784" y="97"/>
                  </a:lnTo>
                  <a:lnTo>
                    <a:pt x="768" y="113"/>
                  </a:lnTo>
                  <a:lnTo>
                    <a:pt x="732" y="129"/>
                  </a:lnTo>
                  <a:lnTo>
                    <a:pt x="687" y="131"/>
                  </a:lnTo>
                  <a:lnTo>
                    <a:pt x="643" y="115"/>
                  </a:lnTo>
                  <a:lnTo>
                    <a:pt x="593" y="87"/>
                  </a:lnTo>
                  <a:lnTo>
                    <a:pt x="531" y="73"/>
                  </a:lnTo>
                  <a:lnTo>
                    <a:pt x="438" y="48"/>
                  </a:lnTo>
                  <a:lnTo>
                    <a:pt x="340" y="10"/>
                  </a:lnTo>
                  <a:lnTo>
                    <a:pt x="340" y="10"/>
                  </a:lnTo>
                  <a:lnTo>
                    <a:pt x="279" y="0"/>
                  </a:lnTo>
                  <a:lnTo>
                    <a:pt x="279" y="0"/>
                  </a:lnTo>
                  <a:lnTo>
                    <a:pt x="237" y="6"/>
                  </a:lnTo>
                  <a:lnTo>
                    <a:pt x="189" y="6"/>
                  </a:lnTo>
                  <a:lnTo>
                    <a:pt x="187" y="38"/>
                  </a:lnTo>
                  <a:lnTo>
                    <a:pt x="181" y="50"/>
                  </a:lnTo>
                  <a:lnTo>
                    <a:pt x="181" y="50"/>
                  </a:lnTo>
                  <a:lnTo>
                    <a:pt x="189" y="85"/>
                  </a:lnTo>
                  <a:lnTo>
                    <a:pt x="189" y="85"/>
                  </a:lnTo>
                  <a:lnTo>
                    <a:pt x="195" y="93"/>
                  </a:lnTo>
                  <a:lnTo>
                    <a:pt x="197" y="109"/>
                  </a:lnTo>
                  <a:lnTo>
                    <a:pt x="167" y="139"/>
                  </a:lnTo>
                  <a:lnTo>
                    <a:pt x="165" y="147"/>
                  </a:lnTo>
                  <a:lnTo>
                    <a:pt x="173" y="159"/>
                  </a:lnTo>
                  <a:lnTo>
                    <a:pt x="173" y="167"/>
                  </a:lnTo>
                  <a:lnTo>
                    <a:pt x="173" y="167"/>
                  </a:lnTo>
                  <a:lnTo>
                    <a:pt x="143" y="195"/>
                  </a:lnTo>
                  <a:lnTo>
                    <a:pt x="143" y="195"/>
                  </a:lnTo>
                  <a:lnTo>
                    <a:pt x="145" y="207"/>
                  </a:lnTo>
                  <a:lnTo>
                    <a:pt x="116" y="241"/>
                  </a:lnTo>
                  <a:lnTo>
                    <a:pt x="116" y="253"/>
                  </a:lnTo>
                  <a:lnTo>
                    <a:pt x="112" y="261"/>
                  </a:lnTo>
                  <a:lnTo>
                    <a:pt x="108" y="265"/>
                  </a:lnTo>
                  <a:lnTo>
                    <a:pt x="98" y="279"/>
                  </a:lnTo>
                  <a:lnTo>
                    <a:pt x="94" y="289"/>
                  </a:lnTo>
                  <a:lnTo>
                    <a:pt x="92" y="301"/>
                  </a:lnTo>
                  <a:lnTo>
                    <a:pt x="78" y="311"/>
                  </a:lnTo>
                  <a:lnTo>
                    <a:pt x="76" y="320"/>
                  </a:lnTo>
                  <a:lnTo>
                    <a:pt x="74" y="324"/>
                  </a:lnTo>
                  <a:lnTo>
                    <a:pt x="60" y="330"/>
                  </a:lnTo>
                  <a:lnTo>
                    <a:pt x="60" y="356"/>
                  </a:lnTo>
                  <a:lnTo>
                    <a:pt x="50" y="364"/>
                  </a:lnTo>
                  <a:lnTo>
                    <a:pt x="50" y="364"/>
                  </a:lnTo>
                  <a:lnTo>
                    <a:pt x="50" y="374"/>
                  </a:lnTo>
                  <a:lnTo>
                    <a:pt x="50" y="374"/>
                  </a:lnTo>
                  <a:lnTo>
                    <a:pt x="46" y="386"/>
                  </a:lnTo>
                  <a:lnTo>
                    <a:pt x="32" y="398"/>
                  </a:lnTo>
                  <a:lnTo>
                    <a:pt x="26" y="408"/>
                  </a:lnTo>
                  <a:lnTo>
                    <a:pt x="14" y="418"/>
                  </a:lnTo>
                  <a:lnTo>
                    <a:pt x="16" y="428"/>
                  </a:lnTo>
                  <a:lnTo>
                    <a:pt x="0" y="448"/>
                  </a:lnTo>
                  <a:lnTo>
                    <a:pt x="2" y="470"/>
                  </a:lnTo>
                  <a:lnTo>
                    <a:pt x="10" y="476"/>
                  </a:lnTo>
                  <a:lnTo>
                    <a:pt x="10" y="492"/>
                  </a:lnTo>
                  <a:lnTo>
                    <a:pt x="20" y="502"/>
                  </a:lnTo>
                  <a:lnTo>
                    <a:pt x="16" y="524"/>
                  </a:lnTo>
                  <a:lnTo>
                    <a:pt x="18" y="540"/>
                  </a:lnTo>
                  <a:lnTo>
                    <a:pt x="22" y="554"/>
                  </a:lnTo>
                  <a:lnTo>
                    <a:pt x="38" y="556"/>
                  </a:lnTo>
                  <a:lnTo>
                    <a:pt x="38" y="556"/>
                  </a:lnTo>
                  <a:lnTo>
                    <a:pt x="40" y="570"/>
                  </a:lnTo>
                  <a:lnTo>
                    <a:pt x="40" y="570"/>
                  </a:lnTo>
                  <a:lnTo>
                    <a:pt x="52" y="576"/>
                  </a:lnTo>
                  <a:lnTo>
                    <a:pt x="72" y="597"/>
                  </a:lnTo>
                  <a:lnTo>
                    <a:pt x="84" y="621"/>
                  </a:lnTo>
                  <a:lnTo>
                    <a:pt x="84" y="621"/>
                  </a:lnTo>
                  <a:lnTo>
                    <a:pt x="88" y="617"/>
                  </a:lnTo>
                  <a:lnTo>
                    <a:pt x="116" y="597"/>
                  </a:lnTo>
                  <a:lnTo>
                    <a:pt x="149" y="593"/>
                  </a:lnTo>
                  <a:lnTo>
                    <a:pt x="211" y="578"/>
                  </a:lnTo>
                  <a:lnTo>
                    <a:pt x="233" y="556"/>
                  </a:lnTo>
                  <a:lnTo>
                    <a:pt x="251" y="516"/>
                  </a:lnTo>
                  <a:lnTo>
                    <a:pt x="261" y="514"/>
                  </a:lnTo>
                  <a:lnTo>
                    <a:pt x="271" y="492"/>
                  </a:lnTo>
                  <a:lnTo>
                    <a:pt x="330" y="488"/>
                  </a:lnTo>
                  <a:lnTo>
                    <a:pt x="386" y="516"/>
                  </a:lnTo>
                  <a:lnTo>
                    <a:pt x="386" y="532"/>
                  </a:lnTo>
                  <a:lnTo>
                    <a:pt x="386" y="532"/>
                  </a:lnTo>
                  <a:lnTo>
                    <a:pt x="400" y="548"/>
                  </a:lnTo>
                  <a:lnTo>
                    <a:pt x="400" y="548"/>
                  </a:lnTo>
                  <a:lnTo>
                    <a:pt x="414" y="552"/>
                  </a:lnTo>
                  <a:lnTo>
                    <a:pt x="432" y="560"/>
                  </a:lnTo>
                  <a:lnTo>
                    <a:pt x="444" y="556"/>
                  </a:lnTo>
                  <a:lnTo>
                    <a:pt x="464" y="560"/>
                  </a:lnTo>
                  <a:lnTo>
                    <a:pt x="470" y="568"/>
                  </a:lnTo>
                  <a:lnTo>
                    <a:pt x="500" y="560"/>
                  </a:lnTo>
                  <a:lnTo>
                    <a:pt x="529" y="530"/>
                  </a:lnTo>
                  <a:lnTo>
                    <a:pt x="551" y="524"/>
                  </a:lnTo>
                  <a:lnTo>
                    <a:pt x="533" y="556"/>
                  </a:lnTo>
                  <a:lnTo>
                    <a:pt x="523" y="572"/>
                  </a:lnTo>
                  <a:lnTo>
                    <a:pt x="486" y="629"/>
                  </a:lnTo>
                  <a:lnTo>
                    <a:pt x="498" y="651"/>
                  </a:lnTo>
                  <a:lnTo>
                    <a:pt x="490" y="659"/>
                  </a:lnTo>
                  <a:lnTo>
                    <a:pt x="484" y="657"/>
                  </a:lnTo>
                  <a:lnTo>
                    <a:pt x="474" y="661"/>
                  </a:lnTo>
                  <a:lnTo>
                    <a:pt x="519" y="679"/>
                  </a:lnTo>
                  <a:lnTo>
                    <a:pt x="541" y="671"/>
                  </a:lnTo>
                  <a:lnTo>
                    <a:pt x="557" y="673"/>
                  </a:lnTo>
                  <a:lnTo>
                    <a:pt x="601" y="681"/>
                  </a:lnTo>
                  <a:lnTo>
                    <a:pt x="635" y="681"/>
                  </a:lnTo>
                  <a:lnTo>
                    <a:pt x="631" y="667"/>
                  </a:lnTo>
                  <a:lnTo>
                    <a:pt x="649" y="615"/>
                  </a:lnTo>
                  <a:lnTo>
                    <a:pt x="651" y="572"/>
                  </a:lnTo>
                  <a:lnTo>
                    <a:pt x="651" y="572"/>
                  </a:lnTo>
                  <a:lnTo>
                    <a:pt x="663" y="536"/>
                  </a:lnTo>
                  <a:lnTo>
                    <a:pt x="663" y="536"/>
                  </a:lnTo>
                  <a:lnTo>
                    <a:pt x="681" y="504"/>
                  </a:lnTo>
                  <a:lnTo>
                    <a:pt x="714" y="482"/>
                  </a:lnTo>
                  <a:lnTo>
                    <a:pt x="742" y="468"/>
                  </a:lnTo>
                  <a:lnTo>
                    <a:pt x="780" y="468"/>
                  </a:lnTo>
                  <a:lnTo>
                    <a:pt x="816" y="450"/>
                  </a:lnTo>
                  <a:lnTo>
                    <a:pt x="816" y="450"/>
                  </a:lnTo>
                  <a:lnTo>
                    <a:pt x="844" y="440"/>
                  </a:lnTo>
                  <a:lnTo>
                    <a:pt x="844" y="440"/>
                  </a:lnTo>
                  <a:lnTo>
                    <a:pt x="868" y="440"/>
                  </a:lnTo>
                  <a:lnTo>
                    <a:pt x="876" y="410"/>
                  </a:lnTo>
                  <a:lnTo>
                    <a:pt x="895" y="390"/>
                  </a:lnTo>
                  <a:lnTo>
                    <a:pt x="949" y="342"/>
                  </a:lnTo>
                  <a:lnTo>
                    <a:pt x="965" y="313"/>
                  </a:lnTo>
                  <a:lnTo>
                    <a:pt x="965" y="313"/>
                  </a:lnTo>
                  <a:lnTo>
                    <a:pt x="975" y="305"/>
                  </a:lnTo>
                  <a:lnTo>
                    <a:pt x="983" y="297"/>
                  </a:lnTo>
                  <a:lnTo>
                    <a:pt x="989" y="293"/>
                  </a:lnTo>
                  <a:lnTo>
                    <a:pt x="989" y="293"/>
                  </a:lnTo>
                  <a:lnTo>
                    <a:pt x="997" y="293"/>
                  </a:lnTo>
                  <a:lnTo>
                    <a:pt x="1007" y="293"/>
                  </a:lnTo>
                  <a:lnTo>
                    <a:pt x="1021" y="293"/>
                  </a:lnTo>
                  <a:lnTo>
                    <a:pt x="1021" y="293"/>
                  </a:lnTo>
                  <a:lnTo>
                    <a:pt x="1035" y="289"/>
                  </a:lnTo>
                  <a:lnTo>
                    <a:pt x="1051" y="283"/>
                  </a:lnTo>
                  <a:lnTo>
                    <a:pt x="1051" y="283"/>
                  </a:lnTo>
                  <a:lnTo>
                    <a:pt x="1057" y="283"/>
                  </a:lnTo>
                  <a:lnTo>
                    <a:pt x="1067" y="283"/>
                  </a:lnTo>
                  <a:lnTo>
                    <a:pt x="1081" y="283"/>
                  </a:lnTo>
                  <a:lnTo>
                    <a:pt x="1112" y="265"/>
                  </a:lnTo>
                  <a:lnTo>
                    <a:pt x="1112" y="237"/>
                  </a:lnTo>
                  <a:lnTo>
                    <a:pt x="1148" y="221"/>
                  </a:lnTo>
                  <a:lnTo>
                    <a:pt x="1182" y="221"/>
                  </a:lnTo>
                  <a:lnTo>
                    <a:pt x="1168" y="179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10" name="Freeform 32">
              <a:extLst>
                <a:ext uri="{FF2B5EF4-FFF2-40B4-BE49-F238E27FC236}">
                  <a16:creationId xmlns:a16="http://schemas.microsoft.com/office/drawing/2014/main" id="{0FBEC3E5-E84B-8AA2-8C2C-1F8EE5221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8350" y="5946775"/>
              <a:ext cx="1263650" cy="1096963"/>
            </a:xfrm>
            <a:custGeom>
              <a:avLst/>
              <a:gdLst>
                <a:gd name="T0" fmla="*/ 90 w 796"/>
                <a:gd name="T1" fmla="*/ 594 h 691"/>
                <a:gd name="T2" fmla="*/ 111 w 796"/>
                <a:gd name="T3" fmla="*/ 623 h 691"/>
                <a:gd name="T4" fmla="*/ 149 w 796"/>
                <a:gd name="T5" fmla="*/ 637 h 691"/>
                <a:gd name="T6" fmla="*/ 149 w 796"/>
                <a:gd name="T7" fmla="*/ 651 h 691"/>
                <a:gd name="T8" fmla="*/ 173 w 796"/>
                <a:gd name="T9" fmla="*/ 657 h 691"/>
                <a:gd name="T10" fmla="*/ 179 w 796"/>
                <a:gd name="T11" fmla="*/ 673 h 691"/>
                <a:gd name="T12" fmla="*/ 209 w 796"/>
                <a:gd name="T13" fmla="*/ 675 h 691"/>
                <a:gd name="T14" fmla="*/ 235 w 796"/>
                <a:gd name="T15" fmla="*/ 657 h 691"/>
                <a:gd name="T16" fmla="*/ 261 w 796"/>
                <a:gd name="T17" fmla="*/ 635 h 691"/>
                <a:gd name="T18" fmla="*/ 281 w 796"/>
                <a:gd name="T19" fmla="*/ 653 h 691"/>
                <a:gd name="T20" fmla="*/ 316 w 796"/>
                <a:gd name="T21" fmla="*/ 675 h 691"/>
                <a:gd name="T22" fmla="*/ 336 w 796"/>
                <a:gd name="T23" fmla="*/ 683 h 691"/>
                <a:gd name="T24" fmla="*/ 350 w 796"/>
                <a:gd name="T25" fmla="*/ 687 h 691"/>
                <a:gd name="T26" fmla="*/ 368 w 796"/>
                <a:gd name="T27" fmla="*/ 675 h 691"/>
                <a:gd name="T28" fmla="*/ 380 w 796"/>
                <a:gd name="T29" fmla="*/ 651 h 691"/>
                <a:gd name="T30" fmla="*/ 390 w 796"/>
                <a:gd name="T31" fmla="*/ 604 h 691"/>
                <a:gd name="T32" fmla="*/ 398 w 796"/>
                <a:gd name="T33" fmla="*/ 566 h 691"/>
                <a:gd name="T34" fmla="*/ 424 w 796"/>
                <a:gd name="T35" fmla="*/ 542 h 691"/>
                <a:gd name="T36" fmla="*/ 432 w 796"/>
                <a:gd name="T37" fmla="*/ 506 h 691"/>
                <a:gd name="T38" fmla="*/ 448 w 796"/>
                <a:gd name="T39" fmla="*/ 488 h 691"/>
                <a:gd name="T40" fmla="*/ 476 w 796"/>
                <a:gd name="T41" fmla="*/ 482 h 691"/>
                <a:gd name="T42" fmla="*/ 543 w 796"/>
                <a:gd name="T43" fmla="*/ 496 h 691"/>
                <a:gd name="T44" fmla="*/ 571 w 796"/>
                <a:gd name="T45" fmla="*/ 508 h 691"/>
                <a:gd name="T46" fmla="*/ 603 w 796"/>
                <a:gd name="T47" fmla="*/ 530 h 691"/>
                <a:gd name="T48" fmla="*/ 639 w 796"/>
                <a:gd name="T49" fmla="*/ 546 h 691"/>
                <a:gd name="T50" fmla="*/ 657 w 796"/>
                <a:gd name="T51" fmla="*/ 552 h 691"/>
                <a:gd name="T52" fmla="*/ 704 w 796"/>
                <a:gd name="T53" fmla="*/ 552 h 691"/>
                <a:gd name="T54" fmla="*/ 750 w 796"/>
                <a:gd name="T55" fmla="*/ 516 h 691"/>
                <a:gd name="T56" fmla="*/ 786 w 796"/>
                <a:gd name="T57" fmla="*/ 476 h 691"/>
                <a:gd name="T58" fmla="*/ 756 w 796"/>
                <a:gd name="T59" fmla="*/ 386 h 691"/>
                <a:gd name="T60" fmla="*/ 696 w 796"/>
                <a:gd name="T61" fmla="*/ 293 h 691"/>
                <a:gd name="T62" fmla="*/ 613 w 796"/>
                <a:gd name="T63" fmla="*/ 205 h 691"/>
                <a:gd name="T64" fmla="*/ 531 w 796"/>
                <a:gd name="T65" fmla="*/ 185 h 691"/>
                <a:gd name="T66" fmla="*/ 448 w 796"/>
                <a:gd name="T67" fmla="*/ 173 h 691"/>
                <a:gd name="T68" fmla="*/ 472 w 796"/>
                <a:gd name="T69" fmla="*/ 163 h 691"/>
                <a:gd name="T70" fmla="*/ 507 w 796"/>
                <a:gd name="T71" fmla="*/ 68 h 691"/>
                <a:gd name="T72" fmla="*/ 474 w 796"/>
                <a:gd name="T73" fmla="*/ 72 h 691"/>
                <a:gd name="T74" fmla="*/ 418 w 796"/>
                <a:gd name="T75" fmla="*/ 68 h 691"/>
                <a:gd name="T76" fmla="*/ 388 w 796"/>
                <a:gd name="T77" fmla="*/ 64 h 691"/>
                <a:gd name="T78" fmla="*/ 360 w 796"/>
                <a:gd name="T79" fmla="*/ 44 h 691"/>
                <a:gd name="T80" fmla="*/ 245 w 796"/>
                <a:gd name="T81" fmla="*/ 4 h 691"/>
                <a:gd name="T82" fmla="*/ 207 w 796"/>
                <a:gd name="T83" fmla="*/ 68 h 691"/>
                <a:gd name="T84" fmla="*/ 90 w 796"/>
                <a:gd name="T85" fmla="*/ 109 h 691"/>
                <a:gd name="T86" fmla="*/ 0 w 796"/>
                <a:gd name="T87" fmla="*/ 189 h 691"/>
                <a:gd name="T88" fmla="*/ 42 w 796"/>
                <a:gd name="T89" fmla="*/ 263 h 691"/>
                <a:gd name="T90" fmla="*/ 22 w 796"/>
                <a:gd name="T91" fmla="*/ 364 h 691"/>
                <a:gd name="T92" fmla="*/ 74 w 796"/>
                <a:gd name="T93" fmla="*/ 462 h 691"/>
                <a:gd name="T94" fmla="*/ 84 w 796"/>
                <a:gd name="T95" fmla="*/ 524 h 691"/>
                <a:gd name="T96" fmla="*/ 68 w 796"/>
                <a:gd name="T97" fmla="*/ 568 h 691"/>
                <a:gd name="T98" fmla="*/ 86 w 796"/>
                <a:gd name="T99" fmla="*/ 578 h 691"/>
                <a:gd name="T100" fmla="*/ 86 w 796"/>
                <a:gd name="T101" fmla="*/ 588 h 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96" h="691">
                  <a:moveTo>
                    <a:pt x="86" y="588"/>
                  </a:moveTo>
                  <a:lnTo>
                    <a:pt x="86" y="588"/>
                  </a:lnTo>
                  <a:lnTo>
                    <a:pt x="90" y="594"/>
                  </a:lnTo>
                  <a:lnTo>
                    <a:pt x="90" y="612"/>
                  </a:lnTo>
                  <a:lnTo>
                    <a:pt x="103" y="614"/>
                  </a:lnTo>
                  <a:lnTo>
                    <a:pt x="111" y="623"/>
                  </a:lnTo>
                  <a:lnTo>
                    <a:pt x="131" y="629"/>
                  </a:lnTo>
                  <a:lnTo>
                    <a:pt x="137" y="635"/>
                  </a:lnTo>
                  <a:lnTo>
                    <a:pt x="149" y="637"/>
                  </a:lnTo>
                  <a:lnTo>
                    <a:pt x="149" y="637"/>
                  </a:lnTo>
                  <a:lnTo>
                    <a:pt x="149" y="651"/>
                  </a:lnTo>
                  <a:lnTo>
                    <a:pt x="149" y="651"/>
                  </a:lnTo>
                  <a:lnTo>
                    <a:pt x="155" y="657"/>
                  </a:lnTo>
                  <a:lnTo>
                    <a:pt x="173" y="657"/>
                  </a:lnTo>
                  <a:lnTo>
                    <a:pt x="173" y="657"/>
                  </a:lnTo>
                  <a:lnTo>
                    <a:pt x="175" y="669"/>
                  </a:lnTo>
                  <a:lnTo>
                    <a:pt x="175" y="669"/>
                  </a:lnTo>
                  <a:lnTo>
                    <a:pt x="179" y="673"/>
                  </a:lnTo>
                  <a:lnTo>
                    <a:pt x="187" y="669"/>
                  </a:lnTo>
                  <a:lnTo>
                    <a:pt x="197" y="671"/>
                  </a:lnTo>
                  <a:lnTo>
                    <a:pt x="209" y="675"/>
                  </a:lnTo>
                  <a:lnTo>
                    <a:pt x="221" y="669"/>
                  </a:lnTo>
                  <a:lnTo>
                    <a:pt x="225" y="661"/>
                  </a:lnTo>
                  <a:lnTo>
                    <a:pt x="235" y="657"/>
                  </a:lnTo>
                  <a:lnTo>
                    <a:pt x="245" y="651"/>
                  </a:lnTo>
                  <a:lnTo>
                    <a:pt x="249" y="645"/>
                  </a:lnTo>
                  <a:lnTo>
                    <a:pt x="261" y="635"/>
                  </a:lnTo>
                  <a:lnTo>
                    <a:pt x="269" y="635"/>
                  </a:lnTo>
                  <a:lnTo>
                    <a:pt x="281" y="643"/>
                  </a:lnTo>
                  <a:lnTo>
                    <a:pt x="281" y="653"/>
                  </a:lnTo>
                  <a:lnTo>
                    <a:pt x="287" y="659"/>
                  </a:lnTo>
                  <a:lnTo>
                    <a:pt x="294" y="667"/>
                  </a:lnTo>
                  <a:lnTo>
                    <a:pt x="316" y="675"/>
                  </a:lnTo>
                  <a:lnTo>
                    <a:pt x="316" y="689"/>
                  </a:lnTo>
                  <a:lnTo>
                    <a:pt x="328" y="691"/>
                  </a:lnTo>
                  <a:lnTo>
                    <a:pt x="336" y="683"/>
                  </a:lnTo>
                  <a:lnTo>
                    <a:pt x="342" y="681"/>
                  </a:lnTo>
                  <a:lnTo>
                    <a:pt x="342" y="681"/>
                  </a:lnTo>
                  <a:lnTo>
                    <a:pt x="350" y="687"/>
                  </a:lnTo>
                  <a:lnTo>
                    <a:pt x="350" y="687"/>
                  </a:lnTo>
                  <a:lnTo>
                    <a:pt x="360" y="687"/>
                  </a:lnTo>
                  <a:lnTo>
                    <a:pt x="368" y="675"/>
                  </a:lnTo>
                  <a:lnTo>
                    <a:pt x="374" y="667"/>
                  </a:lnTo>
                  <a:lnTo>
                    <a:pt x="374" y="659"/>
                  </a:lnTo>
                  <a:lnTo>
                    <a:pt x="380" y="651"/>
                  </a:lnTo>
                  <a:lnTo>
                    <a:pt x="380" y="637"/>
                  </a:lnTo>
                  <a:lnTo>
                    <a:pt x="388" y="618"/>
                  </a:lnTo>
                  <a:lnTo>
                    <a:pt x="390" y="604"/>
                  </a:lnTo>
                  <a:lnTo>
                    <a:pt x="392" y="590"/>
                  </a:lnTo>
                  <a:lnTo>
                    <a:pt x="392" y="580"/>
                  </a:lnTo>
                  <a:lnTo>
                    <a:pt x="398" y="566"/>
                  </a:lnTo>
                  <a:lnTo>
                    <a:pt x="410" y="568"/>
                  </a:lnTo>
                  <a:lnTo>
                    <a:pt x="424" y="542"/>
                  </a:lnTo>
                  <a:lnTo>
                    <a:pt x="424" y="542"/>
                  </a:lnTo>
                  <a:lnTo>
                    <a:pt x="424" y="518"/>
                  </a:lnTo>
                  <a:lnTo>
                    <a:pt x="424" y="518"/>
                  </a:lnTo>
                  <a:lnTo>
                    <a:pt x="432" y="506"/>
                  </a:lnTo>
                  <a:lnTo>
                    <a:pt x="438" y="490"/>
                  </a:lnTo>
                  <a:lnTo>
                    <a:pt x="448" y="488"/>
                  </a:lnTo>
                  <a:lnTo>
                    <a:pt x="448" y="488"/>
                  </a:lnTo>
                  <a:lnTo>
                    <a:pt x="456" y="484"/>
                  </a:lnTo>
                  <a:lnTo>
                    <a:pt x="456" y="484"/>
                  </a:lnTo>
                  <a:lnTo>
                    <a:pt x="476" y="482"/>
                  </a:lnTo>
                  <a:lnTo>
                    <a:pt x="497" y="476"/>
                  </a:lnTo>
                  <a:lnTo>
                    <a:pt x="519" y="492"/>
                  </a:lnTo>
                  <a:lnTo>
                    <a:pt x="543" y="496"/>
                  </a:lnTo>
                  <a:lnTo>
                    <a:pt x="543" y="496"/>
                  </a:lnTo>
                  <a:lnTo>
                    <a:pt x="571" y="508"/>
                  </a:lnTo>
                  <a:lnTo>
                    <a:pt x="571" y="508"/>
                  </a:lnTo>
                  <a:lnTo>
                    <a:pt x="575" y="516"/>
                  </a:lnTo>
                  <a:lnTo>
                    <a:pt x="591" y="524"/>
                  </a:lnTo>
                  <a:lnTo>
                    <a:pt x="603" y="530"/>
                  </a:lnTo>
                  <a:lnTo>
                    <a:pt x="623" y="534"/>
                  </a:lnTo>
                  <a:lnTo>
                    <a:pt x="623" y="534"/>
                  </a:lnTo>
                  <a:lnTo>
                    <a:pt x="639" y="546"/>
                  </a:lnTo>
                  <a:lnTo>
                    <a:pt x="639" y="546"/>
                  </a:lnTo>
                  <a:lnTo>
                    <a:pt x="649" y="550"/>
                  </a:lnTo>
                  <a:lnTo>
                    <a:pt x="657" y="552"/>
                  </a:lnTo>
                  <a:lnTo>
                    <a:pt x="671" y="558"/>
                  </a:lnTo>
                  <a:lnTo>
                    <a:pt x="688" y="548"/>
                  </a:lnTo>
                  <a:lnTo>
                    <a:pt x="704" y="552"/>
                  </a:lnTo>
                  <a:lnTo>
                    <a:pt x="720" y="538"/>
                  </a:lnTo>
                  <a:lnTo>
                    <a:pt x="740" y="518"/>
                  </a:lnTo>
                  <a:lnTo>
                    <a:pt x="750" y="516"/>
                  </a:lnTo>
                  <a:lnTo>
                    <a:pt x="796" y="492"/>
                  </a:lnTo>
                  <a:lnTo>
                    <a:pt x="796" y="492"/>
                  </a:lnTo>
                  <a:lnTo>
                    <a:pt x="786" y="476"/>
                  </a:lnTo>
                  <a:lnTo>
                    <a:pt x="782" y="444"/>
                  </a:lnTo>
                  <a:lnTo>
                    <a:pt x="780" y="422"/>
                  </a:lnTo>
                  <a:lnTo>
                    <a:pt x="756" y="386"/>
                  </a:lnTo>
                  <a:lnTo>
                    <a:pt x="730" y="353"/>
                  </a:lnTo>
                  <a:lnTo>
                    <a:pt x="708" y="333"/>
                  </a:lnTo>
                  <a:lnTo>
                    <a:pt x="696" y="293"/>
                  </a:lnTo>
                  <a:lnTo>
                    <a:pt x="696" y="267"/>
                  </a:lnTo>
                  <a:lnTo>
                    <a:pt x="647" y="229"/>
                  </a:lnTo>
                  <a:lnTo>
                    <a:pt x="613" y="205"/>
                  </a:lnTo>
                  <a:lnTo>
                    <a:pt x="609" y="193"/>
                  </a:lnTo>
                  <a:lnTo>
                    <a:pt x="575" y="193"/>
                  </a:lnTo>
                  <a:lnTo>
                    <a:pt x="531" y="185"/>
                  </a:lnTo>
                  <a:lnTo>
                    <a:pt x="515" y="183"/>
                  </a:lnTo>
                  <a:lnTo>
                    <a:pt x="493" y="191"/>
                  </a:lnTo>
                  <a:lnTo>
                    <a:pt x="448" y="173"/>
                  </a:lnTo>
                  <a:lnTo>
                    <a:pt x="458" y="169"/>
                  </a:lnTo>
                  <a:lnTo>
                    <a:pt x="464" y="171"/>
                  </a:lnTo>
                  <a:lnTo>
                    <a:pt x="472" y="163"/>
                  </a:lnTo>
                  <a:lnTo>
                    <a:pt x="460" y="141"/>
                  </a:lnTo>
                  <a:lnTo>
                    <a:pt x="497" y="84"/>
                  </a:lnTo>
                  <a:lnTo>
                    <a:pt x="507" y="68"/>
                  </a:lnTo>
                  <a:lnTo>
                    <a:pt x="525" y="36"/>
                  </a:lnTo>
                  <a:lnTo>
                    <a:pt x="503" y="42"/>
                  </a:lnTo>
                  <a:lnTo>
                    <a:pt x="474" y="72"/>
                  </a:lnTo>
                  <a:lnTo>
                    <a:pt x="444" y="80"/>
                  </a:lnTo>
                  <a:lnTo>
                    <a:pt x="438" y="72"/>
                  </a:lnTo>
                  <a:lnTo>
                    <a:pt x="418" y="68"/>
                  </a:lnTo>
                  <a:lnTo>
                    <a:pt x="406" y="72"/>
                  </a:lnTo>
                  <a:lnTo>
                    <a:pt x="388" y="64"/>
                  </a:lnTo>
                  <a:lnTo>
                    <a:pt x="388" y="64"/>
                  </a:lnTo>
                  <a:lnTo>
                    <a:pt x="374" y="60"/>
                  </a:lnTo>
                  <a:lnTo>
                    <a:pt x="374" y="60"/>
                  </a:lnTo>
                  <a:lnTo>
                    <a:pt x="360" y="44"/>
                  </a:lnTo>
                  <a:lnTo>
                    <a:pt x="360" y="28"/>
                  </a:lnTo>
                  <a:lnTo>
                    <a:pt x="304" y="0"/>
                  </a:lnTo>
                  <a:lnTo>
                    <a:pt x="245" y="4"/>
                  </a:lnTo>
                  <a:lnTo>
                    <a:pt x="235" y="26"/>
                  </a:lnTo>
                  <a:lnTo>
                    <a:pt x="225" y="28"/>
                  </a:lnTo>
                  <a:lnTo>
                    <a:pt x="207" y="68"/>
                  </a:lnTo>
                  <a:lnTo>
                    <a:pt x="185" y="90"/>
                  </a:lnTo>
                  <a:lnTo>
                    <a:pt x="123" y="105"/>
                  </a:lnTo>
                  <a:lnTo>
                    <a:pt x="90" y="109"/>
                  </a:lnTo>
                  <a:lnTo>
                    <a:pt x="62" y="129"/>
                  </a:lnTo>
                  <a:lnTo>
                    <a:pt x="14" y="177"/>
                  </a:lnTo>
                  <a:lnTo>
                    <a:pt x="0" y="189"/>
                  </a:lnTo>
                  <a:lnTo>
                    <a:pt x="14" y="199"/>
                  </a:lnTo>
                  <a:lnTo>
                    <a:pt x="30" y="217"/>
                  </a:lnTo>
                  <a:lnTo>
                    <a:pt x="42" y="263"/>
                  </a:lnTo>
                  <a:lnTo>
                    <a:pt x="44" y="285"/>
                  </a:lnTo>
                  <a:lnTo>
                    <a:pt x="36" y="347"/>
                  </a:lnTo>
                  <a:lnTo>
                    <a:pt x="22" y="364"/>
                  </a:lnTo>
                  <a:lnTo>
                    <a:pt x="36" y="402"/>
                  </a:lnTo>
                  <a:lnTo>
                    <a:pt x="64" y="450"/>
                  </a:lnTo>
                  <a:lnTo>
                    <a:pt x="74" y="462"/>
                  </a:lnTo>
                  <a:lnTo>
                    <a:pt x="82" y="486"/>
                  </a:lnTo>
                  <a:lnTo>
                    <a:pt x="84" y="524"/>
                  </a:lnTo>
                  <a:lnTo>
                    <a:pt x="84" y="524"/>
                  </a:lnTo>
                  <a:lnTo>
                    <a:pt x="78" y="550"/>
                  </a:lnTo>
                  <a:lnTo>
                    <a:pt x="78" y="550"/>
                  </a:lnTo>
                  <a:lnTo>
                    <a:pt x="68" y="568"/>
                  </a:lnTo>
                  <a:lnTo>
                    <a:pt x="68" y="568"/>
                  </a:lnTo>
                  <a:lnTo>
                    <a:pt x="86" y="578"/>
                  </a:lnTo>
                  <a:lnTo>
                    <a:pt x="86" y="578"/>
                  </a:lnTo>
                  <a:lnTo>
                    <a:pt x="88" y="582"/>
                  </a:lnTo>
                  <a:lnTo>
                    <a:pt x="86" y="588"/>
                  </a:lnTo>
                  <a:lnTo>
                    <a:pt x="86" y="588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11" name="Freeform 33">
              <a:extLst>
                <a:ext uri="{FF2B5EF4-FFF2-40B4-BE49-F238E27FC236}">
                  <a16:creationId xmlns:a16="http://schemas.microsoft.com/office/drawing/2014/main" id="{5989D67F-9EC0-E656-E187-581AF786C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325" y="6702425"/>
              <a:ext cx="1598612" cy="1338263"/>
            </a:xfrm>
            <a:custGeom>
              <a:avLst/>
              <a:gdLst>
                <a:gd name="T0" fmla="*/ 991 w 1007"/>
                <a:gd name="T1" fmla="*/ 239 h 843"/>
                <a:gd name="T2" fmla="*/ 945 w 1007"/>
                <a:gd name="T3" fmla="*/ 181 h 843"/>
                <a:gd name="T4" fmla="*/ 826 w 1007"/>
                <a:gd name="T5" fmla="*/ 78 h 843"/>
                <a:gd name="T6" fmla="*/ 716 w 1007"/>
                <a:gd name="T7" fmla="*/ 40 h 843"/>
                <a:gd name="T8" fmla="*/ 654 w 1007"/>
                <a:gd name="T9" fmla="*/ 72 h 843"/>
                <a:gd name="T10" fmla="*/ 615 w 1007"/>
                <a:gd name="T11" fmla="*/ 74 h 843"/>
                <a:gd name="T12" fmla="*/ 569 w 1007"/>
                <a:gd name="T13" fmla="*/ 54 h 843"/>
                <a:gd name="T14" fmla="*/ 537 w 1007"/>
                <a:gd name="T15" fmla="*/ 32 h 843"/>
                <a:gd name="T16" fmla="*/ 463 w 1007"/>
                <a:gd name="T17" fmla="*/ 0 h 843"/>
                <a:gd name="T18" fmla="*/ 422 w 1007"/>
                <a:gd name="T19" fmla="*/ 8 h 843"/>
                <a:gd name="T20" fmla="*/ 398 w 1007"/>
                <a:gd name="T21" fmla="*/ 30 h 843"/>
                <a:gd name="T22" fmla="*/ 376 w 1007"/>
                <a:gd name="T23" fmla="*/ 92 h 843"/>
                <a:gd name="T24" fmla="*/ 356 w 1007"/>
                <a:gd name="T25" fmla="*/ 128 h 843"/>
                <a:gd name="T26" fmla="*/ 340 w 1007"/>
                <a:gd name="T27" fmla="*/ 183 h 843"/>
                <a:gd name="T28" fmla="*/ 326 w 1007"/>
                <a:gd name="T29" fmla="*/ 211 h 843"/>
                <a:gd name="T30" fmla="*/ 302 w 1007"/>
                <a:gd name="T31" fmla="*/ 207 h 843"/>
                <a:gd name="T32" fmla="*/ 260 w 1007"/>
                <a:gd name="T33" fmla="*/ 191 h 843"/>
                <a:gd name="T34" fmla="*/ 235 w 1007"/>
                <a:gd name="T35" fmla="*/ 159 h 843"/>
                <a:gd name="T36" fmla="*/ 201 w 1007"/>
                <a:gd name="T37" fmla="*/ 181 h 843"/>
                <a:gd name="T38" fmla="*/ 163 w 1007"/>
                <a:gd name="T39" fmla="*/ 195 h 843"/>
                <a:gd name="T40" fmla="*/ 141 w 1007"/>
                <a:gd name="T41" fmla="*/ 193 h 843"/>
                <a:gd name="T42" fmla="*/ 121 w 1007"/>
                <a:gd name="T43" fmla="*/ 181 h 843"/>
                <a:gd name="T44" fmla="*/ 103 w 1007"/>
                <a:gd name="T45" fmla="*/ 159 h 843"/>
                <a:gd name="T46" fmla="*/ 56 w 1007"/>
                <a:gd name="T47" fmla="*/ 136 h 843"/>
                <a:gd name="T48" fmla="*/ 52 w 1007"/>
                <a:gd name="T49" fmla="*/ 112 h 843"/>
                <a:gd name="T50" fmla="*/ 34 w 1007"/>
                <a:gd name="T51" fmla="*/ 92 h 843"/>
                <a:gd name="T52" fmla="*/ 2 w 1007"/>
                <a:gd name="T53" fmla="*/ 155 h 843"/>
                <a:gd name="T54" fmla="*/ 26 w 1007"/>
                <a:gd name="T55" fmla="*/ 257 h 843"/>
                <a:gd name="T56" fmla="*/ 115 w 1007"/>
                <a:gd name="T57" fmla="*/ 333 h 843"/>
                <a:gd name="T58" fmla="*/ 147 w 1007"/>
                <a:gd name="T59" fmla="*/ 446 h 843"/>
                <a:gd name="T60" fmla="*/ 207 w 1007"/>
                <a:gd name="T61" fmla="*/ 548 h 843"/>
                <a:gd name="T62" fmla="*/ 260 w 1007"/>
                <a:gd name="T63" fmla="*/ 572 h 843"/>
                <a:gd name="T64" fmla="*/ 360 w 1007"/>
                <a:gd name="T65" fmla="*/ 606 h 843"/>
                <a:gd name="T66" fmla="*/ 346 w 1007"/>
                <a:gd name="T67" fmla="*/ 668 h 843"/>
                <a:gd name="T68" fmla="*/ 284 w 1007"/>
                <a:gd name="T69" fmla="*/ 781 h 843"/>
                <a:gd name="T70" fmla="*/ 328 w 1007"/>
                <a:gd name="T71" fmla="*/ 811 h 843"/>
                <a:gd name="T72" fmla="*/ 346 w 1007"/>
                <a:gd name="T73" fmla="*/ 833 h 843"/>
                <a:gd name="T74" fmla="*/ 392 w 1007"/>
                <a:gd name="T75" fmla="*/ 843 h 843"/>
                <a:gd name="T76" fmla="*/ 479 w 1007"/>
                <a:gd name="T77" fmla="*/ 791 h 843"/>
                <a:gd name="T78" fmla="*/ 531 w 1007"/>
                <a:gd name="T79" fmla="*/ 759 h 843"/>
                <a:gd name="T80" fmla="*/ 541 w 1007"/>
                <a:gd name="T81" fmla="*/ 729 h 843"/>
                <a:gd name="T82" fmla="*/ 599 w 1007"/>
                <a:gd name="T83" fmla="*/ 723 h 843"/>
                <a:gd name="T84" fmla="*/ 748 w 1007"/>
                <a:gd name="T85" fmla="*/ 733 h 843"/>
                <a:gd name="T86" fmla="*/ 806 w 1007"/>
                <a:gd name="T87" fmla="*/ 636 h 843"/>
                <a:gd name="T88" fmla="*/ 957 w 1007"/>
                <a:gd name="T89" fmla="*/ 512 h 843"/>
                <a:gd name="T90" fmla="*/ 987 w 1007"/>
                <a:gd name="T91" fmla="*/ 472 h 843"/>
                <a:gd name="T92" fmla="*/ 983 w 1007"/>
                <a:gd name="T93" fmla="*/ 401 h 843"/>
                <a:gd name="T94" fmla="*/ 993 w 1007"/>
                <a:gd name="T95" fmla="*/ 357 h 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07" h="843">
                  <a:moveTo>
                    <a:pt x="1007" y="339"/>
                  </a:moveTo>
                  <a:lnTo>
                    <a:pt x="1007" y="259"/>
                  </a:lnTo>
                  <a:lnTo>
                    <a:pt x="1007" y="259"/>
                  </a:lnTo>
                  <a:lnTo>
                    <a:pt x="991" y="239"/>
                  </a:lnTo>
                  <a:lnTo>
                    <a:pt x="977" y="215"/>
                  </a:lnTo>
                  <a:lnTo>
                    <a:pt x="977" y="215"/>
                  </a:lnTo>
                  <a:lnTo>
                    <a:pt x="961" y="197"/>
                  </a:lnTo>
                  <a:lnTo>
                    <a:pt x="945" y="181"/>
                  </a:lnTo>
                  <a:lnTo>
                    <a:pt x="921" y="151"/>
                  </a:lnTo>
                  <a:lnTo>
                    <a:pt x="887" y="104"/>
                  </a:lnTo>
                  <a:lnTo>
                    <a:pt x="859" y="88"/>
                  </a:lnTo>
                  <a:lnTo>
                    <a:pt x="826" y="78"/>
                  </a:lnTo>
                  <a:lnTo>
                    <a:pt x="784" y="48"/>
                  </a:lnTo>
                  <a:lnTo>
                    <a:pt x="762" y="16"/>
                  </a:lnTo>
                  <a:lnTo>
                    <a:pt x="762" y="16"/>
                  </a:lnTo>
                  <a:lnTo>
                    <a:pt x="716" y="40"/>
                  </a:lnTo>
                  <a:lnTo>
                    <a:pt x="706" y="42"/>
                  </a:lnTo>
                  <a:lnTo>
                    <a:pt x="686" y="62"/>
                  </a:lnTo>
                  <a:lnTo>
                    <a:pt x="670" y="76"/>
                  </a:lnTo>
                  <a:lnTo>
                    <a:pt x="654" y="72"/>
                  </a:lnTo>
                  <a:lnTo>
                    <a:pt x="637" y="82"/>
                  </a:lnTo>
                  <a:lnTo>
                    <a:pt x="623" y="76"/>
                  </a:lnTo>
                  <a:lnTo>
                    <a:pt x="623" y="76"/>
                  </a:lnTo>
                  <a:lnTo>
                    <a:pt x="615" y="74"/>
                  </a:lnTo>
                  <a:lnTo>
                    <a:pt x="605" y="70"/>
                  </a:lnTo>
                  <a:lnTo>
                    <a:pt x="605" y="70"/>
                  </a:lnTo>
                  <a:lnTo>
                    <a:pt x="589" y="58"/>
                  </a:lnTo>
                  <a:lnTo>
                    <a:pt x="569" y="54"/>
                  </a:lnTo>
                  <a:lnTo>
                    <a:pt x="557" y="48"/>
                  </a:lnTo>
                  <a:lnTo>
                    <a:pt x="541" y="40"/>
                  </a:lnTo>
                  <a:lnTo>
                    <a:pt x="541" y="40"/>
                  </a:lnTo>
                  <a:lnTo>
                    <a:pt x="537" y="32"/>
                  </a:lnTo>
                  <a:lnTo>
                    <a:pt x="537" y="32"/>
                  </a:lnTo>
                  <a:lnTo>
                    <a:pt x="509" y="20"/>
                  </a:lnTo>
                  <a:lnTo>
                    <a:pt x="485" y="16"/>
                  </a:lnTo>
                  <a:lnTo>
                    <a:pt x="463" y="0"/>
                  </a:lnTo>
                  <a:lnTo>
                    <a:pt x="442" y="6"/>
                  </a:lnTo>
                  <a:lnTo>
                    <a:pt x="442" y="6"/>
                  </a:lnTo>
                  <a:lnTo>
                    <a:pt x="422" y="8"/>
                  </a:lnTo>
                  <a:lnTo>
                    <a:pt x="422" y="8"/>
                  </a:lnTo>
                  <a:lnTo>
                    <a:pt x="414" y="12"/>
                  </a:lnTo>
                  <a:lnTo>
                    <a:pt x="404" y="14"/>
                  </a:lnTo>
                  <a:lnTo>
                    <a:pt x="398" y="30"/>
                  </a:lnTo>
                  <a:lnTo>
                    <a:pt x="398" y="30"/>
                  </a:lnTo>
                  <a:lnTo>
                    <a:pt x="390" y="42"/>
                  </a:lnTo>
                  <a:lnTo>
                    <a:pt x="390" y="42"/>
                  </a:lnTo>
                  <a:lnTo>
                    <a:pt x="390" y="66"/>
                  </a:lnTo>
                  <a:lnTo>
                    <a:pt x="376" y="92"/>
                  </a:lnTo>
                  <a:lnTo>
                    <a:pt x="364" y="90"/>
                  </a:lnTo>
                  <a:lnTo>
                    <a:pt x="358" y="104"/>
                  </a:lnTo>
                  <a:lnTo>
                    <a:pt x="358" y="114"/>
                  </a:lnTo>
                  <a:lnTo>
                    <a:pt x="356" y="128"/>
                  </a:lnTo>
                  <a:lnTo>
                    <a:pt x="354" y="142"/>
                  </a:lnTo>
                  <a:lnTo>
                    <a:pt x="346" y="161"/>
                  </a:lnTo>
                  <a:lnTo>
                    <a:pt x="346" y="175"/>
                  </a:lnTo>
                  <a:lnTo>
                    <a:pt x="340" y="183"/>
                  </a:lnTo>
                  <a:lnTo>
                    <a:pt x="340" y="191"/>
                  </a:lnTo>
                  <a:lnTo>
                    <a:pt x="334" y="199"/>
                  </a:lnTo>
                  <a:lnTo>
                    <a:pt x="326" y="211"/>
                  </a:lnTo>
                  <a:lnTo>
                    <a:pt x="326" y="211"/>
                  </a:lnTo>
                  <a:lnTo>
                    <a:pt x="316" y="211"/>
                  </a:lnTo>
                  <a:lnTo>
                    <a:pt x="316" y="211"/>
                  </a:lnTo>
                  <a:lnTo>
                    <a:pt x="308" y="205"/>
                  </a:lnTo>
                  <a:lnTo>
                    <a:pt x="302" y="207"/>
                  </a:lnTo>
                  <a:lnTo>
                    <a:pt x="294" y="215"/>
                  </a:lnTo>
                  <a:lnTo>
                    <a:pt x="282" y="213"/>
                  </a:lnTo>
                  <a:lnTo>
                    <a:pt x="282" y="199"/>
                  </a:lnTo>
                  <a:lnTo>
                    <a:pt x="260" y="191"/>
                  </a:lnTo>
                  <a:lnTo>
                    <a:pt x="253" y="183"/>
                  </a:lnTo>
                  <a:lnTo>
                    <a:pt x="247" y="177"/>
                  </a:lnTo>
                  <a:lnTo>
                    <a:pt x="247" y="167"/>
                  </a:lnTo>
                  <a:lnTo>
                    <a:pt x="235" y="159"/>
                  </a:lnTo>
                  <a:lnTo>
                    <a:pt x="227" y="159"/>
                  </a:lnTo>
                  <a:lnTo>
                    <a:pt x="215" y="169"/>
                  </a:lnTo>
                  <a:lnTo>
                    <a:pt x="211" y="175"/>
                  </a:lnTo>
                  <a:lnTo>
                    <a:pt x="201" y="181"/>
                  </a:lnTo>
                  <a:lnTo>
                    <a:pt x="191" y="185"/>
                  </a:lnTo>
                  <a:lnTo>
                    <a:pt x="187" y="193"/>
                  </a:lnTo>
                  <a:lnTo>
                    <a:pt x="175" y="199"/>
                  </a:lnTo>
                  <a:lnTo>
                    <a:pt x="163" y="195"/>
                  </a:lnTo>
                  <a:lnTo>
                    <a:pt x="153" y="193"/>
                  </a:lnTo>
                  <a:lnTo>
                    <a:pt x="145" y="197"/>
                  </a:lnTo>
                  <a:lnTo>
                    <a:pt x="145" y="197"/>
                  </a:lnTo>
                  <a:lnTo>
                    <a:pt x="141" y="193"/>
                  </a:lnTo>
                  <a:lnTo>
                    <a:pt x="141" y="193"/>
                  </a:lnTo>
                  <a:lnTo>
                    <a:pt x="139" y="181"/>
                  </a:lnTo>
                  <a:lnTo>
                    <a:pt x="121" y="181"/>
                  </a:lnTo>
                  <a:lnTo>
                    <a:pt x="121" y="181"/>
                  </a:lnTo>
                  <a:lnTo>
                    <a:pt x="115" y="175"/>
                  </a:lnTo>
                  <a:lnTo>
                    <a:pt x="115" y="175"/>
                  </a:lnTo>
                  <a:lnTo>
                    <a:pt x="115" y="161"/>
                  </a:lnTo>
                  <a:lnTo>
                    <a:pt x="103" y="159"/>
                  </a:lnTo>
                  <a:lnTo>
                    <a:pt x="97" y="153"/>
                  </a:lnTo>
                  <a:lnTo>
                    <a:pt x="77" y="147"/>
                  </a:lnTo>
                  <a:lnTo>
                    <a:pt x="69" y="138"/>
                  </a:lnTo>
                  <a:lnTo>
                    <a:pt x="56" y="136"/>
                  </a:lnTo>
                  <a:lnTo>
                    <a:pt x="56" y="118"/>
                  </a:lnTo>
                  <a:lnTo>
                    <a:pt x="56" y="118"/>
                  </a:lnTo>
                  <a:lnTo>
                    <a:pt x="52" y="112"/>
                  </a:lnTo>
                  <a:lnTo>
                    <a:pt x="52" y="112"/>
                  </a:lnTo>
                  <a:lnTo>
                    <a:pt x="54" y="106"/>
                  </a:lnTo>
                  <a:lnTo>
                    <a:pt x="52" y="102"/>
                  </a:lnTo>
                  <a:lnTo>
                    <a:pt x="52" y="102"/>
                  </a:lnTo>
                  <a:lnTo>
                    <a:pt x="34" y="92"/>
                  </a:lnTo>
                  <a:lnTo>
                    <a:pt x="34" y="92"/>
                  </a:lnTo>
                  <a:lnTo>
                    <a:pt x="26" y="106"/>
                  </a:lnTo>
                  <a:lnTo>
                    <a:pt x="14" y="126"/>
                  </a:lnTo>
                  <a:lnTo>
                    <a:pt x="2" y="155"/>
                  </a:lnTo>
                  <a:lnTo>
                    <a:pt x="0" y="185"/>
                  </a:lnTo>
                  <a:lnTo>
                    <a:pt x="2" y="219"/>
                  </a:lnTo>
                  <a:lnTo>
                    <a:pt x="8" y="235"/>
                  </a:lnTo>
                  <a:lnTo>
                    <a:pt x="26" y="257"/>
                  </a:lnTo>
                  <a:lnTo>
                    <a:pt x="60" y="275"/>
                  </a:lnTo>
                  <a:lnTo>
                    <a:pt x="79" y="285"/>
                  </a:lnTo>
                  <a:lnTo>
                    <a:pt x="101" y="317"/>
                  </a:lnTo>
                  <a:lnTo>
                    <a:pt x="115" y="333"/>
                  </a:lnTo>
                  <a:lnTo>
                    <a:pt x="129" y="345"/>
                  </a:lnTo>
                  <a:lnTo>
                    <a:pt x="135" y="375"/>
                  </a:lnTo>
                  <a:lnTo>
                    <a:pt x="135" y="393"/>
                  </a:lnTo>
                  <a:lnTo>
                    <a:pt x="147" y="446"/>
                  </a:lnTo>
                  <a:lnTo>
                    <a:pt x="145" y="488"/>
                  </a:lnTo>
                  <a:lnTo>
                    <a:pt x="149" y="522"/>
                  </a:lnTo>
                  <a:lnTo>
                    <a:pt x="157" y="526"/>
                  </a:lnTo>
                  <a:lnTo>
                    <a:pt x="207" y="548"/>
                  </a:lnTo>
                  <a:lnTo>
                    <a:pt x="207" y="548"/>
                  </a:lnTo>
                  <a:lnTo>
                    <a:pt x="233" y="560"/>
                  </a:lnTo>
                  <a:lnTo>
                    <a:pt x="260" y="572"/>
                  </a:lnTo>
                  <a:lnTo>
                    <a:pt x="260" y="572"/>
                  </a:lnTo>
                  <a:lnTo>
                    <a:pt x="312" y="558"/>
                  </a:lnTo>
                  <a:lnTo>
                    <a:pt x="312" y="558"/>
                  </a:lnTo>
                  <a:lnTo>
                    <a:pt x="344" y="572"/>
                  </a:lnTo>
                  <a:lnTo>
                    <a:pt x="360" y="606"/>
                  </a:lnTo>
                  <a:lnTo>
                    <a:pt x="360" y="606"/>
                  </a:lnTo>
                  <a:lnTo>
                    <a:pt x="350" y="634"/>
                  </a:lnTo>
                  <a:lnTo>
                    <a:pt x="350" y="63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44" y="707"/>
                  </a:lnTo>
                  <a:lnTo>
                    <a:pt x="318" y="737"/>
                  </a:lnTo>
                  <a:lnTo>
                    <a:pt x="284" y="781"/>
                  </a:lnTo>
                  <a:lnTo>
                    <a:pt x="280" y="785"/>
                  </a:lnTo>
                  <a:lnTo>
                    <a:pt x="320" y="793"/>
                  </a:lnTo>
                  <a:lnTo>
                    <a:pt x="320" y="793"/>
                  </a:lnTo>
                  <a:lnTo>
                    <a:pt x="328" y="811"/>
                  </a:lnTo>
                  <a:lnTo>
                    <a:pt x="328" y="811"/>
                  </a:lnTo>
                  <a:lnTo>
                    <a:pt x="336" y="823"/>
                  </a:lnTo>
                  <a:lnTo>
                    <a:pt x="342" y="829"/>
                  </a:lnTo>
                  <a:lnTo>
                    <a:pt x="346" y="833"/>
                  </a:lnTo>
                  <a:lnTo>
                    <a:pt x="346" y="833"/>
                  </a:lnTo>
                  <a:lnTo>
                    <a:pt x="370" y="839"/>
                  </a:lnTo>
                  <a:lnTo>
                    <a:pt x="384" y="841"/>
                  </a:lnTo>
                  <a:lnTo>
                    <a:pt x="392" y="843"/>
                  </a:lnTo>
                  <a:lnTo>
                    <a:pt x="392" y="843"/>
                  </a:lnTo>
                  <a:lnTo>
                    <a:pt x="410" y="837"/>
                  </a:lnTo>
                  <a:lnTo>
                    <a:pt x="446" y="809"/>
                  </a:lnTo>
                  <a:lnTo>
                    <a:pt x="479" y="791"/>
                  </a:lnTo>
                  <a:lnTo>
                    <a:pt x="479" y="791"/>
                  </a:lnTo>
                  <a:lnTo>
                    <a:pt x="505" y="779"/>
                  </a:lnTo>
                  <a:lnTo>
                    <a:pt x="505" y="779"/>
                  </a:lnTo>
                  <a:lnTo>
                    <a:pt x="531" y="759"/>
                  </a:lnTo>
                  <a:lnTo>
                    <a:pt x="531" y="759"/>
                  </a:lnTo>
                  <a:lnTo>
                    <a:pt x="535" y="737"/>
                  </a:lnTo>
                  <a:lnTo>
                    <a:pt x="535" y="737"/>
                  </a:lnTo>
                  <a:lnTo>
                    <a:pt x="541" y="729"/>
                  </a:lnTo>
                  <a:lnTo>
                    <a:pt x="547" y="721"/>
                  </a:lnTo>
                  <a:lnTo>
                    <a:pt x="547" y="721"/>
                  </a:lnTo>
                  <a:lnTo>
                    <a:pt x="573" y="711"/>
                  </a:lnTo>
                  <a:lnTo>
                    <a:pt x="599" y="723"/>
                  </a:lnTo>
                  <a:lnTo>
                    <a:pt x="641" y="743"/>
                  </a:lnTo>
                  <a:lnTo>
                    <a:pt x="680" y="743"/>
                  </a:lnTo>
                  <a:lnTo>
                    <a:pt x="698" y="733"/>
                  </a:lnTo>
                  <a:lnTo>
                    <a:pt x="748" y="733"/>
                  </a:lnTo>
                  <a:lnTo>
                    <a:pt x="766" y="707"/>
                  </a:lnTo>
                  <a:lnTo>
                    <a:pt x="786" y="673"/>
                  </a:lnTo>
                  <a:lnTo>
                    <a:pt x="786" y="652"/>
                  </a:lnTo>
                  <a:lnTo>
                    <a:pt x="806" y="636"/>
                  </a:lnTo>
                  <a:lnTo>
                    <a:pt x="832" y="622"/>
                  </a:lnTo>
                  <a:lnTo>
                    <a:pt x="857" y="608"/>
                  </a:lnTo>
                  <a:lnTo>
                    <a:pt x="895" y="582"/>
                  </a:lnTo>
                  <a:lnTo>
                    <a:pt x="957" y="512"/>
                  </a:lnTo>
                  <a:lnTo>
                    <a:pt x="987" y="492"/>
                  </a:lnTo>
                  <a:lnTo>
                    <a:pt x="987" y="492"/>
                  </a:lnTo>
                  <a:lnTo>
                    <a:pt x="987" y="472"/>
                  </a:lnTo>
                  <a:lnTo>
                    <a:pt x="987" y="472"/>
                  </a:lnTo>
                  <a:lnTo>
                    <a:pt x="995" y="450"/>
                  </a:lnTo>
                  <a:lnTo>
                    <a:pt x="1003" y="438"/>
                  </a:lnTo>
                  <a:lnTo>
                    <a:pt x="1001" y="420"/>
                  </a:lnTo>
                  <a:lnTo>
                    <a:pt x="983" y="401"/>
                  </a:lnTo>
                  <a:lnTo>
                    <a:pt x="983" y="401"/>
                  </a:lnTo>
                  <a:lnTo>
                    <a:pt x="981" y="387"/>
                  </a:lnTo>
                  <a:lnTo>
                    <a:pt x="981" y="387"/>
                  </a:lnTo>
                  <a:lnTo>
                    <a:pt x="993" y="357"/>
                  </a:lnTo>
                  <a:lnTo>
                    <a:pt x="1007" y="339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12" name="Freeform 34">
              <a:extLst>
                <a:ext uri="{FF2B5EF4-FFF2-40B4-BE49-F238E27FC236}">
                  <a16:creationId xmlns:a16="http://schemas.microsoft.com/office/drawing/2014/main" id="{F4114916-AA75-F74F-E4A8-13B5E6416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1188" y="7451725"/>
              <a:ext cx="782637" cy="787400"/>
            </a:xfrm>
            <a:custGeom>
              <a:avLst/>
              <a:gdLst>
                <a:gd name="T0" fmla="*/ 477 w 493"/>
                <a:gd name="T1" fmla="*/ 100 h 496"/>
                <a:gd name="T2" fmla="*/ 445 w 493"/>
                <a:gd name="T3" fmla="*/ 86 h 496"/>
                <a:gd name="T4" fmla="*/ 393 w 493"/>
                <a:gd name="T5" fmla="*/ 100 h 496"/>
                <a:gd name="T6" fmla="*/ 340 w 493"/>
                <a:gd name="T7" fmla="*/ 76 h 496"/>
                <a:gd name="T8" fmla="*/ 252 w 493"/>
                <a:gd name="T9" fmla="*/ 38 h 496"/>
                <a:gd name="T10" fmla="*/ 232 w 493"/>
                <a:gd name="T11" fmla="*/ 0 h 496"/>
                <a:gd name="T12" fmla="*/ 210 w 493"/>
                <a:gd name="T13" fmla="*/ 6 h 496"/>
                <a:gd name="T14" fmla="*/ 171 w 493"/>
                <a:gd name="T15" fmla="*/ 28 h 496"/>
                <a:gd name="T16" fmla="*/ 65 w 493"/>
                <a:gd name="T17" fmla="*/ 58 h 496"/>
                <a:gd name="T18" fmla="*/ 21 w 493"/>
                <a:gd name="T19" fmla="*/ 96 h 496"/>
                <a:gd name="T20" fmla="*/ 23 w 493"/>
                <a:gd name="T21" fmla="*/ 120 h 496"/>
                <a:gd name="T22" fmla="*/ 23 w 493"/>
                <a:gd name="T23" fmla="*/ 148 h 496"/>
                <a:gd name="T24" fmla="*/ 13 w 493"/>
                <a:gd name="T25" fmla="*/ 166 h 496"/>
                <a:gd name="T26" fmla="*/ 0 w 493"/>
                <a:gd name="T27" fmla="*/ 194 h 496"/>
                <a:gd name="T28" fmla="*/ 8 w 493"/>
                <a:gd name="T29" fmla="*/ 207 h 496"/>
                <a:gd name="T30" fmla="*/ 19 w 493"/>
                <a:gd name="T31" fmla="*/ 231 h 496"/>
                <a:gd name="T32" fmla="*/ 41 w 493"/>
                <a:gd name="T33" fmla="*/ 233 h 496"/>
                <a:gd name="T34" fmla="*/ 51 w 493"/>
                <a:gd name="T35" fmla="*/ 251 h 496"/>
                <a:gd name="T36" fmla="*/ 83 w 493"/>
                <a:gd name="T37" fmla="*/ 251 h 496"/>
                <a:gd name="T38" fmla="*/ 85 w 493"/>
                <a:gd name="T39" fmla="*/ 423 h 496"/>
                <a:gd name="T40" fmla="*/ 113 w 493"/>
                <a:gd name="T41" fmla="*/ 433 h 496"/>
                <a:gd name="T42" fmla="*/ 139 w 493"/>
                <a:gd name="T43" fmla="*/ 449 h 496"/>
                <a:gd name="T44" fmla="*/ 169 w 493"/>
                <a:gd name="T45" fmla="*/ 496 h 496"/>
                <a:gd name="T46" fmla="*/ 191 w 493"/>
                <a:gd name="T47" fmla="*/ 480 h 496"/>
                <a:gd name="T48" fmla="*/ 216 w 493"/>
                <a:gd name="T49" fmla="*/ 433 h 496"/>
                <a:gd name="T50" fmla="*/ 262 w 493"/>
                <a:gd name="T51" fmla="*/ 443 h 496"/>
                <a:gd name="T52" fmla="*/ 276 w 493"/>
                <a:gd name="T53" fmla="*/ 439 h 496"/>
                <a:gd name="T54" fmla="*/ 288 w 493"/>
                <a:gd name="T55" fmla="*/ 439 h 496"/>
                <a:gd name="T56" fmla="*/ 330 w 493"/>
                <a:gd name="T57" fmla="*/ 447 h 496"/>
                <a:gd name="T58" fmla="*/ 346 w 493"/>
                <a:gd name="T59" fmla="*/ 419 h 496"/>
                <a:gd name="T60" fmla="*/ 358 w 493"/>
                <a:gd name="T61" fmla="*/ 351 h 496"/>
                <a:gd name="T62" fmla="*/ 417 w 493"/>
                <a:gd name="T63" fmla="*/ 309 h 496"/>
                <a:gd name="T64" fmla="*/ 477 w 493"/>
                <a:gd name="T65" fmla="*/ 235 h 496"/>
                <a:gd name="T66" fmla="*/ 479 w 493"/>
                <a:gd name="T67" fmla="*/ 196 h 496"/>
                <a:gd name="T68" fmla="*/ 483 w 493"/>
                <a:gd name="T69" fmla="*/ 162 h 496"/>
                <a:gd name="T70" fmla="*/ 493 w 493"/>
                <a:gd name="T71" fmla="*/ 134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93" h="496">
                  <a:moveTo>
                    <a:pt x="477" y="100"/>
                  </a:moveTo>
                  <a:lnTo>
                    <a:pt x="477" y="100"/>
                  </a:lnTo>
                  <a:lnTo>
                    <a:pt x="445" y="86"/>
                  </a:lnTo>
                  <a:lnTo>
                    <a:pt x="445" y="86"/>
                  </a:lnTo>
                  <a:lnTo>
                    <a:pt x="393" y="100"/>
                  </a:lnTo>
                  <a:lnTo>
                    <a:pt x="393" y="100"/>
                  </a:lnTo>
                  <a:lnTo>
                    <a:pt x="366" y="88"/>
                  </a:lnTo>
                  <a:lnTo>
                    <a:pt x="340" y="76"/>
                  </a:lnTo>
                  <a:lnTo>
                    <a:pt x="290" y="54"/>
                  </a:lnTo>
                  <a:lnTo>
                    <a:pt x="252" y="38"/>
                  </a:lnTo>
                  <a:lnTo>
                    <a:pt x="242" y="12"/>
                  </a:lnTo>
                  <a:lnTo>
                    <a:pt x="232" y="0"/>
                  </a:lnTo>
                  <a:lnTo>
                    <a:pt x="210" y="6"/>
                  </a:lnTo>
                  <a:lnTo>
                    <a:pt x="210" y="6"/>
                  </a:lnTo>
                  <a:lnTo>
                    <a:pt x="171" y="28"/>
                  </a:lnTo>
                  <a:lnTo>
                    <a:pt x="171" y="28"/>
                  </a:lnTo>
                  <a:lnTo>
                    <a:pt x="65" y="58"/>
                  </a:lnTo>
                  <a:lnTo>
                    <a:pt x="65" y="58"/>
                  </a:lnTo>
                  <a:lnTo>
                    <a:pt x="27" y="62"/>
                  </a:lnTo>
                  <a:lnTo>
                    <a:pt x="21" y="96"/>
                  </a:lnTo>
                  <a:lnTo>
                    <a:pt x="23" y="120"/>
                  </a:lnTo>
                  <a:lnTo>
                    <a:pt x="23" y="120"/>
                  </a:lnTo>
                  <a:lnTo>
                    <a:pt x="23" y="148"/>
                  </a:lnTo>
                  <a:lnTo>
                    <a:pt x="23" y="148"/>
                  </a:lnTo>
                  <a:lnTo>
                    <a:pt x="19" y="156"/>
                  </a:lnTo>
                  <a:lnTo>
                    <a:pt x="13" y="166"/>
                  </a:lnTo>
                  <a:lnTo>
                    <a:pt x="13" y="182"/>
                  </a:lnTo>
                  <a:lnTo>
                    <a:pt x="0" y="194"/>
                  </a:lnTo>
                  <a:lnTo>
                    <a:pt x="2" y="203"/>
                  </a:lnTo>
                  <a:lnTo>
                    <a:pt x="8" y="207"/>
                  </a:lnTo>
                  <a:lnTo>
                    <a:pt x="19" y="223"/>
                  </a:lnTo>
                  <a:lnTo>
                    <a:pt x="19" y="231"/>
                  </a:lnTo>
                  <a:lnTo>
                    <a:pt x="37" y="235"/>
                  </a:lnTo>
                  <a:lnTo>
                    <a:pt x="41" y="233"/>
                  </a:lnTo>
                  <a:lnTo>
                    <a:pt x="47" y="241"/>
                  </a:lnTo>
                  <a:lnTo>
                    <a:pt x="51" y="251"/>
                  </a:lnTo>
                  <a:lnTo>
                    <a:pt x="61" y="253"/>
                  </a:lnTo>
                  <a:lnTo>
                    <a:pt x="83" y="251"/>
                  </a:lnTo>
                  <a:lnTo>
                    <a:pt x="107" y="263"/>
                  </a:lnTo>
                  <a:lnTo>
                    <a:pt x="85" y="423"/>
                  </a:lnTo>
                  <a:lnTo>
                    <a:pt x="99" y="425"/>
                  </a:lnTo>
                  <a:lnTo>
                    <a:pt x="113" y="433"/>
                  </a:lnTo>
                  <a:lnTo>
                    <a:pt x="127" y="435"/>
                  </a:lnTo>
                  <a:lnTo>
                    <a:pt x="139" y="449"/>
                  </a:lnTo>
                  <a:lnTo>
                    <a:pt x="141" y="463"/>
                  </a:lnTo>
                  <a:lnTo>
                    <a:pt x="169" y="496"/>
                  </a:lnTo>
                  <a:lnTo>
                    <a:pt x="177" y="496"/>
                  </a:lnTo>
                  <a:lnTo>
                    <a:pt x="191" y="480"/>
                  </a:lnTo>
                  <a:lnTo>
                    <a:pt x="208" y="468"/>
                  </a:lnTo>
                  <a:lnTo>
                    <a:pt x="216" y="433"/>
                  </a:lnTo>
                  <a:lnTo>
                    <a:pt x="250" y="433"/>
                  </a:lnTo>
                  <a:lnTo>
                    <a:pt x="262" y="443"/>
                  </a:lnTo>
                  <a:lnTo>
                    <a:pt x="270" y="443"/>
                  </a:lnTo>
                  <a:lnTo>
                    <a:pt x="276" y="439"/>
                  </a:lnTo>
                  <a:lnTo>
                    <a:pt x="284" y="441"/>
                  </a:lnTo>
                  <a:lnTo>
                    <a:pt x="288" y="439"/>
                  </a:lnTo>
                  <a:lnTo>
                    <a:pt x="292" y="443"/>
                  </a:lnTo>
                  <a:lnTo>
                    <a:pt x="330" y="447"/>
                  </a:lnTo>
                  <a:lnTo>
                    <a:pt x="332" y="447"/>
                  </a:lnTo>
                  <a:lnTo>
                    <a:pt x="346" y="419"/>
                  </a:lnTo>
                  <a:lnTo>
                    <a:pt x="362" y="391"/>
                  </a:lnTo>
                  <a:lnTo>
                    <a:pt x="358" y="351"/>
                  </a:lnTo>
                  <a:lnTo>
                    <a:pt x="370" y="331"/>
                  </a:lnTo>
                  <a:lnTo>
                    <a:pt x="417" y="309"/>
                  </a:lnTo>
                  <a:lnTo>
                    <a:pt x="451" y="265"/>
                  </a:lnTo>
                  <a:lnTo>
                    <a:pt x="477" y="235"/>
                  </a:lnTo>
                  <a:lnTo>
                    <a:pt x="477" y="235"/>
                  </a:lnTo>
                  <a:lnTo>
                    <a:pt x="479" y="196"/>
                  </a:lnTo>
                  <a:lnTo>
                    <a:pt x="479" y="196"/>
                  </a:lnTo>
                  <a:lnTo>
                    <a:pt x="483" y="162"/>
                  </a:lnTo>
                  <a:lnTo>
                    <a:pt x="483" y="162"/>
                  </a:lnTo>
                  <a:lnTo>
                    <a:pt x="493" y="134"/>
                  </a:lnTo>
                  <a:lnTo>
                    <a:pt x="477" y="10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13" name="Freeform 35">
              <a:extLst>
                <a:ext uri="{FF2B5EF4-FFF2-40B4-BE49-F238E27FC236}">
                  <a16:creationId xmlns:a16="http://schemas.microsoft.com/office/drawing/2014/main" id="{658F37B7-BB45-CF36-9BF5-C28D8BFC3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375" y="7651750"/>
              <a:ext cx="847725" cy="898525"/>
            </a:xfrm>
            <a:custGeom>
              <a:avLst/>
              <a:gdLst>
                <a:gd name="T0" fmla="*/ 512 w 534"/>
                <a:gd name="T1" fmla="*/ 348 h 566"/>
                <a:gd name="T2" fmla="*/ 506 w 534"/>
                <a:gd name="T3" fmla="*/ 356 h 566"/>
                <a:gd name="T4" fmla="*/ 496 w 534"/>
                <a:gd name="T5" fmla="*/ 342 h 566"/>
                <a:gd name="T6" fmla="*/ 494 w 534"/>
                <a:gd name="T7" fmla="*/ 255 h 566"/>
                <a:gd name="T8" fmla="*/ 494 w 534"/>
                <a:gd name="T9" fmla="*/ 243 h 566"/>
                <a:gd name="T10" fmla="*/ 486 w 534"/>
                <a:gd name="T11" fmla="*/ 189 h 566"/>
                <a:gd name="T12" fmla="*/ 452 w 534"/>
                <a:gd name="T13" fmla="*/ 221 h 566"/>
                <a:gd name="T14" fmla="*/ 422 w 534"/>
                <a:gd name="T15" fmla="*/ 169 h 566"/>
                <a:gd name="T16" fmla="*/ 414 w 534"/>
                <a:gd name="T17" fmla="*/ 143 h 566"/>
                <a:gd name="T18" fmla="*/ 404 w 534"/>
                <a:gd name="T19" fmla="*/ 131 h 566"/>
                <a:gd name="T20" fmla="*/ 361 w 534"/>
                <a:gd name="T21" fmla="*/ 109 h 566"/>
                <a:gd name="T22" fmla="*/ 325 w 534"/>
                <a:gd name="T23" fmla="*/ 95 h 566"/>
                <a:gd name="T24" fmla="*/ 301 w 534"/>
                <a:gd name="T25" fmla="*/ 79 h 566"/>
                <a:gd name="T26" fmla="*/ 277 w 534"/>
                <a:gd name="T27" fmla="*/ 62 h 566"/>
                <a:gd name="T28" fmla="*/ 243 w 534"/>
                <a:gd name="T29" fmla="*/ 46 h 566"/>
                <a:gd name="T30" fmla="*/ 231 w 534"/>
                <a:gd name="T31" fmla="*/ 50 h 566"/>
                <a:gd name="T32" fmla="*/ 184 w 534"/>
                <a:gd name="T33" fmla="*/ 0 h 566"/>
                <a:gd name="T34" fmla="*/ 146 w 534"/>
                <a:gd name="T35" fmla="*/ 18 h 566"/>
                <a:gd name="T36" fmla="*/ 106 w 534"/>
                <a:gd name="T37" fmla="*/ 22 h 566"/>
                <a:gd name="T38" fmla="*/ 90 w 534"/>
                <a:gd name="T39" fmla="*/ 26 h 566"/>
                <a:gd name="T40" fmla="*/ 74 w 534"/>
                <a:gd name="T41" fmla="*/ 24 h 566"/>
                <a:gd name="T42" fmla="*/ 40 w 534"/>
                <a:gd name="T43" fmla="*/ 34 h 566"/>
                <a:gd name="T44" fmla="*/ 6 w 534"/>
                <a:gd name="T45" fmla="*/ 18 h 566"/>
                <a:gd name="T46" fmla="*/ 12 w 534"/>
                <a:gd name="T47" fmla="*/ 52 h 566"/>
                <a:gd name="T48" fmla="*/ 16 w 534"/>
                <a:gd name="T49" fmla="*/ 77 h 566"/>
                <a:gd name="T50" fmla="*/ 24 w 534"/>
                <a:gd name="T51" fmla="*/ 103 h 566"/>
                <a:gd name="T52" fmla="*/ 50 w 534"/>
                <a:gd name="T53" fmla="*/ 137 h 566"/>
                <a:gd name="T54" fmla="*/ 28 w 534"/>
                <a:gd name="T55" fmla="*/ 173 h 566"/>
                <a:gd name="T56" fmla="*/ 88 w 534"/>
                <a:gd name="T57" fmla="*/ 195 h 566"/>
                <a:gd name="T58" fmla="*/ 88 w 534"/>
                <a:gd name="T59" fmla="*/ 207 h 566"/>
                <a:gd name="T60" fmla="*/ 96 w 534"/>
                <a:gd name="T61" fmla="*/ 257 h 566"/>
                <a:gd name="T62" fmla="*/ 78 w 534"/>
                <a:gd name="T63" fmla="*/ 299 h 566"/>
                <a:gd name="T64" fmla="*/ 92 w 534"/>
                <a:gd name="T65" fmla="*/ 346 h 566"/>
                <a:gd name="T66" fmla="*/ 126 w 534"/>
                <a:gd name="T67" fmla="*/ 396 h 566"/>
                <a:gd name="T68" fmla="*/ 158 w 534"/>
                <a:gd name="T69" fmla="*/ 450 h 566"/>
                <a:gd name="T70" fmla="*/ 172 w 534"/>
                <a:gd name="T71" fmla="*/ 496 h 566"/>
                <a:gd name="T72" fmla="*/ 187 w 534"/>
                <a:gd name="T73" fmla="*/ 522 h 566"/>
                <a:gd name="T74" fmla="*/ 215 w 534"/>
                <a:gd name="T75" fmla="*/ 532 h 566"/>
                <a:gd name="T76" fmla="*/ 255 w 534"/>
                <a:gd name="T77" fmla="*/ 546 h 566"/>
                <a:gd name="T78" fmla="*/ 281 w 534"/>
                <a:gd name="T79" fmla="*/ 566 h 566"/>
                <a:gd name="T80" fmla="*/ 313 w 534"/>
                <a:gd name="T81" fmla="*/ 548 h 566"/>
                <a:gd name="T82" fmla="*/ 345 w 534"/>
                <a:gd name="T83" fmla="*/ 534 h 566"/>
                <a:gd name="T84" fmla="*/ 363 w 534"/>
                <a:gd name="T85" fmla="*/ 500 h 566"/>
                <a:gd name="T86" fmla="*/ 394 w 534"/>
                <a:gd name="T87" fmla="*/ 438 h 566"/>
                <a:gd name="T88" fmla="*/ 442 w 534"/>
                <a:gd name="T89" fmla="*/ 414 h 566"/>
                <a:gd name="T90" fmla="*/ 462 w 534"/>
                <a:gd name="T91" fmla="*/ 406 h 566"/>
                <a:gd name="T92" fmla="*/ 498 w 534"/>
                <a:gd name="T93" fmla="*/ 410 h 566"/>
                <a:gd name="T94" fmla="*/ 534 w 534"/>
                <a:gd name="T95" fmla="*/ 358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34" h="566">
                  <a:moveTo>
                    <a:pt x="522" y="356"/>
                  </a:moveTo>
                  <a:lnTo>
                    <a:pt x="512" y="348"/>
                  </a:lnTo>
                  <a:lnTo>
                    <a:pt x="512" y="348"/>
                  </a:lnTo>
                  <a:lnTo>
                    <a:pt x="508" y="352"/>
                  </a:lnTo>
                  <a:lnTo>
                    <a:pt x="506" y="356"/>
                  </a:lnTo>
                  <a:lnTo>
                    <a:pt x="506" y="356"/>
                  </a:lnTo>
                  <a:lnTo>
                    <a:pt x="498" y="348"/>
                  </a:lnTo>
                  <a:lnTo>
                    <a:pt x="498" y="348"/>
                  </a:lnTo>
                  <a:lnTo>
                    <a:pt x="496" y="342"/>
                  </a:lnTo>
                  <a:lnTo>
                    <a:pt x="486" y="309"/>
                  </a:lnTo>
                  <a:lnTo>
                    <a:pt x="496" y="273"/>
                  </a:lnTo>
                  <a:lnTo>
                    <a:pt x="494" y="255"/>
                  </a:lnTo>
                  <a:lnTo>
                    <a:pt x="494" y="255"/>
                  </a:lnTo>
                  <a:lnTo>
                    <a:pt x="494" y="243"/>
                  </a:lnTo>
                  <a:lnTo>
                    <a:pt x="494" y="243"/>
                  </a:lnTo>
                  <a:lnTo>
                    <a:pt x="492" y="231"/>
                  </a:lnTo>
                  <a:lnTo>
                    <a:pt x="494" y="197"/>
                  </a:lnTo>
                  <a:lnTo>
                    <a:pt x="486" y="189"/>
                  </a:lnTo>
                  <a:lnTo>
                    <a:pt x="486" y="189"/>
                  </a:lnTo>
                  <a:lnTo>
                    <a:pt x="474" y="203"/>
                  </a:lnTo>
                  <a:lnTo>
                    <a:pt x="452" y="221"/>
                  </a:lnTo>
                  <a:lnTo>
                    <a:pt x="446" y="221"/>
                  </a:lnTo>
                  <a:lnTo>
                    <a:pt x="424" y="191"/>
                  </a:lnTo>
                  <a:lnTo>
                    <a:pt x="422" y="169"/>
                  </a:lnTo>
                  <a:lnTo>
                    <a:pt x="426" y="161"/>
                  </a:lnTo>
                  <a:lnTo>
                    <a:pt x="424" y="153"/>
                  </a:lnTo>
                  <a:lnTo>
                    <a:pt x="414" y="143"/>
                  </a:lnTo>
                  <a:lnTo>
                    <a:pt x="406" y="143"/>
                  </a:lnTo>
                  <a:lnTo>
                    <a:pt x="402" y="139"/>
                  </a:lnTo>
                  <a:lnTo>
                    <a:pt x="404" y="131"/>
                  </a:lnTo>
                  <a:lnTo>
                    <a:pt x="388" y="121"/>
                  </a:lnTo>
                  <a:lnTo>
                    <a:pt x="386" y="107"/>
                  </a:lnTo>
                  <a:lnTo>
                    <a:pt x="361" y="109"/>
                  </a:lnTo>
                  <a:lnTo>
                    <a:pt x="355" y="105"/>
                  </a:lnTo>
                  <a:lnTo>
                    <a:pt x="341" y="105"/>
                  </a:lnTo>
                  <a:lnTo>
                    <a:pt x="325" y="95"/>
                  </a:lnTo>
                  <a:lnTo>
                    <a:pt x="313" y="93"/>
                  </a:lnTo>
                  <a:lnTo>
                    <a:pt x="305" y="89"/>
                  </a:lnTo>
                  <a:lnTo>
                    <a:pt x="301" y="79"/>
                  </a:lnTo>
                  <a:lnTo>
                    <a:pt x="295" y="70"/>
                  </a:lnTo>
                  <a:lnTo>
                    <a:pt x="289" y="72"/>
                  </a:lnTo>
                  <a:lnTo>
                    <a:pt x="277" y="62"/>
                  </a:lnTo>
                  <a:lnTo>
                    <a:pt x="257" y="48"/>
                  </a:lnTo>
                  <a:lnTo>
                    <a:pt x="253" y="38"/>
                  </a:lnTo>
                  <a:lnTo>
                    <a:pt x="243" y="46"/>
                  </a:lnTo>
                  <a:lnTo>
                    <a:pt x="237" y="44"/>
                  </a:lnTo>
                  <a:lnTo>
                    <a:pt x="235" y="46"/>
                  </a:lnTo>
                  <a:lnTo>
                    <a:pt x="231" y="50"/>
                  </a:lnTo>
                  <a:lnTo>
                    <a:pt x="209" y="36"/>
                  </a:lnTo>
                  <a:lnTo>
                    <a:pt x="207" y="24"/>
                  </a:lnTo>
                  <a:lnTo>
                    <a:pt x="184" y="0"/>
                  </a:lnTo>
                  <a:lnTo>
                    <a:pt x="180" y="4"/>
                  </a:lnTo>
                  <a:lnTo>
                    <a:pt x="162" y="2"/>
                  </a:lnTo>
                  <a:lnTo>
                    <a:pt x="146" y="18"/>
                  </a:lnTo>
                  <a:lnTo>
                    <a:pt x="138" y="16"/>
                  </a:lnTo>
                  <a:lnTo>
                    <a:pt x="124" y="20"/>
                  </a:lnTo>
                  <a:lnTo>
                    <a:pt x="106" y="22"/>
                  </a:lnTo>
                  <a:lnTo>
                    <a:pt x="98" y="28"/>
                  </a:lnTo>
                  <a:lnTo>
                    <a:pt x="98" y="28"/>
                  </a:lnTo>
                  <a:lnTo>
                    <a:pt x="90" y="26"/>
                  </a:lnTo>
                  <a:lnTo>
                    <a:pt x="90" y="26"/>
                  </a:lnTo>
                  <a:lnTo>
                    <a:pt x="84" y="28"/>
                  </a:lnTo>
                  <a:lnTo>
                    <a:pt x="74" y="24"/>
                  </a:lnTo>
                  <a:lnTo>
                    <a:pt x="58" y="34"/>
                  </a:lnTo>
                  <a:lnTo>
                    <a:pt x="52" y="36"/>
                  </a:lnTo>
                  <a:lnTo>
                    <a:pt x="40" y="34"/>
                  </a:lnTo>
                  <a:lnTo>
                    <a:pt x="28" y="34"/>
                  </a:lnTo>
                  <a:lnTo>
                    <a:pt x="14" y="20"/>
                  </a:lnTo>
                  <a:lnTo>
                    <a:pt x="6" y="18"/>
                  </a:lnTo>
                  <a:lnTo>
                    <a:pt x="0" y="32"/>
                  </a:lnTo>
                  <a:lnTo>
                    <a:pt x="2" y="48"/>
                  </a:lnTo>
                  <a:lnTo>
                    <a:pt x="12" y="52"/>
                  </a:lnTo>
                  <a:lnTo>
                    <a:pt x="18" y="60"/>
                  </a:lnTo>
                  <a:lnTo>
                    <a:pt x="14" y="72"/>
                  </a:lnTo>
                  <a:lnTo>
                    <a:pt x="16" y="77"/>
                  </a:lnTo>
                  <a:lnTo>
                    <a:pt x="16" y="89"/>
                  </a:lnTo>
                  <a:lnTo>
                    <a:pt x="22" y="97"/>
                  </a:lnTo>
                  <a:lnTo>
                    <a:pt x="24" y="103"/>
                  </a:lnTo>
                  <a:lnTo>
                    <a:pt x="40" y="119"/>
                  </a:lnTo>
                  <a:lnTo>
                    <a:pt x="48" y="133"/>
                  </a:lnTo>
                  <a:lnTo>
                    <a:pt x="50" y="137"/>
                  </a:lnTo>
                  <a:lnTo>
                    <a:pt x="38" y="141"/>
                  </a:lnTo>
                  <a:lnTo>
                    <a:pt x="32" y="147"/>
                  </a:lnTo>
                  <a:lnTo>
                    <a:pt x="28" y="173"/>
                  </a:lnTo>
                  <a:lnTo>
                    <a:pt x="56" y="187"/>
                  </a:lnTo>
                  <a:lnTo>
                    <a:pt x="72" y="187"/>
                  </a:lnTo>
                  <a:lnTo>
                    <a:pt x="88" y="195"/>
                  </a:lnTo>
                  <a:lnTo>
                    <a:pt x="88" y="195"/>
                  </a:lnTo>
                  <a:lnTo>
                    <a:pt x="88" y="207"/>
                  </a:lnTo>
                  <a:lnTo>
                    <a:pt x="88" y="207"/>
                  </a:lnTo>
                  <a:lnTo>
                    <a:pt x="90" y="223"/>
                  </a:lnTo>
                  <a:lnTo>
                    <a:pt x="96" y="239"/>
                  </a:lnTo>
                  <a:lnTo>
                    <a:pt x="96" y="257"/>
                  </a:lnTo>
                  <a:lnTo>
                    <a:pt x="88" y="285"/>
                  </a:lnTo>
                  <a:lnTo>
                    <a:pt x="80" y="295"/>
                  </a:lnTo>
                  <a:lnTo>
                    <a:pt x="78" y="299"/>
                  </a:lnTo>
                  <a:lnTo>
                    <a:pt x="78" y="317"/>
                  </a:lnTo>
                  <a:lnTo>
                    <a:pt x="94" y="340"/>
                  </a:lnTo>
                  <a:lnTo>
                    <a:pt x="92" y="346"/>
                  </a:lnTo>
                  <a:lnTo>
                    <a:pt x="120" y="376"/>
                  </a:lnTo>
                  <a:lnTo>
                    <a:pt x="120" y="382"/>
                  </a:lnTo>
                  <a:lnTo>
                    <a:pt x="126" y="396"/>
                  </a:lnTo>
                  <a:lnTo>
                    <a:pt x="134" y="404"/>
                  </a:lnTo>
                  <a:lnTo>
                    <a:pt x="134" y="416"/>
                  </a:lnTo>
                  <a:lnTo>
                    <a:pt x="158" y="450"/>
                  </a:lnTo>
                  <a:lnTo>
                    <a:pt x="154" y="474"/>
                  </a:lnTo>
                  <a:lnTo>
                    <a:pt x="154" y="486"/>
                  </a:lnTo>
                  <a:lnTo>
                    <a:pt x="172" y="496"/>
                  </a:lnTo>
                  <a:lnTo>
                    <a:pt x="174" y="504"/>
                  </a:lnTo>
                  <a:lnTo>
                    <a:pt x="186" y="512"/>
                  </a:lnTo>
                  <a:lnTo>
                    <a:pt x="187" y="522"/>
                  </a:lnTo>
                  <a:lnTo>
                    <a:pt x="197" y="526"/>
                  </a:lnTo>
                  <a:lnTo>
                    <a:pt x="211" y="526"/>
                  </a:lnTo>
                  <a:lnTo>
                    <a:pt x="215" y="532"/>
                  </a:lnTo>
                  <a:lnTo>
                    <a:pt x="219" y="538"/>
                  </a:lnTo>
                  <a:lnTo>
                    <a:pt x="235" y="546"/>
                  </a:lnTo>
                  <a:lnTo>
                    <a:pt x="255" y="546"/>
                  </a:lnTo>
                  <a:lnTo>
                    <a:pt x="269" y="562"/>
                  </a:lnTo>
                  <a:lnTo>
                    <a:pt x="277" y="560"/>
                  </a:lnTo>
                  <a:lnTo>
                    <a:pt x="281" y="566"/>
                  </a:lnTo>
                  <a:lnTo>
                    <a:pt x="285" y="566"/>
                  </a:lnTo>
                  <a:lnTo>
                    <a:pt x="297" y="560"/>
                  </a:lnTo>
                  <a:lnTo>
                    <a:pt x="313" y="548"/>
                  </a:lnTo>
                  <a:lnTo>
                    <a:pt x="323" y="544"/>
                  </a:lnTo>
                  <a:lnTo>
                    <a:pt x="331" y="538"/>
                  </a:lnTo>
                  <a:lnTo>
                    <a:pt x="345" y="534"/>
                  </a:lnTo>
                  <a:lnTo>
                    <a:pt x="347" y="526"/>
                  </a:lnTo>
                  <a:lnTo>
                    <a:pt x="357" y="520"/>
                  </a:lnTo>
                  <a:lnTo>
                    <a:pt x="363" y="500"/>
                  </a:lnTo>
                  <a:lnTo>
                    <a:pt x="375" y="488"/>
                  </a:lnTo>
                  <a:lnTo>
                    <a:pt x="371" y="470"/>
                  </a:lnTo>
                  <a:lnTo>
                    <a:pt x="394" y="438"/>
                  </a:lnTo>
                  <a:lnTo>
                    <a:pt x="430" y="426"/>
                  </a:lnTo>
                  <a:lnTo>
                    <a:pt x="442" y="414"/>
                  </a:lnTo>
                  <a:lnTo>
                    <a:pt x="442" y="414"/>
                  </a:lnTo>
                  <a:lnTo>
                    <a:pt x="448" y="410"/>
                  </a:lnTo>
                  <a:lnTo>
                    <a:pt x="448" y="410"/>
                  </a:lnTo>
                  <a:lnTo>
                    <a:pt x="462" y="406"/>
                  </a:lnTo>
                  <a:lnTo>
                    <a:pt x="470" y="420"/>
                  </a:lnTo>
                  <a:lnTo>
                    <a:pt x="496" y="428"/>
                  </a:lnTo>
                  <a:lnTo>
                    <a:pt x="498" y="410"/>
                  </a:lnTo>
                  <a:lnTo>
                    <a:pt x="504" y="386"/>
                  </a:lnTo>
                  <a:lnTo>
                    <a:pt x="528" y="374"/>
                  </a:lnTo>
                  <a:lnTo>
                    <a:pt x="534" y="358"/>
                  </a:lnTo>
                  <a:lnTo>
                    <a:pt x="526" y="354"/>
                  </a:lnTo>
                  <a:lnTo>
                    <a:pt x="522" y="35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14" name="Freeform 36">
              <a:extLst>
                <a:ext uri="{FF2B5EF4-FFF2-40B4-BE49-F238E27FC236}">
                  <a16:creationId xmlns:a16="http://schemas.microsoft.com/office/drawing/2014/main" id="{7EE0C70B-D4A2-A0D5-BDE9-30586A571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900" y="7345363"/>
              <a:ext cx="782637" cy="931863"/>
            </a:xfrm>
            <a:custGeom>
              <a:avLst/>
              <a:gdLst>
                <a:gd name="T0" fmla="*/ 483 w 493"/>
                <a:gd name="T1" fmla="*/ 422 h 587"/>
                <a:gd name="T2" fmla="*/ 491 w 493"/>
                <a:gd name="T3" fmla="*/ 388 h 587"/>
                <a:gd name="T4" fmla="*/ 469 w 493"/>
                <a:gd name="T5" fmla="*/ 392 h 587"/>
                <a:gd name="T6" fmla="*/ 452 w 493"/>
                <a:gd name="T7" fmla="*/ 288 h 587"/>
                <a:gd name="T8" fmla="*/ 477 w 493"/>
                <a:gd name="T9" fmla="*/ 233 h 587"/>
                <a:gd name="T10" fmla="*/ 448 w 493"/>
                <a:gd name="T11" fmla="*/ 187 h 587"/>
                <a:gd name="T12" fmla="*/ 368 w 493"/>
                <a:gd name="T13" fmla="*/ 179 h 587"/>
                <a:gd name="T14" fmla="*/ 318 w 493"/>
                <a:gd name="T15" fmla="*/ 129 h 587"/>
                <a:gd name="T16" fmla="*/ 265 w 493"/>
                <a:gd name="T17" fmla="*/ 81 h 587"/>
                <a:gd name="T18" fmla="*/ 229 w 493"/>
                <a:gd name="T19" fmla="*/ 31 h 587"/>
                <a:gd name="T20" fmla="*/ 165 w 493"/>
                <a:gd name="T21" fmla="*/ 0 h 587"/>
                <a:gd name="T22" fmla="*/ 113 w 493"/>
                <a:gd name="T23" fmla="*/ 75 h 587"/>
                <a:gd name="T24" fmla="*/ 97 w 493"/>
                <a:gd name="T25" fmla="*/ 111 h 587"/>
                <a:gd name="T26" fmla="*/ 97 w 493"/>
                <a:gd name="T27" fmla="*/ 133 h 587"/>
                <a:gd name="T28" fmla="*/ 97 w 493"/>
                <a:gd name="T29" fmla="*/ 139 h 587"/>
                <a:gd name="T30" fmla="*/ 78 w 493"/>
                <a:gd name="T31" fmla="*/ 165 h 587"/>
                <a:gd name="T32" fmla="*/ 56 w 493"/>
                <a:gd name="T33" fmla="*/ 225 h 587"/>
                <a:gd name="T34" fmla="*/ 62 w 493"/>
                <a:gd name="T35" fmla="*/ 265 h 587"/>
                <a:gd name="T36" fmla="*/ 38 w 493"/>
                <a:gd name="T37" fmla="*/ 308 h 587"/>
                <a:gd name="T38" fmla="*/ 32 w 493"/>
                <a:gd name="T39" fmla="*/ 332 h 587"/>
                <a:gd name="T40" fmla="*/ 26 w 493"/>
                <a:gd name="T41" fmla="*/ 346 h 587"/>
                <a:gd name="T42" fmla="*/ 0 w 493"/>
                <a:gd name="T43" fmla="*/ 382 h 587"/>
                <a:gd name="T44" fmla="*/ 8 w 493"/>
                <a:gd name="T45" fmla="*/ 390 h 587"/>
                <a:gd name="T46" fmla="*/ 6 w 493"/>
                <a:gd name="T47" fmla="*/ 424 h 587"/>
                <a:gd name="T48" fmla="*/ 8 w 493"/>
                <a:gd name="T49" fmla="*/ 436 h 587"/>
                <a:gd name="T50" fmla="*/ 10 w 493"/>
                <a:gd name="T51" fmla="*/ 466 h 587"/>
                <a:gd name="T52" fmla="*/ 10 w 493"/>
                <a:gd name="T53" fmla="*/ 535 h 587"/>
                <a:gd name="T54" fmla="*/ 12 w 493"/>
                <a:gd name="T55" fmla="*/ 541 h 587"/>
                <a:gd name="T56" fmla="*/ 20 w 493"/>
                <a:gd name="T57" fmla="*/ 549 h 587"/>
                <a:gd name="T58" fmla="*/ 22 w 493"/>
                <a:gd name="T59" fmla="*/ 545 h 587"/>
                <a:gd name="T60" fmla="*/ 36 w 493"/>
                <a:gd name="T61" fmla="*/ 549 h 587"/>
                <a:gd name="T62" fmla="*/ 48 w 493"/>
                <a:gd name="T63" fmla="*/ 551 h 587"/>
                <a:gd name="T64" fmla="*/ 54 w 493"/>
                <a:gd name="T65" fmla="*/ 545 h 587"/>
                <a:gd name="T66" fmla="*/ 74 w 493"/>
                <a:gd name="T67" fmla="*/ 551 h 587"/>
                <a:gd name="T68" fmla="*/ 72 w 493"/>
                <a:gd name="T69" fmla="*/ 559 h 587"/>
                <a:gd name="T70" fmla="*/ 78 w 493"/>
                <a:gd name="T71" fmla="*/ 567 h 587"/>
                <a:gd name="T72" fmla="*/ 85 w 493"/>
                <a:gd name="T73" fmla="*/ 569 h 587"/>
                <a:gd name="T74" fmla="*/ 105 w 493"/>
                <a:gd name="T75" fmla="*/ 571 h 587"/>
                <a:gd name="T76" fmla="*/ 133 w 493"/>
                <a:gd name="T77" fmla="*/ 569 h 587"/>
                <a:gd name="T78" fmla="*/ 153 w 493"/>
                <a:gd name="T79" fmla="*/ 559 h 587"/>
                <a:gd name="T80" fmla="*/ 169 w 493"/>
                <a:gd name="T81" fmla="*/ 577 h 587"/>
                <a:gd name="T82" fmla="*/ 181 w 493"/>
                <a:gd name="T83" fmla="*/ 577 h 587"/>
                <a:gd name="T84" fmla="*/ 207 w 493"/>
                <a:gd name="T85" fmla="*/ 585 h 587"/>
                <a:gd name="T86" fmla="*/ 219 w 493"/>
                <a:gd name="T87" fmla="*/ 577 h 587"/>
                <a:gd name="T88" fmla="*/ 253 w 493"/>
                <a:gd name="T89" fmla="*/ 583 h 587"/>
                <a:gd name="T90" fmla="*/ 265 w 493"/>
                <a:gd name="T91" fmla="*/ 569 h 587"/>
                <a:gd name="T92" fmla="*/ 278 w 493"/>
                <a:gd name="T93" fmla="*/ 563 h 587"/>
                <a:gd name="T94" fmla="*/ 284 w 493"/>
                <a:gd name="T95" fmla="*/ 547 h 587"/>
                <a:gd name="T96" fmla="*/ 296 w 493"/>
                <a:gd name="T97" fmla="*/ 531 h 587"/>
                <a:gd name="T98" fmla="*/ 316 w 493"/>
                <a:gd name="T99" fmla="*/ 516 h 587"/>
                <a:gd name="T100" fmla="*/ 332 w 493"/>
                <a:gd name="T101" fmla="*/ 516 h 587"/>
                <a:gd name="T102" fmla="*/ 366 w 493"/>
                <a:gd name="T103" fmla="*/ 510 h 587"/>
                <a:gd name="T104" fmla="*/ 384 w 493"/>
                <a:gd name="T105" fmla="*/ 512 h 587"/>
                <a:gd name="T106" fmla="*/ 406 w 493"/>
                <a:gd name="T107" fmla="*/ 498 h 587"/>
                <a:gd name="T108" fmla="*/ 424 w 493"/>
                <a:gd name="T109" fmla="*/ 476 h 587"/>
                <a:gd name="T110" fmla="*/ 440 w 493"/>
                <a:gd name="T111" fmla="*/ 488 h 587"/>
                <a:gd name="T112" fmla="*/ 450 w 493"/>
                <a:gd name="T113" fmla="*/ 474 h 587"/>
                <a:gd name="T114" fmla="*/ 458 w 493"/>
                <a:gd name="T115" fmla="*/ 462 h 587"/>
                <a:gd name="T116" fmla="*/ 469 w 493"/>
                <a:gd name="T117" fmla="*/ 452 h 587"/>
                <a:gd name="T118" fmla="*/ 491 w 493"/>
                <a:gd name="T119" fmla="*/ 442 h 587"/>
                <a:gd name="T120" fmla="*/ 491 w 493"/>
                <a:gd name="T121" fmla="*/ 434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3" h="587">
                  <a:moveTo>
                    <a:pt x="491" y="434"/>
                  </a:moveTo>
                  <a:lnTo>
                    <a:pt x="483" y="422"/>
                  </a:lnTo>
                  <a:lnTo>
                    <a:pt x="491" y="414"/>
                  </a:lnTo>
                  <a:lnTo>
                    <a:pt x="491" y="388"/>
                  </a:lnTo>
                  <a:lnTo>
                    <a:pt x="485" y="392"/>
                  </a:lnTo>
                  <a:lnTo>
                    <a:pt x="469" y="392"/>
                  </a:lnTo>
                  <a:lnTo>
                    <a:pt x="452" y="356"/>
                  </a:lnTo>
                  <a:lnTo>
                    <a:pt x="452" y="288"/>
                  </a:lnTo>
                  <a:lnTo>
                    <a:pt x="467" y="265"/>
                  </a:lnTo>
                  <a:lnTo>
                    <a:pt x="477" y="233"/>
                  </a:lnTo>
                  <a:lnTo>
                    <a:pt x="469" y="207"/>
                  </a:lnTo>
                  <a:lnTo>
                    <a:pt x="448" y="187"/>
                  </a:lnTo>
                  <a:lnTo>
                    <a:pt x="416" y="185"/>
                  </a:lnTo>
                  <a:lnTo>
                    <a:pt x="368" y="179"/>
                  </a:lnTo>
                  <a:lnTo>
                    <a:pt x="332" y="163"/>
                  </a:lnTo>
                  <a:lnTo>
                    <a:pt x="318" y="129"/>
                  </a:lnTo>
                  <a:lnTo>
                    <a:pt x="296" y="91"/>
                  </a:lnTo>
                  <a:lnTo>
                    <a:pt x="265" y="81"/>
                  </a:lnTo>
                  <a:lnTo>
                    <a:pt x="235" y="65"/>
                  </a:lnTo>
                  <a:lnTo>
                    <a:pt x="229" y="31"/>
                  </a:lnTo>
                  <a:lnTo>
                    <a:pt x="181" y="3"/>
                  </a:lnTo>
                  <a:lnTo>
                    <a:pt x="165" y="0"/>
                  </a:lnTo>
                  <a:lnTo>
                    <a:pt x="147" y="7"/>
                  </a:lnTo>
                  <a:lnTo>
                    <a:pt x="113" y="75"/>
                  </a:lnTo>
                  <a:lnTo>
                    <a:pt x="97" y="111"/>
                  </a:lnTo>
                  <a:lnTo>
                    <a:pt x="97" y="111"/>
                  </a:lnTo>
                  <a:lnTo>
                    <a:pt x="97" y="123"/>
                  </a:lnTo>
                  <a:lnTo>
                    <a:pt x="97" y="133"/>
                  </a:lnTo>
                  <a:lnTo>
                    <a:pt x="97" y="139"/>
                  </a:lnTo>
                  <a:lnTo>
                    <a:pt x="97" y="139"/>
                  </a:lnTo>
                  <a:lnTo>
                    <a:pt x="87" y="151"/>
                  </a:lnTo>
                  <a:lnTo>
                    <a:pt x="78" y="165"/>
                  </a:lnTo>
                  <a:lnTo>
                    <a:pt x="54" y="195"/>
                  </a:lnTo>
                  <a:lnTo>
                    <a:pt x="56" y="225"/>
                  </a:lnTo>
                  <a:lnTo>
                    <a:pt x="64" y="255"/>
                  </a:lnTo>
                  <a:lnTo>
                    <a:pt x="62" y="265"/>
                  </a:lnTo>
                  <a:lnTo>
                    <a:pt x="46" y="292"/>
                  </a:lnTo>
                  <a:lnTo>
                    <a:pt x="38" y="308"/>
                  </a:lnTo>
                  <a:lnTo>
                    <a:pt x="32" y="332"/>
                  </a:lnTo>
                  <a:lnTo>
                    <a:pt x="32" y="332"/>
                  </a:lnTo>
                  <a:lnTo>
                    <a:pt x="26" y="346"/>
                  </a:lnTo>
                  <a:lnTo>
                    <a:pt x="26" y="346"/>
                  </a:lnTo>
                  <a:lnTo>
                    <a:pt x="22" y="360"/>
                  </a:lnTo>
                  <a:lnTo>
                    <a:pt x="0" y="382"/>
                  </a:lnTo>
                  <a:lnTo>
                    <a:pt x="0" y="382"/>
                  </a:lnTo>
                  <a:lnTo>
                    <a:pt x="8" y="390"/>
                  </a:lnTo>
                  <a:lnTo>
                    <a:pt x="6" y="424"/>
                  </a:lnTo>
                  <a:lnTo>
                    <a:pt x="6" y="424"/>
                  </a:lnTo>
                  <a:lnTo>
                    <a:pt x="8" y="436"/>
                  </a:lnTo>
                  <a:lnTo>
                    <a:pt x="8" y="436"/>
                  </a:lnTo>
                  <a:lnTo>
                    <a:pt x="8" y="448"/>
                  </a:lnTo>
                  <a:lnTo>
                    <a:pt x="10" y="466"/>
                  </a:lnTo>
                  <a:lnTo>
                    <a:pt x="0" y="502"/>
                  </a:lnTo>
                  <a:lnTo>
                    <a:pt x="10" y="535"/>
                  </a:lnTo>
                  <a:lnTo>
                    <a:pt x="10" y="535"/>
                  </a:lnTo>
                  <a:lnTo>
                    <a:pt x="12" y="541"/>
                  </a:lnTo>
                  <a:lnTo>
                    <a:pt x="12" y="541"/>
                  </a:lnTo>
                  <a:lnTo>
                    <a:pt x="20" y="549"/>
                  </a:lnTo>
                  <a:lnTo>
                    <a:pt x="20" y="549"/>
                  </a:lnTo>
                  <a:lnTo>
                    <a:pt x="22" y="545"/>
                  </a:lnTo>
                  <a:lnTo>
                    <a:pt x="26" y="541"/>
                  </a:lnTo>
                  <a:lnTo>
                    <a:pt x="36" y="549"/>
                  </a:lnTo>
                  <a:lnTo>
                    <a:pt x="40" y="547"/>
                  </a:lnTo>
                  <a:lnTo>
                    <a:pt x="48" y="551"/>
                  </a:lnTo>
                  <a:lnTo>
                    <a:pt x="48" y="549"/>
                  </a:lnTo>
                  <a:lnTo>
                    <a:pt x="54" y="545"/>
                  </a:lnTo>
                  <a:lnTo>
                    <a:pt x="74" y="551"/>
                  </a:lnTo>
                  <a:lnTo>
                    <a:pt x="74" y="551"/>
                  </a:lnTo>
                  <a:lnTo>
                    <a:pt x="72" y="559"/>
                  </a:lnTo>
                  <a:lnTo>
                    <a:pt x="72" y="559"/>
                  </a:lnTo>
                  <a:lnTo>
                    <a:pt x="78" y="567"/>
                  </a:lnTo>
                  <a:lnTo>
                    <a:pt x="78" y="567"/>
                  </a:lnTo>
                  <a:lnTo>
                    <a:pt x="82" y="567"/>
                  </a:lnTo>
                  <a:lnTo>
                    <a:pt x="85" y="569"/>
                  </a:lnTo>
                  <a:lnTo>
                    <a:pt x="95" y="565"/>
                  </a:lnTo>
                  <a:lnTo>
                    <a:pt x="105" y="571"/>
                  </a:lnTo>
                  <a:lnTo>
                    <a:pt x="133" y="563"/>
                  </a:lnTo>
                  <a:lnTo>
                    <a:pt x="133" y="569"/>
                  </a:lnTo>
                  <a:lnTo>
                    <a:pt x="145" y="573"/>
                  </a:lnTo>
                  <a:lnTo>
                    <a:pt x="153" y="559"/>
                  </a:lnTo>
                  <a:lnTo>
                    <a:pt x="169" y="563"/>
                  </a:lnTo>
                  <a:lnTo>
                    <a:pt x="169" y="577"/>
                  </a:lnTo>
                  <a:lnTo>
                    <a:pt x="177" y="583"/>
                  </a:lnTo>
                  <a:lnTo>
                    <a:pt x="181" y="577"/>
                  </a:lnTo>
                  <a:lnTo>
                    <a:pt x="195" y="587"/>
                  </a:lnTo>
                  <a:lnTo>
                    <a:pt x="207" y="585"/>
                  </a:lnTo>
                  <a:lnTo>
                    <a:pt x="215" y="577"/>
                  </a:lnTo>
                  <a:lnTo>
                    <a:pt x="219" y="577"/>
                  </a:lnTo>
                  <a:lnTo>
                    <a:pt x="237" y="583"/>
                  </a:lnTo>
                  <a:lnTo>
                    <a:pt x="253" y="583"/>
                  </a:lnTo>
                  <a:lnTo>
                    <a:pt x="253" y="583"/>
                  </a:lnTo>
                  <a:lnTo>
                    <a:pt x="265" y="569"/>
                  </a:lnTo>
                  <a:lnTo>
                    <a:pt x="274" y="567"/>
                  </a:lnTo>
                  <a:lnTo>
                    <a:pt x="278" y="563"/>
                  </a:lnTo>
                  <a:lnTo>
                    <a:pt x="282" y="555"/>
                  </a:lnTo>
                  <a:lnTo>
                    <a:pt x="284" y="547"/>
                  </a:lnTo>
                  <a:lnTo>
                    <a:pt x="288" y="545"/>
                  </a:lnTo>
                  <a:lnTo>
                    <a:pt x="296" y="531"/>
                  </a:lnTo>
                  <a:lnTo>
                    <a:pt x="320" y="524"/>
                  </a:lnTo>
                  <a:lnTo>
                    <a:pt x="316" y="516"/>
                  </a:lnTo>
                  <a:lnTo>
                    <a:pt x="328" y="512"/>
                  </a:lnTo>
                  <a:lnTo>
                    <a:pt x="332" y="516"/>
                  </a:lnTo>
                  <a:lnTo>
                    <a:pt x="352" y="510"/>
                  </a:lnTo>
                  <a:lnTo>
                    <a:pt x="366" y="510"/>
                  </a:lnTo>
                  <a:lnTo>
                    <a:pt x="374" y="512"/>
                  </a:lnTo>
                  <a:lnTo>
                    <a:pt x="384" y="512"/>
                  </a:lnTo>
                  <a:lnTo>
                    <a:pt x="406" y="508"/>
                  </a:lnTo>
                  <a:lnTo>
                    <a:pt x="406" y="498"/>
                  </a:lnTo>
                  <a:lnTo>
                    <a:pt x="420" y="486"/>
                  </a:lnTo>
                  <a:lnTo>
                    <a:pt x="424" y="476"/>
                  </a:lnTo>
                  <a:lnTo>
                    <a:pt x="428" y="476"/>
                  </a:lnTo>
                  <a:lnTo>
                    <a:pt x="440" y="488"/>
                  </a:lnTo>
                  <a:lnTo>
                    <a:pt x="446" y="484"/>
                  </a:lnTo>
                  <a:lnTo>
                    <a:pt x="450" y="474"/>
                  </a:lnTo>
                  <a:lnTo>
                    <a:pt x="454" y="470"/>
                  </a:lnTo>
                  <a:lnTo>
                    <a:pt x="458" y="462"/>
                  </a:lnTo>
                  <a:lnTo>
                    <a:pt x="466" y="456"/>
                  </a:lnTo>
                  <a:lnTo>
                    <a:pt x="469" y="452"/>
                  </a:lnTo>
                  <a:lnTo>
                    <a:pt x="481" y="446"/>
                  </a:lnTo>
                  <a:lnTo>
                    <a:pt x="491" y="442"/>
                  </a:lnTo>
                  <a:lnTo>
                    <a:pt x="493" y="436"/>
                  </a:lnTo>
                  <a:lnTo>
                    <a:pt x="491" y="434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15" name="Freeform 37">
              <a:extLst>
                <a:ext uri="{FF2B5EF4-FFF2-40B4-BE49-F238E27FC236}">
                  <a16:creationId xmlns:a16="http://schemas.microsoft.com/office/drawing/2014/main" id="{928A8434-B0DC-B5DE-1780-4754785B2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075" y="4184650"/>
              <a:ext cx="1914525" cy="1157288"/>
            </a:xfrm>
            <a:custGeom>
              <a:avLst/>
              <a:gdLst>
                <a:gd name="T0" fmla="*/ 406 w 1206"/>
                <a:gd name="T1" fmla="*/ 658 h 729"/>
                <a:gd name="T2" fmla="*/ 426 w 1206"/>
                <a:gd name="T3" fmla="*/ 594 h 729"/>
                <a:gd name="T4" fmla="*/ 446 w 1206"/>
                <a:gd name="T5" fmla="*/ 576 h 729"/>
                <a:gd name="T6" fmla="*/ 474 w 1206"/>
                <a:gd name="T7" fmla="*/ 568 h 729"/>
                <a:gd name="T8" fmla="*/ 492 w 1206"/>
                <a:gd name="T9" fmla="*/ 548 h 729"/>
                <a:gd name="T10" fmla="*/ 504 w 1206"/>
                <a:gd name="T11" fmla="*/ 554 h 729"/>
                <a:gd name="T12" fmla="*/ 515 w 1206"/>
                <a:gd name="T13" fmla="*/ 568 h 729"/>
                <a:gd name="T14" fmla="*/ 531 w 1206"/>
                <a:gd name="T15" fmla="*/ 570 h 729"/>
                <a:gd name="T16" fmla="*/ 555 w 1206"/>
                <a:gd name="T17" fmla="*/ 558 h 729"/>
                <a:gd name="T18" fmla="*/ 587 w 1206"/>
                <a:gd name="T19" fmla="*/ 528 h 729"/>
                <a:gd name="T20" fmla="*/ 599 w 1206"/>
                <a:gd name="T21" fmla="*/ 532 h 729"/>
                <a:gd name="T22" fmla="*/ 633 w 1206"/>
                <a:gd name="T23" fmla="*/ 540 h 729"/>
                <a:gd name="T24" fmla="*/ 653 w 1206"/>
                <a:gd name="T25" fmla="*/ 536 h 729"/>
                <a:gd name="T26" fmla="*/ 683 w 1206"/>
                <a:gd name="T27" fmla="*/ 520 h 729"/>
                <a:gd name="T28" fmla="*/ 706 w 1206"/>
                <a:gd name="T29" fmla="*/ 504 h 729"/>
                <a:gd name="T30" fmla="*/ 720 w 1206"/>
                <a:gd name="T31" fmla="*/ 512 h 729"/>
                <a:gd name="T32" fmla="*/ 752 w 1206"/>
                <a:gd name="T33" fmla="*/ 528 h 729"/>
                <a:gd name="T34" fmla="*/ 810 w 1206"/>
                <a:gd name="T35" fmla="*/ 534 h 729"/>
                <a:gd name="T36" fmla="*/ 836 w 1206"/>
                <a:gd name="T37" fmla="*/ 512 h 729"/>
                <a:gd name="T38" fmla="*/ 903 w 1206"/>
                <a:gd name="T39" fmla="*/ 480 h 729"/>
                <a:gd name="T40" fmla="*/ 937 w 1206"/>
                <a:gd name="T41" fmla="*/ 484 h 729"/>
                <a:gd name="T42" fmla="*/ 969 w 1206"/>
                <a:gd name="T43" fmla="*/ 500 h 729"/>
                <a:gd name="T44" fmla="*/ 987 w 1206"/>
                <a:gd name="T45" fmla="*/ 542 h 729"/>
                <a:gd name="T46" fmla="*/ 997 w 1206"/>
                <a:gd name="T47" fmla="*/ 542 h 729"/>
                <a:gd name="T48" fmla="*/ 1021 w 1206"/>
                <a:gd name="T49" fmla="*/ 558 h 729"/>
                <a:gd name="T50" fmla="*/ 1079 w 1206"/>
                <a:gd name="T51" fmla="*/ 564 h 729"/>
                <a:gd name="T52" fmla="*/ 1134 w 1206"/>
                <a:gd name="T53" fmla="*/ 544 h 729"/>
                <a:gd name="T54" fmla="*/ 1174 w 1206"/>
                <a:gd name="T55" fmla="*/ 522 h 729"/>
                <a:gd name="T56" fmla="*/ 1174 w 1206"/>
                <a:gd name="T57" fmla="*/ 512 h 729"/>
                <a:gd name="T58" fmla="*/ 1198 w 1206"/>
                <a:gd name="T59" fmla="*/ 484 h 729"/>
                <a:gd name="T60" fmla="*/ 1206 w 1206"/>
                <a:gd name="T61" fmla="*/ 420 h 729"/>
                <a:gd name="T62" fmla="*/ 1150 w 1206"/>
                <a:gd name="T63" fmla="*/ 373 h 729"/>
                <a:gd name="T64" fmla="*/ 1116 w 1206"/>
                <a:gd name="T65" fmla="*/ 327 h 729"/>
                <a:gd name="T66" fmla="*/ 1108 w 1206"/>
                <a:gd name="T67" fmla="*/ 279 h 729"/>
                <a:gd name="T68" fmla="*/ 1079 w 1206"/>
                <a:gd name="T69" fmla="*/ 241 h 729"/>
                <a:gd name="T70" fmla="*/ 1039 w 1206"/>
                <a:gd name="T71" fmla="*/ 185 h 729"/>
                <a:gd name="T72" fmla="*/ 981 w 1206"/>
                <a:gd name="T73" fmla="*/ 134 h 729"/>
                <a:gd name="T74" fmla="*/ 832 w 1206"/>
                <a:gd name="T75" fmla="*/ 231 h 729"/>
                <a:gd name="T76" fmla="*/ 667 w 1206"/>
                <a:gd name="T77" fmla="*/ 209 h 729"/>
                <a:gd name="T78" fmla="*/ 551 w 1206"/>
                <a:gd name="T79" fmla="*/ 291 h 729"/>
                <a:gd name="T80" fmla="*/ 551 w 1206"/>
                <a:gd name="T81" fmla="*/ 132 h 729"/>
                <a:gd name="T82" fmla="*/ 541 w 1206"/>
                <a:gd name="T83" fmla="*/ 70 h 729"/>
                <a:gd name="T84" fmla="*/ 438 w 1206"/>
                <a:gd name="T85" fmla="*/ 14 h 729"/>
                <a:gd name="T86" fmla="*/ 374 w 1206"/>
                <a:gd name="T87" fmla="*/ 161 h 729"/>
                <a:gd name="T88" fmla="*/ 257 w 1206"/>
                <a:gd name="T89" fmla="*/ 257 h 729"/>
                <a:gd name="T90" fmla="*/ 110 w 1206"/>
                <a:gd name="T91" fmla="*/ 223 h 729"/>
                <a:gd name="T92" fmla="*/ 46 w 1206"/>
                <a:gd name="T93" fmla="*/ 271 h 729"/>
                <a:gd name="T94" fmla="*/ 0 w 1206"/>
                <a:gd name="T95" fmla="*/ 403 h 729"/>
                <a:gd name="T96" fmla="*/ 72 w 1206"/>
                <a:gd name="T97" fmla="*/ 588 h 729"/>
                <a:gd name="T98" fmla="*/ 68 w 1206"/>
                <a:gd name="T99" fmla="*/ 695 h 729"/>
                <a:gd name="T100" fmla="*/ 191 w 1206"/>
                <a:gd name="T101" fmla="*/ 729 h 729"/>
                <a:gd name="T102" fmla="*/ 249 w 1206"/>
                <a:gd name="T103" fmla="*/ 717 h 729"/>
                <a:gd name="T104" fmla="*/ 307 w 1206"/>
                <a:gd name="T105" fmla="*/ 695 h 729"/>
                <a:gd name="T106" fmla="*/ 368 w 1206"/>
                <a:gd name="T107" fmla="*/ 703 h 729"/>
                <a:gd name="T108" fmla="*/ 386 w 1206"/>
                <a:gd name="T109" fmla="*/ 679 h 7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06" h="729">
                  <a:moveTo>
                    <a:pt x="386" y="679"/>
                  </a:moveTo>
                  <a:lnTo>
                    <a:pt x="396" y="674"/>
                  </a:lnTo>
                  <a:lnTo>
                    <a:pt x="406" y="658"/>
                  </a:lnTo>
                  <a:lnTo>
                    <a:pt x="416" y="636"/>
                  </a:lnTo>
                  <a:lnTo>
                    <a:pt x="416" y="598"/>
                  </a:lnTo>
                  <a:lnTo>
                    <a:pt x="426" y="594"/>
                  </a:lnTo>
                  <a:lnTo>
                    <a:pt x="436" y="594"/>
                  </a:lnTo>
                  <a:lnTo>
                    <a:pt x="446" y="590"/>
                  </a:lnTo>
                  <a:lnTo>
                    <a:pt x="446" y="576"/>
                  </a:lnTo>
                  <a:lnTo>
                    <a:pt x="454" y="572"/>
                  </a:lnTo>
                  <a:lnTo>
                    <a:pt x="458" y="562"/>
                  </a:lnTo>
                  <a:lnTo>
                    <a:pt x="474" y="568"/>
                  </a:lnTo>
                  <a:lnTo>
                    <a:pt x="482" y="564"/>
                  </a:lnTo>
                  <a:lnTo>
                    <a:pt x="488" y="548"/>
                  </a:lnTo>
                  <a:lnTo>
                    <a:pt x="492" y="548"/>
                  </a:lnTo>
                  <a:lnTo>
                    <a:pt x="496" y="556"/>
                  </a:lnTo>
                  <a:lnTo>
                    <a:pt x="496" y="556"/>
                  </a:lnTo>
                  <a:lnTo>
                    <a:pt x="504" y="554"/>
                  </a:lnTo>
                  <a:lnTo>
                    <a:pt x="504" y="554"/>
                  </a:lnTo>
                  <a:lnTo>
                    <a:pt x="515" y="568"/>
                  </a:lnTo>
                  <a:lnTo>
                    <a:pt x="515" y="568"/>
                  </a:lnTo>
                  <a:lnTo>
                    <a:pt x="517" y="576"/>
                  </a:lnTo>
                  <a:lnTo>
                    <a:pt x="521" y="582"/>
                  </a:lnTo>
                  <a:lnTo>
                    <a:pt x="531" y="570"/>
                  </a:lnTo>
                  <a:lnTo>
                    <a:pt x="537" y="560"/>
                  </a:lnTo>
                  <a:lnTo>
                    <a:pt x="547" y="552"/>
                  </a:lnTo>
                  <a:lnTo>
                    <a:pt x="555" y="558"/>
                  </a:lnTo>
                  <a:lnTo>
                    <a:pt x="563" y="546"/>
                  </a:lnTo>
                  <a:lnTo>
                    <a:pt x="569" y="538"/>
                  </a:lnTo>
                  <a:lnTo>
                    <a:pt x="587" y="528"/>
                  </a:lnTo>
                  <a:lnTo>
                    <a:pt x="595" y="522"/>
                  </a:lnTo>
                  <a:lnTo>
                    <a:pt x="601" y="524"/>
                  </a:lnTo>
                  <a:lnTo>
                    <a:pt x="599" y="532"/>
                  </a:lnTo>
                  <a:lnTo>
                    <a:pt x="605" y="546"/>
                  </a:lnTo>
                  <a:lnTo>
                    <a:pt x="611" y="548"/>
                  </a:lnTo>
                  <a:lnTo>
                    <a:pt x="633" y="540"/>
                  </a:lnTo>
                  <a:lnTo>
                    <a:pt x="641" y="534"/>
                  </a:lnTo>
                  <a:lnTo>
                    <a:pt x="641" y="534"/>
                  </a:lnTo>
                  <a:lnTo>
                    <a:pt x="653" y="536"/>
                  </a:lnTo>
                  <a:lnTo>
                    <a:pt x="653" y="536"/>
                  </a:lnTo>
                  <a:lnTo>
                    <a:pt x="665" y="530"/>
                  </a:lnTo>
                  <a:lnTo>
                    <a:pt x="683" y="520"/>
                  </a:lnTo>
                  <a:lnTo>
                    <a:pt x="691" y="510"/>
                  </a:lnTo>
                  <a:lnTo>
                    <a:pt x="706" y="504"/>
                  </a:lnTo>
                  <a:lnTo>
                    <a:pt x="706" y="504"/>
                  </a:lnTo>
                  <a:lnTo>
                    <a:pt x="712" y="510"/>
                  </a:lnTo>
                  <a:lnTo>
                    <a:pt x="712" y="510"/>
                  </a:lnTo>
                  <a:lnTo>
                    <a:pt x="720" y="512"/>
                  </a:lnTo>
                  <a:lnTo>
                    <a:pt x="720" y="512"/>
                  </a:lnTo>
                  <a:lnTo>
                    <a:pt x="736" y="510"/>
                  </a:lnTo>
                  <a:lnTo>
                    <a:pt x="752" y="528"/>
                  </a:lnTo>
                  <a:lnTo>
                    <a:pt x="774" y="526"/>
                  </a:lnTo>
                  <a:lnTo>
                    <a:pt x="786" y="544"/>
                  </a:lnTo>
                  <a:lnTo>
                    <a:pt x="810" y="534"/>
                  </a:lnTo>
                  <a:lnTo>
                    <a:pt x="816" y="522"/>
                  </a:lnTo>
                  <a:lnTo>
                    <a:pt x="820" y="516"/>
                  </a:lnTo>
                  <a:lnTo>
                    <a:pt x="836" y="512"/>
                  </a:lnTo>
                  <a:lnTo>
                    <a:pt x="852" y="502"/>
                  </a:lnTo>
                  <a:lnTo>
                    <a:pt x="878" y="492"/>
                  </a:lnTo>
                  <a:lnTo>
                    <a:pt x="903" y="480"/>
                  </a:lnTo>
                  <a:lnTo>
                    <a:pt x="913" y="476"/>
                  </a:lnTo>
                  <a:lnTo>
                    <a:pt x="929" y="472"/>
                  </a:lnTo>
                  <a:lnTo>
                    <a:pt x="937" y="484"/>
                  </a:lnTo>
                  <a:lnTo>
                    <a:pt x="943" y="482"/>
                  </a:lnTo>
                  <a:lnTo>
                    <a:pt x="967" y="488"/>
                  </a:lnTo>
                  <a:lnTo>
                    <a:pt x="969" y="500"/>
                  </a:lnTo>
                  <a:lnTo>
                    <a:pt x="979" y="524"/>
                  </a:lnTo>
                  <a:lnTo>
                    <a:pt x="981" y="536"/>
                  </a:lnTo>
                  <a:lnTo>
                    <a:pt x="987" y="542"/>
                  </a:lnTo>
                  <a:lnTo>
                    <a:pt x="987" y="542"/>
                  </a:lnTo>
                  <a:lnTo>
                    <a:pt x="997" y="542"/>
                  </a:lnTo>
                  <a:lnTo>
                    <a:pt x="997" y="542"/>
                  </a:lnTo>
                  <a:lnTo>
                    <a:pt x="1007" y="548"/>
                  </a:lnTo>
                  <a:lnTo>
                    <a:pt x="1019" y="548"/>
                  </a:lnTo>
                  <a:lnTo>
                    <a:pt x="1021" y="558"/>
                  </a:lnTo>
                  <a:lnTo>
                    <a:pt x="1049" y="572"/>
                  </a:lnTo>
                  <a:lnTo>
                    <a:pt x="1071" y="568"/>
                  </a:lnTo>
                  <a:lnTo>
                    <a:pt x="1079" y="564"/>
                  </a:lnTo>
                  <a:lnTo>
                    <a:pt x="1085" y="566"/>
                  </a:lnTo>
                  <a:lnTo>
                    <a:pt x="1102" y="556"/>
                  </a:lnTo>
                  <a:lnTo>
                    <a:pt x="1134" y="544"/>
                  </a:lnTo>
                  <a:lnTo>
                    <a:pt x="1158" y="538"/>
                  </a:lnTo>
                  <a:lnTo>
                    <a:pt x="1174" y="522"/>
                  </a:lnTo>
                  <a:lnTo>
                    <a:pt x="1174" y="522"/>
                  </a:lnTo>
                  <a:lnTo>
                    <a:pt x="1174" y="516"/>
                  </a:lnTo>
                  <a:lnTo>
                    <a:pt x="1174" y="514"/>
                  </a:lnTo>
                  <a:lnTo>
                    <a:pt x="1174" y="512"/>
                  </a:lnTo>
                  <a:lnTo>
                    <a:pt x="1174" y="512"/>
                  </a:lnTo>
                  <a:lnTo>
                    <a:pt x="1188" y="498"/>
                  </a:lnTo>
                  <a:lnTo>
                    <a:pt x="1198" y="484"/>
                  </a:lnTo>
                  <a:lnTo>
                    <a:pt x="1196" y="460"/>
                  </a:lnTo>
                  <a:lnTo>
                    <a:pt x="1196" y="446"/>
                  </a:lnTo>
                  <a:lnTo>
                    <a:pt x="1206" y="420"/>
                  </a:lnTo>
                  <a:lnTo>
                    <a:pt x="1204" y="413"/>
                  </a:lnTo>
                  <a:lnTo>
                    <a:pt x="1166" y="395"/>
                  </a:lnTo>
                  <a:lnTo>
                    <a:pt x="1150" y="373"/>
                  </a:lnTo>
                  <a:lnTo>
                    <a:pt x="1134" y="373"/>
                  </a:lnTo>
                  <a:lnTo>
                    <a:pt x="1116" y="327"/>
                  </a:lnTo>
                  <a:lnTo>
                    <a:pt x="1116" y="327"/>
                  </a:lnTo>
                  <a:lnTo>
                    <a:pt x="1112" y="319"/>
                  </a:lnTo>
                  <a:lnTo>
                    <a:pt x="1112" y="319"/>
                  </a:lnTo>
                  <a:lnTo>
                    <a:pt x="1108" y="279"/>
                  </a:lnTo>
                  <a:lnTo>
                    <a:pt x="1100" y="265"/>
                  </a:lnTo>
                  <a:lnTo>
                    <a:pt x="1085" y="253"/>
                  </a:lnTo>
                  <a:lnTo>
                    <a:pt x="1079" y="241"/>
                  </a:lnTo>
                  <a:lnTo>
                    <a:pt x="1067" y="233"/>
                  </a:lnTo>
                  <a:lnTo>
                    <a:pt x="1051" y="231"/>
                  </a:lnTo>
                  <a:lnTo>
                    <a:pt x="1039" y="185"/>
                  </a:lnTo>
                  <a:lnTo>
                    <a:pt x="1039" y="151"/>
                  </a:lnTo>
                  <a:lnTo>
                    <a:pt x="1039" y="151"/>
                  </a:lnTo>
                  <a:lnTo>
                    <a:pt x="981" y="134"/>
                  </a:lnTo>
                  <a:lnTo>
                    <a:pt x="925" y="140"/>
                  </a:lnTo>
                  <a:lnTo>
                    <a:pt x="864" y="215"/>
                  </a:lnTo>
                  <a:lnTo>
                    <a:pt x="832" y="231"/>
                  </a:lnTo>
                  <a:lnTo>
                    <a:pt x="750" y="219"/>
                  </a:lnTo>
                  <a:lnTo>
                    <a:pt x="708" y="201"/>
                  </a:lnTo>
                  <a:lnTo>
                    <a:pt x="667" y="209"/>
                  </a:lnTo>
                  <a:lnTo>
                    <a:pt x="635" y="273"/>
                  </a:lnTo>
                  <a:lnTo>
                    <a:pt x="585" y="315"/>
                  </a:lnTo>
                  <a:lnTo>
                    <a:pt x="551" y="291"/>
                  </a:lnTo>
                  <a:lnTo>
                    <a:pt x="523" y="241"/>
                  </a:lnTo>
                  <a:lnTo>
                    <a:pt x="551" y="132"/>
                  </a:lnTo>
                  <a:lnTo>
                    <a:pt x="551" y="132"/>
                  </a:lnTo>
                  <a:lnTo>
                    <a:pt x="547" y="102"/>
                  </a:lnTo>
                  <a:lnTo>
                    <a:pt x="543" y="82"/>
                  </a:lnTo>
                  <a:lnTo>
                    <a:pt x="541" y="70"/>
                  </a:lnTo>
                  <a:lnTo>
                    <a:pt x="541" y="70"/>
                  </a:lnTo>
                  <a:lnTo>
                    <a:pt x="488" y="0"/>
                  </a:lnTo>
                  <a:lnTo>
                    <a:pt x="438" y="14"/>
                  </a:lnTo>
                  <a:lnTo>
                    <a:pt x="402" y="58"/>
                  </a:lnTo>
                  <a:lnTo>
                    <a:pt x="412" y="120"/>
                  </a:lnTo>
                  <a:lnTo>
                    <a:pt x="374" y="161"/>
                  </a:lnTo>
                  <a:lnTo>
                    <a:pt x="338" y="171"/>
                  </a:lnTo>
                  <a:lnTo>
                    <a:pt x="313" y="201"/>
                  </a:lnTo>
                  <a:lnTo>
                    <a:pt x="257" y="257"/>
                  </a:lnTo>
                  <a:lnTo>
                    <a:pt x="223" y="273"/>
                  </a:lnTo>
                  <a:lnTo>
                    <a:pt x="157" y="249"/>
                  </a:lnTo>
                  <a:lnTo>
                    <a:pt x="110" y="223"/>
                  </a:lnTo>
                  <a:lnTo>
                    <a:pt x="64" y="249"/>
                  </a:lnTo>
                  <a:lnTo>
                    <a:pt x="64" y="249"/>
                  </a:lnTo>
                  <a:lnTo>
                    <a:pt x="46" y="271"/>
                  </a:lnTo>
                  <a:lnTo>
                    <a:pt x="26" y="295"/>
                  </a:lnTo>
                  <a:lnTo>
                    <a:pt x="26" y="295"/>
                  </a:lnTo>
                  <a:lnTo>
                    <a:pt x="0" y="403"/>
                  </a:lnTo>
                  <a:lnTo>
                    <a:pt x="6" y="458"/>
                  </a:lnTo>
                  <a:lnTo>
                    <a:pt x="36" y="532"/>
                  </a:lnTo>
                  <a:lnTo>
                    <a:pt x="72" y="588"/>
                  </a:lnTo>
                  <a:lnTo>
                    <a:pt x="66" y="626"/>
                  </a:lnTo>
                  <a:lnTo>
                    <a:pt x="36" y="666"/>
                  </a:lnTo>
                  <a:lnTo>
                    <a:pt x="68" y="695"/>
                  </a:lnTo>
                  <a:lnTo>
                    <a:pt x="68" y="695"/>
                  </a:lnTo>
                  <a:lnTo>
                    <a:pt x="130" y="713"/>
                  </a:lnTo>
                  <a:lnTo>
                    <a:pt x="191" y="729"/>
                  </a:lnTo>
                  <a:lnTo>
                    <a:pt x="191" y="729"/>
                  </a:lnTo>
                  <a:lnTo>
                    <a:pt x="249" y="717"/>
                  </a:lnTo>
                  <a:lnTo>
                    <a:pt x="249" y="717"/>
                  </a:lnTo>
                  <a:lnTo>
                    <a:pt x="277" y="707"/>
                  </a:lnTo>
                  <a:lnTo>
                    <a:pt x="307" y="695"/>
                  </a:lnTo>
                  <a:lnTo>
                    <a:pt x="307" y="695"/>
                  </a:lnTo>
                  <a:lnTo>
                    <a:pt x="319" y="695"/>
                  </a:lnTo>
                  <a:lnTo>
                    <a:pt x="340" y="699"/>
                  </a:lnTo>
                  <a:lnTo>
                    <a:pt x="368" y="703"/>
                  </a:lnTo>
                  <a:lnTo>
                    <a:pt x="372" y="707"/>
                  </a:lnTo>
                  <a:lnTo>
                    <a:pt x="372" y="707"/>
                  </a:lnTo>
                  <a:lnTo>
                    <a:pt x="386" y="679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16" name="Freeform 38">
              <a:extLst>
                <a:ext uri="{FF2B5EF4-FFF2-40B4-BE49-F238E27FC236}">
                  <a16:creationId xmlns:a16="http://schemas.microsoft.com/office/drawing/2014/main" id="{0C9E057D-2819-F075-6200-05FBB67ED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3750" y="4933950"/>
              <a:ext cx="1084262" cy="1098550"/>
            </a:xfrm>
            <a:custGeom>
              <a:avLst/>
              <a:gdLst>
                <a:gd name="T0" fmla="*/ 436 w 683"/>
                <a:gd name="T1" fmla="*/ 445 h 692"/>
                <a:gd name="T2" fmla="*/ 414 w 683"/>
                <a:gd name="T3" fmla="*/ 395 h 692"/>
                <a:gd name="T4" fmla="*/ 362 w 683"/>
                <a:gd name="T5" fmla="*/ 327 h 692"/>
                <a:gd name="T6" fmla="*/ 329 w 683"/>
                <a:gd name="T7" fmla="*/ 323 h 692"/>
                <a:gd name="T8" fmla="*/ 350 w 683"/>
                <a:gd name="T9" fmla="*/ 281 h 692"/>
                <a:gd name="T10" fmla="*/ 402 w 683"/>
                <a:gd name="T11" fmla="*/ 265 h 692"/>
                <a:gd name="T12" fmla="*/ 442 w 683"/>
                <a:gd name="T13" fmla="*/ 235 h 692"/>
                <a:gd name="T14" fmla="*/ 452 w 683"/>
                <a:gd name="T15" fmla="*/ 225 h 692"/>
                <a:gd name="T16" fmla="*/ 492 w 683"/>
                <a:gd name="T17" fmla="*/ 231 h 692"/>
                <a:gd name="T18" fmla="*/ 528 w 683"/>
                <a:gd name="T19" fmla="*/ 225 h 692"/>
                <a:gd name="T20" fmla="*/ 571 w 683"/>
                <a:gd name="T21" fmla="*/ 213 h 692"/>
                <a:gd name="T22" fmla="*/ 601 w 683"/>
                <a:gd name="T23" fmla="*/ 192 h 692"/>
                <a:gd name="T24" fmla="*/ 677 w 683"/>
                <a:gd name="T25" fmla="*/ 118 h 692"/>
                <a:gd name="T26" fmla="*/ 659 w 683"/>
                <a:gd name="T27" fmla="*/ 86 h 692"/>
                <a:gd name="T28" fmla="*/ 645 w 683"/>
                <a:gd name="T29" fmla="*/ 76 h 692"/>
                <a:gd name="T30" fmla="*/ 625 w 683"/>
                <a:gd name="T31" fmla="*/ 70 h 692"/>
                <a:gd name="T32" fmla="*/ 607 w 683"/>
                <a:gd name="T33" fmla="*/ 28 h 692"/>
                <a:gd name="T34" fmla="*/ 575 w 683"/>
                <a:gd name="T35" fmla="*/ 12 h 692"/>
                <a:gd name="T36" fmla="*/ 541 w 683"/>
                <a:gd name="T37" fmla="*/ 8 h 692"/>
                <a:gd name="T38" fmla="*/ 474 w 683"/>
                <a:gd name="T39" fmla="*/ 40 h 692"/>
                <a:gd name="T40" fmla="*/ 448 w 683"/>
                <a:gd name="T41" fmla="*/ 62 h 692"/>
                <a:gd name="T42" fmla="*/ 390 w 683"/>
                <a:gd name="T43" fmla="*/ 56 h 692"/>
                <a:gd name="T44" fmla="*/ 358 w 683"/>
                <a:gd name="T45" fmla="*/ 40 h 692"/>
                <a:gd name="T46" fmla="*/ 350 w 683"/>
                <a:gd name="T47" fmla="*/ 38 h 692"/>
                <a:gd name="T48" fmla="*/ 321 w 683"/>
                <a:gd name="T49" fmla="*/ 48 h 692"/>
                <a:gd name="T50" fmla="*/ 291 w 683"/>
                <a:gd name="T51" fmla="*/ 64 h 692"/>
                <a:gd name="T52" fmla="*/ 271 w 683"/>
                <a:gd name="T53" fmla="*/ 68 h 692"/>
                <a:gd name="T54" fmla="*/ 237 w 683"/>
                <a:gd name="T55" fmla="*/ 60 h 692"/>
                <a:gd name="T56" fmla="*/ 225 w 683"/>
                <a:gd name="T57" fmla="*/ 56 h 692"/>
                <a:gd name="T58" fmla="*/ 193 w 683"/>
                <a:gd name="T59" fmla="*/ 86 h 692"/>
                <a:gd name="T60" fmla="*/ 169 w 683"/>
                <a:gd name="T61" fmla="*/ 98 h 692"/>
                <a:gd name="T62" fmla="*/ 155 w 683"/>
                <a:gd name="T63" fmla="*/ 104 h 692"/>
                <a:gd name="T64" fmla="*/ 142 w 683"/>
                <a:gd name="T65" fmla="*/ 82 h 692"/>
                <a:gd name="T66" fmla="*/ 130 w 683"/>
                <a:gd name="T67" fmla="*/ 76 h 692"/>
                <a:gd name="T68" fmla="*/ 112 w 683"/>
                <a:gd name="T69" fmla="*/ 96 h 692"/>
                <a:gd name="T70" fmla="*/ 84 w 683"/>
                <a:gd name="T71" fmla="*/ 104 h 692"/>
                <a:gd name="T72" fmla="*/ 64 w 683"/>
                <a:gd name="T73" fmla="*/ 122 h 692"/>
                <a:gd name="T74" fmla="*/ 44 w 683"/>
                <a:gd name="T75" fmla="*/ 186 h 692"/>
                <a:gd name="T76" fmla="*/ 10 w 683"/>
                <a:gd name="T77" fmla="*/ 235 h 692"/>
                <a:gd name="T78" fmla="*/ 0 w 683"/>
                <a:gd name="T79" fmla="*/ 375 h 692"/>
                <a:gd name="T80" fmla="*/ 24 w 683"/>
                <a:gd name="T81" fmla="*/ 453 h 692"/>
                <a:gd name="T82" fmla="*/ 52 w 683"/>
                <a:gd name="T83" fmla="*/ 534 h 692"/>
                <a:gd name="T84" fmla="*/ 155 w 683"/>
                <a:gd name="T85" fmla="*/ 692 h 692"/>
                <a:gd name="T86" fmla="*/ 229 w 683"/>
                <a:gd name="T87" fmla="*/ 660 h 692"/>
                <a:gd name="T88" fmla="*/ 384 w 683"/>
                <a:gd name="T89" fmla="*/ 574 h 692"/>
                <a:gd name="T90" fmla="*/ 424 w 683"/>
                <a:gd name="T91" fmla="*/ 496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83" h="692">
                  <a:moveTo>
                    <a:pt x="424" y="496"/>
                  </a:moveTo>
                  <a:lnTo>
                    <a:pt x="430" y="472"/>
                  </a:lnTo>
                  <a:lnTo>
                    <a:pt x="436" y="445"/>
                  </a:lnTo>
                  <a:lnTo>
                    <a:pt x="432" y="421"/>
                  </a:lnTo>
                  <a:lnTo>
                    <a:pt x="418" y="405"/>
                  </a:lnTo>
                  <a:lnTo>
                    <a:pt x="414" y="395"/>
                  </a:lnTo>
                  <a:lnTo>
                    <a:pt x="402" y="377"/>
                  </a:lnTo>
                  <a:lnTo>
                    <a:pt x="396" y="353"/>
                  </a:lnTo>
                  <a:lnTo>
                    <a:pt x="362" y="327"/>
                  </a:lnTo>
                  <a:lnTo>
                    <a:pt x="339" y="327"/>
                  </a:lnTo>
                  <a:lnTo>
                    <a:pt x="329" y="323"/>
                  </a:lnTo>
                  <a:lnTo>
                    <a:pt x="329" y="323"/>
                  </a:lnTo>
                  <a:lnTo>
                    <a:pt x="339" y="307"/>
                  </a:lnTo>
                  <a:lnTo>
                    <a:pt x="339" y="307"/>
                  </a:lnTo>
                  <a:lnTo>
                    <a:pt x="350" y="281"/>
                  </a:lnTo>
                  <a:lnTo>
                    <a:pt x="366" y="275"/>
                  </a:lnTo>
                  <a:lnTo>
                    <a:pt x="384" y="263"/>
                  </a:lnTo>
                  <a:lnTo>
                    <a:pt x="402" y="265"/>
                  </a:lnTo>
                  <a:lnTo>
                    <a:pt x="412" y="251"/>
                  </a:lnTo>
                  <a:lnTo>
                    <a:pt x="422" y="241"/>
                  </a:lnTo>
                  <a:lnTo>
                    <a:pt x="442" y="235"/>
                  </a:lnTo>
                  <a:lnTo>
                    <a:pt x="442" y="235"/>
                  </a:lnTo>
                  <a:lnTo>
                    <a:pt x="452" y="225"/>
                  </a:lnTo>
                  <a:lnTo>
                    <a:pt x="452" y="225"/>
                  </a:lnTo>
                  <a:lnTo>
                    <a:pt x="462" y="221"/>
                  </a:lnTo>
                  <a:lnTo>
                    <a:pt x="474" y="223"/>
                  </a:lnTo>
                  <a:lnTo>
                    <a:pt x="492" y="231"/>
                  </a:lnTo>
                  <a:lnTo>
                    <a:pt x="510" y="227"/>
                  </a:lnTo>
                  <a:lnTo>
                    <a:pt x="522" y="225"/>
                  </a:lnTo>
                  <a:lnTo>
                    <a:pt x="528" y="225"/>
                  </a:lnTo>
                  <a:lnTo>
                    <a:pt x="543" y="217"/>
                  </a:lnTo>
                  <a:lnTo>
                    <a:pt x="561" y="211"/>
                  </a:lnTo>
                  <a:lnTo>
                    <a:pt x="571" y="213"/>
                  </a:lnTo>
                  <a:lnTo>
                    <a:pt x="587" y="205"/>
                  </a:lnTo>
                  <a:lnTo>
                    <a:pt x="589" y="198"/>
                  </a:lnTo>
                  <a:lnTo>
                    <a:pt x="601" y="192"/>
                  </a:lnTo>
                  <a:lnTo>
                    <a:pt x="611" y="186"/>
                  </a:lnTo>
                  <a:lnTo>
                    <a:pt x="655" y="146"/>
                  </a:lnTo>
                  <a:lnTo>
                    <a:pt x="677" y="118"/>
                  </a:lnTo>
                  <a:lnTo>
                    <a:pt x="683" y="100"/>
                  </a:lnTo>
                  <a:lnTo>
                    <a:pt x="683" y="100"/>
                  </a:lnTo>
                  <a:lnTo>
                    <a:pt x="659" y="86"/>
                  </a:lnTo>
                  <a:lnTo>
                    <a:pt x="657" y="76"/>
                  </a:lnTo>
                  <a:lnTo>
                    <a:pt x="645" y="76"/>
                  </a:lnTo>
                  <a:lnTo>
                    <a:pt x="645" y="76"/>
                  </a:lnTo>
                  <a:lnTo>
                    <a:pt x="635" y="70"/>
                  </a:lnTo>
                  <a:lnTo>
                    <a:pt x="635" y="70"/>
                  </a:lnTo>
                  <a:lnTo>
                    <a:pt x="625" y="70"/>
                  </a:lnTo>
                  <a:lnTo>
                    <a:pt x="619" y="64"/>
                  </a:lnTo>
                  <a:lnTo>
                    <a:pt x="617" y="52"/>
                  </a:lnTo>
                  <a:lnTo>
                    <a:pt x="607" y="28"/>
                  </a:lnTo>
                  <a:lnTo>
                    <a:pt x="605" y="16"/>
                  </a:lnTo>
                  <a:lnTo>
                    <a:pt x="581" y="10"/>
                  </a:lnTo>
                  <a:lnTo>
                    <a:pt x="575" y="12"/>
                  </a:lnTo>
                  <a:lnTo>
                    <a:pt x="567" y="0"/>
                  </a:lnTo>
                  <a:lnTo>
                    <a:pt x="551" y="4"/>
                  </a:lnTo>
                  <a:lnTo>
                    <a:pt x="541" y="8"/>
                  </a:lnTo>
                  <a:lnTo>
                    <a:pt x="516" y="20"/>
                  </a:lnTo>
                  <a:lnTo>
                    <a:pt x="490" y="30"/>
                  </a:lnTo>
                  <a:lnTo>
                    <a:pt x="474" y="40"/>
                  </a:lnTo>
                  <a:lnTo>
                    <a:pt x="458" y="44"/>
                  </a:lnTo>
                  <a:lnTo>
                    <a:pt x="454" y="50"/>
                  </a:lnTo>
                  <a:lnTo>
                    <a:pt x="448" y="62"/>
                  </a:lnTo>
                  <a:lnTo>
                    <a:pt x="424" y="72"/>
                  </a:lnTo>
                  <a:lnTo>
                    <a:pt x="412" y="54"/>
                  </a:lnTo>
                  <a:lnTo>
                    <a:pt x="390" y="56"/>
                  </a:lnTo>
                  <a:lnTo>
                    <a:pt x="374" y="38"/>
                  </a:lnTo>
                  <a:lnTo>
                    <a:pt x="374" y="38"/>
                  </a:lnTo>
                  <a:lnTo>
                    <a:pt x="358" y="40"/>
                  </a:lnTo>
                  <a:lnTo>
                    <a:pt x="358" y="40"/>
                  </a:lnTo>
                  <a:lnTo>
                    <a:pt x="350" y="38"/>
                  </a:lnTo>
                  <a:lnTo>
                    <a:pt x="350" y="38"/>
                  </a:lnTo>
                  <a:lnTo>
                    <a:pt x="344" y="32"/>
                  </a:lnTo>
                  <a:lnTo>
                    <a:pt x="329" y="38"/>
                  </a:lnTo>
                  <a:lnTo>
                    <a:pt x="321" y="48"/>
                  </a:lnTo>
                  <a:lnTo>
                    <a:pt x="303" y="58"/>
                  </a:lnTo>
                  <a:lnTo>
                    <a:pt x="303" y="58"/>
                  </a:lnTo>
                  <a:lnTo>
                    <a:pt x="291" y="64"/>
                  </a:lnTo>
                  <a:lnTo>
                    <a:pt x="291" y="64"/>
                  </a:lnTo>
                  <a:lnTo>
                    <a:pt x="279" y="62"/>
                  </a:lnTo>
                  <a:lnTo>
                    <a:pt x="271" y="68"/>
                  </a:lnTo>
                  <a:lnTo>
                    <a:pt x="249" y="76"/>
                  </a:lnTo>
                  <a:lnTo>
                    <a:pt x="243" y="74"/>
                  </a:lnTo>
                  <a:lnTo>
                    <a:pt x="237" y="60"/>
                  </a:lnTo>
                  <a:lnTo>
                    <a:pt x="239" y="52"/>
                  </a:lnTo>
                  <a:lnTo>
                    <a:pt x="233" y="50"/>
                  </a:lnTo>
                  <a:lnTo>
                    <a:pt x="225" y="56"/>
                  </a:lnTo>
                  <a:lnTo>
                    <a:pt x="207" y="66"/>
                  </a:lnTo>
                  <a:lnTo>
                    <a:pt x="201" y="74"/>
                  </a:lnTo>
                  <a:lnTo>
                    <a:pt x="193" y="86"/>
                  </a:lnTo>
                  <a:lnTo>
                    <a:pt x="185" y="80"/>
                  </a:lnTo>
                  <a:lnTo>
                    <a:pt x="175" y="88"/>
                  </a:lnTo>
                  <a:lnTo>
                    <a:pt x="169" y="98"/>
                  </a:lnTo>
                  <a:lnTo>
                    <a:pt x="159" y="110"/>
                  </a:lnTo>
                  <a:lnTo>
                    <a:pt x="155" y="104"/>
                  </a:lnTo>
                  <a:lnTo>
                    <a:pt x="155" y="104"/>
                  </a:lnTo>
                  <a:lnTo>
                    <a:pt x="153" y="96"/>
                  </a:lnTo>
                  <a:lnTo>
                    <a:pt x="153" y="96"/>
                  </a:lnTo>
                  <a:lnTo>
                    <a:pt x="142" y="82"/>
                  </a:lnTo>
                  <a:lnTo>
                    <a:pt x="142" y="82"/>
                  </a:lnTo>
                  <a:lnTo>
                    <a:pt x="134" y="84"/>
                  </a:lnTo>
                  <a:lnTo>
                    <a:pt x="130" y="76"/>
                  </a:lnTo>
                  <a:lnTo>
                    <a:pt x="126" y="76"/>
                  </a:lnTo>
                  <a:lnTo>
                    <a:pt x="120" y="92"/>
                  </a:lnTo>
                  <a:lnTo>
                    <a:pt x="112" y="96"/>
                  </a:lnTo>
                  <a:lnTo>
                    <a:pt x="96" y="90"/>
                  </a:lnTo>
                  <a:lnTo>
                    <a:pt x="92" y="100"/>
                  </a:lnTo>
                  <a:lnTo>
                    <a:pt x="84" y="104"/>
                  </a:lnTo>
                  <a:lnTo>
                    <a:pt x="84" y="118"/>
                  </a:lnTo>
                  <a:lnTo>
                    <a:pt x="74" y="122"/>
                  </a:lnTo>
                  <a:lnTo>
                    <a:pt x="64" y="122"/>
                  </a:lnTo>
                  <a:lnTo>
                    <a:pt x="54" y="126"/>
                  </a:lnTo>
                  <a:lnTo>
                    <a:pt x="54" y="164"/>
                  </a:lnTo>
                  <a:lnTo>
                    <a:pt x="44" y="186"/>
                  </a:lnTo>
                  <a:lnTo>
                    <a:pt x="34" y="202"/>
                  </a:lnTo>
                  <a:lnTo>
                    <a:pt x="24" y="207"/>
                  </a:lnTo>
                  <a:lnTo>
                    <a:pt x="10" y="235"/>
                  </a:lnTo>
                  <a:lnTo>
                    <a:pt x="34" y="269"/>
                  </a:lnTo>
                  <a:lnTo>
                    <a:pt x="18" y="319"/>
                  </a:lnTo>
                  <a:lnTo>
                    <a:pt x="0" y="375"/>
                  </a:lnTo>
                  <a:lnTo>
                    <a:pt x="2" y="417"/>
                  </a:lnTo>
                  <a:lnTo>
                    <a:pt x="2" y="417"/>
                  </a:lnTo>
                  <a:lnTo>
                    <a:pt x="24" y="453"/>
                  </a:lnTo>
                  <a:lnTo>
                    <a:pt x="24" y="453"/>
                  </a:lnTo>
                  <a:lnTo>
                    <a:pt x="40" y="474"/>
                  </a:lnTo>
                  <a:lnTo>
                    <a:pt x="52" y="534"/>
                  </a:lnTo>
                  <a:lnTo>
                    <a:pt x="60" y="566"/>
                  </a:lnTo>
                  <a:lnTo>
                    <a:pt x="96" y="632"/>
                  </a:lnTo>
                  <a:lnTo>
                    <a:pt x="155" y="692"/>
                  </a:lnTo>
                  <a:lnTo>
                    <a:pt x="179" y="684"/>
                  </a:lnTo>
                  <a:lnTo>
                    <a:pt x="201" y="680"/>
                  </a:lnTo>
                  <a:lnTo>
                    <a:pt x="229" y="660"/>
                  </a:lnTo>
                  <a:lnTo>
                    <a:pt x="261" y="636"/>
                  </a:lnTo>
                  <a:lnTo>
                    <a:pt x="317" y="608"/>
                  </a:lnTo>
                  <a:lnTo>
                    <a:pt x="384" y="574"/>
                  </a:lnTo>
                  <a:lnTo>
                    <a:pt x="438" y="556"/>
                  </a:lnTo>
                  <a:lnTo>
                    <a:pt x="426" y="522"/>
                  </a:lnTo>
                  <a:lnTo>
                    <a:pt x="424" y="49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17" name="Freeform 39">
              <a:extLst>
                <a:ext uri="{FF2B5EF4-FFF2-40B4-BE49-F238E27FC236}">
                  <a16:creationId xmlns:a16="http://schemas.microsoft.com/office/drawing/2014/main" id="{7E236A41-06A4-C0B5-927C-22E9FCDCA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6038" y="4984750"/>
              <a:ext cx="1893887" cy="1063625"/>
            </a:xfrm>
            <a:custGeom>
              <a:avLst/>
              <a:gdLst>
                <a:gd name="T0" fmla="*/ 1138 w 1193"/>
                <a:gd name="T1" fmla="*/ 0 h 670"/>
                <a:gd name="T2" fmla="*/ 1106 w 1193"/>
                <a:gd name="T3" fmla="*/ 6 h 670"/>
                <a:gd name="T4" fmla="*/ 1048 w 1193"/>
                <a:gd name="T5" fmla="*/ 6 h 670"/>
                <a:gd name="T6" fmla="*/ 986 w 1193"/>
                <a:gd name="T7" fmla="*/ 62 h 670"/>
                <a:gd name="T8" fmla="*/ 893 w 1193"/>
                <a:gd name="T9" fmla="*/ 60 h 670"/>
                <a:gd name="T10" fmla="*/ 849 w 1193"/>
                <a:gd name="T11" fmla="*/ 34 h 670"/>
                <a:gd name="T12" fmla="*/ 815 w 1193"/>
                <a:gd name="T13" fmla="*/ 72 h 670"/>
                <a:gd name="T14" fmla="*/ 770 w 1193"/>
                <a:gd name="T15" fmla="*/ 68 h 670"/>
                <a:gd name="T16" fmla="*/ 736 w 1193"/>
                <a:gd name="T17" fmla="*/ 42 h 670"/>
                <a:gd name="T18" fmla="*/ 694 w 1193"/>
                <a:gd name="T19" fmla="*/ 60 h 670"/>
                <a:gd name="T20" fmla="*/ 672 w 1193"/>
                <a:gd name="T21" fmla="*/ 74 h 670"/>
                <a:gd name="T22" fmla="*/ 658 w 1193"/>
                <a:gd name="T23" fmla="*/ 92 h 670"/>
                <a:gd name="T24" fmla="*/ 630 w 1193"/>
                <a:gd name="T25" fmla="*/ 108 h 670"/>
                <a:gd name="T26" fmla="*/ 596 w 1193"/>
                <a:gd name="T27" fmla="*/ 138 h 670"/>
                <a:gd name="T28" fmla="*/ 549 w 1193"/>
                <a:gd name="T29" fmla="*/ 130 h 670"/>
                <a:gd name="T30" fmla="*/ 489 w 1193"/>
                <a:gd name="T31" fmla="*/ 82 h 670"/>
                <a:gd name="T32" fmla="*/ 467 w 1193"/>
                <a:gd name="T33" fmla="*/ 34 h 670"/>
                <a:gd name="T34" fmla="*/ 394 w 1193"/>
                <a:gd name="T35" fmla="*/ 62 h 670"/>
                <a:gd name="T36" fmla="*/ 358 w 1193"/>
                <a:gd name="T37" fmla="*/ 68 h 670"/>
                <a:gd name="T38" fmla="*/ 326 w 1193"/>
                <a:gd name="T39" fmla="*/ 114 h 670"/>
                <a:gd name="T40" fmla="*/ 260 w 1193"/>
                <a:gd name="T41" fmla="*/ 166 h 670"/>
                <a:gd name="T42" fmla="*/ 232 w 1193"/>
                <a:gd name="T43" fmla="*/ 179 h 670"/>
                <a:gd name="T44" fmla="*/ 193 w 1193"/>
                <a:gd name="T45" fmla="*/ 193 h 670"/>
                <a:gd name="T46" fmla="*/ 145 w 1193"/>
                <a:gd name="T47" fmla="*/ 191 h 670"/>
                <a:gd name="T48" fmla="*/ 123 w 1193"/>
                <a:gd name="T49" fmla="*/ 193 h 670"/>
                <a:gd name="T50" fmla="*/ 93 w 1193"/>
                <a:gd name="T51" fmla="*/ 209 h 670"/>
                <a:gd name="T52" fmla="*/ 55 w 1193"/>
                <a:gd name="T53" fmla="*/ 231 h 670"/>
                <a:gd name="T54" fmla="*/ 21 w 1193"/>
                <a:gd name="T55" fmla="*/ 249 h 670"/>
                <a:gd name="T56" fmla="*/ 0 w 1193"/>
                <a:gd name="T57" fmla="*/ 291 h 670"/>
                <a:gd name="T58" fmla="*/ 67 w 1193"/>
                <a:gd name="T59" fmla="*/ 321 h 670"/>
                <a:gd name="T60" fmla="*/ 89 w 1193"/>
                <a:gd name="T61" fmla="*/ 373 h 670"/>
                <a:gd name="T62" fmla="*/ 101 w 1193"/>
                <a:gd name="T63" fmla="*/ 440 h 670"/>
                <a:gd name="T64" fmla="*/ 109 w 1193"/>
                <a:gd name="T65" fmla="*/ 524 h 670"/>
                <a:gd name="T66" fmla="*/ 175 w 1193"/>
                <a:gd name="T67" fmla="*/ 510 h 670"/>
                <a:gd name="T68" fmla="*/ 199 w 1193"/>
                <a:gd name="T69" fmla="*/ 514 h 670"/>
                <a:gd name="T70" fmla="*/ 230 w 1193"/>
                <a:gd name="T71" fmla="*/ 538 h 670"/>
                <a:gd name="T72" fmla="*/ 286 w 1193"/>
                <a:gd name="T73" fmla="*/ 606 h 670"/>
                <a:gd name="T74" fmla="*/ 425 w 1193"/>
                <a:gd name="T75" fmla="*/ 658 h 670"/>
                <a:gd name="T76" fmla="*/ 507 w 1193"/>
                <a:gd name="T77" fmla="*/ 634 h 670"/>
                <a:gd name="T78" fmla="*/ 634 w 1193"/>
                <a:gd name="T79" fmla="*/ 670 h 670"/>
                <a:gd name="T80" fmla="*/ 670 w 1193"/>
                <a:gd name="T81" fmla="*/ 662 h 670"/>
                <a:gd name="T82" fmla="*/ 700 w 1193"/>
                <a:gd name="T83" fmla="*/ 616 h 670"/>
                <a:gd name="T84" fmla="*/ 730 w 1193"/>
                <a:gd name="T85" fmla="*/ 560 h 670"/>
                <a:gd name="T86" fmla="*/ 799 w 1193"/>
                <a:gd name="T87" fmla="*/ 488 h 670"/>
                <a:gd name="T88" fmla="*/ 785 w 1193"/>
                <a:gd name="T89" fmla="*/ 421 h 670"/>
                <a:gd name="T90" fmla="*/ 791 w 1193"/>
                <a:gd name="T91" fmla="*/ 315 h 670"/>
                <a:gd name="T92" fmla="*/ 797 w 1193"/>
                <a:gd name="T93" fmla="*/ 303 h 670"/>
                <a:gd name="T94" fmla="*/ 827 w 1193"/>
                <a:gd name="T95" fmla="*/ 303 h 670"/>
                <a:gd name="T96" fmla="*/ 885 w 1193"/>
                <a:gd name="T97" fmla="*/ 231 h 670"/>
                <a:gd name="T98" fmla="*/ 889 w 1193"/>
                <a:gd name="T99" fmla="*/ 195 h 670"/>
                <a:gd name="T100" fmla="*/ 947 w 1193"/>
                <a:gd name="T101" fmla="*/ 120 h 670"/>
                <a:gd name="T102" fmla="*/ 1050 w 1193"/>
                <a:gd name="T103" fmla="*/ 112 h 670"/>
                <a:gd name="T104" fmla="*/ 1171 w 1193"/>
                <a:gd name="T105" fmla="*/ 66 h 670"/>
                <a:gd name="T106" fmla="*/ 1193 w 1193"/>
                <a:gd name="T107" fmla="*/ 3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93" h="670">
                  <a:moveTo>
                    <a:pt x="1187" y="20"/>
                  </a:moveTo>
                  <a:lnTo>
                    <a:pt x="1154" y="0"/>
                  </a:lnTo>
                  <a:lnTo>
                    <a:pt x="1138" y="0"/>
                  </a:lnTo>
                  <a:lnTo>
                    <a:pt x="1128" y="6"/>
                  </a:lnTo>
                  <a:lnTo>
                    <a:pt x="1128" y="6"/>
                  </a:lnTo>
                  <a:lnTo>
                    <a:pt x="1106" y="6"/>
                  </a:lnTo>
                  <a:lnTo>
                    <a:pt x="1106" y="6"/>
                  </a:lnTo>
                  <a:lnTo>
                    <a:pt x="1076" y="14"/>
                  </a:lnTo>
                  <a:lnTo>
                    <a:pt x="1048" y="6"/>
                  </a:lnTo>
                  <a:lnTo>
                    <a:pt x="1036" y="26"/>
                  </a:lnTo>
                  <a:lnTo>
                    <a:pt x="1014" y="44"/>
                  </a:lnTo>
                  <a:lnTo>
                    <a:pt x="986" y="62"/>
                  </a:lnTo>
                  <a:lnTo>
                    <a:pt x="965" y="68"/>
                  </a:lnTo>
                  <a:lnTo>
                    <a:pt x="953" y="62"/>
                  </a:lnTo>
                  <a:lnTo>
                    <a:pt x="893" y="60"/>
                  </a:lnTo>
                  <a:lnTo>
                    <a:pt x="859" y="34"/>
                  </a:lnTo>
                  <a:lnTo>
                    <a:pt x="849" y="34"/>
                  </a:lnTo>
                  <a:lnTo>
                    <a:pt x="849" y="34"/>
                  </a:lnTo>
                  <a:lnTo>
                    <a:pt x="823" y="56"/>
                  </a:lnTo>
                  <a:lnTo>
                    <a:pt x="823" y="56"/>
                  </a:lnTo>
                  <a:lnTo>
                    <a:pt x="815" y="72"/>
                  </a:lnTo>
                  <a:lnTo>
                    <a:pt x="797" y="74"/>
                  </a:lnTo>
                  <a:lnTo>
                    <a:pt x="776" y="60"/>
                  </a:lnTo>
                  <a:lnTo>
                    <a:pt x="770" y="68"/>
                  </a:lnTo>
                  <a:lnTo>
                    <a:pt x="758" y="66"/>
                  </a:lnTo>
                  <a:lnTo>
                    <a:pt x="750" y="52"/>
                  </a:lnTo>
                  <a:lnTo>
                    <a:pt x="736" y="42"/>
                  </a:lnTo>
                  <a:lnTo>
                    <a:pt x="720" y="44"/>
                  </a:lnTo>
                  <a:lnTo>
                    <a:pt x="704" y="52"/>
                  </a:lnTo>
                  <a:lnTo>
                    <a:pt x="694" y="60"/>
                  </a:lnTo>
                  <a:lnTo>
                    <a:pt x="686" y="58"/>
                  </a:lnTo>
                  <a:lnTo>
                    <a:pt x="672" y="64"/>
                  </a:lnTo>
                  <a:lnTo>
                    <a:pt x="672" y="74"/>
                  </a:lnTo>
                  <a:lnTo>
                    <a:pt x="666" y="80"/>
                  </a:lnTo>
                  <a:lnTo>
                    <a:pt x="658" y="84"/>
                  </a:lnTo>
                  <a:lnTo>
                    <a:pt x="658" y="92"/>
                  </a:lnTo>
                  <a:lnTo>
                    <a:pt x="648" y="96"/>
                  </a:lnTo>
                  <a:lnTo>
                    <a:pt x="642" y="104"/>
                  </a:lnTo>
                  <a:lnTo>
                    <a:pt x="630" y="108"/>
                  </a:lnTo>
                  <a:lnTo>
                    <a:pt x="622" y="116"/>
                  </a:lnTo>
                  <a:lnTo>
                    <a:pt x="614" y="120"/>
                  </a:lnTo>
                  <a:lnTo>
                    <a:pt x="596" y="138"/>
                  </a:lnTo>
                  <a:lnTo>
                    <a:pt x="583" y="144"/>
                  </a:lnTo>
                  <a:lnTo>
                    <a:pt x="561" y="134"/>
                  </a:lnTo>
                  <a:lnTo>
                    <a:pt x="549" y="130"/>
                  </a:lnTo>
                  <a:lnTo>
                    <a:pt x="523" y="102"/>
                  </a:lnTo>
                  <a:lnTo>
                    <a:pt x="491" y="90"/>
                  </a:lnTo>
                  <a:lnTo>
                    <a:pt x="489" y="82"/>
                  </a:lnTo>
                  <a:lnTo>
                    <a:pt x="481" y="70"/>
                  </a:lnTo>
                  <a:lnTo>
                    <a:pt x="479" y="62"/>
                  </a:lnTo>
                  <a:lnTo>
                    <a:pt x="467" y="34"/>
                  </a:lnTo>
                  <a:lnTo>
                    <a:pt x="443" y="40"/>
                  </a:lnTo>
                  <a:lnTo>
                    <a:pt x="411" y="52"/>
                  </a:lnTo>
                  <a:lnTo>
                    <a:pt x="394" y="62"/>
                  </a:lnTo>
                  <a:lnTo>
                    <a:pt x="388" y="60"/>
                  </a:lnTo>
                  <a:lnTo>
                    <a:pt x="380" y="64"/>
                  </a:lnTo>
                  <a:lnTo>
                    <a:pt x="358" y="68"/>
                  </a:lnTo>
                  <a:lnTo>
                    <a:pt x="354" y="68"/>
                  </a:lnTo>
                  <a:lnTo>
                    <a:pt x="348" y="86"/>
                  </a:lnTo>
                  <a:lnTo>
                    <a:pt x="326" y="114"/>
                  </a:lnTo>
                  <a:lnTo>
                    <a:pt x="282" y="154"/>
                  </a:lnTo>
                  <a:lnTo>
                    <a:pt x="272" y="160"/>
                  </a:lnTo>
                  <a:lnTo>
                    <a:pt x="260" y="166"/>
                  </a:lnTo>
                  <a:lnTo>
                    <a:pt x="258" y="173"/>
                  </a:lnTo>
                  <a:lnTo>
                    <a:pt x="242" y="181"/>
                  </a:lnTo>
                  <a:lnTo>
                    <a:pt x="232" y="179"/>
                  </a:lnTo>
                  <a:lnTo>
                    <a:pt x="214" y="185"/>
                  </a:lnTo>
                  <a:lnTo>
                    <a:pt x="199" y="193"/>
                  </a:lnTo>
                  <a:lnTo>
                    <a:pt x="193" y="193"/>
                  </a:lnTo>
                  <a:lnTo>
                    <a:pt x="181" y="195"/>
                  </a:lnTo>
                  <a:lnTo>
                    <a:pt x="163" y="199"/>
                  </a:lnTo>
                  <a:lnTo>
                    <a:pt x="145" y="191"/>
                  </a:lnTo>
                  <a:lnTo>
                    <a:pt x="133" y="189"/>
                  </a:lnTo>
                  <a:lnTo>
                    <a:pt x="133" y="189"/>
                  </a:lnTo>
                  <a:lnTo>
                    <a:pt x="123" y="193"/>
                  </a:lnTo>
                  <a:lnTo>
                    <a:pt x="123" y="193"/>
                  </a:lnTo>
                  <a:lnTo>
                    <a:pt x="113" y="203"/>
                  </a:lnTo>
                  <a:lnTo>
                    <a:pt x="93" y="209"/>
                  </a:lnTo>
                  <a:lnTo>
                    <a:pt x="83" y="219"/>
                  </a:lnTo>
                  <a:lnTo>
                    <a:pt x="73" y="233"/>
                  </a:lnTo>
                  <a:lnTo>
                    <a:pt x="55" y="231"/>
                  </a:lnTo>
                  <a:lnTo>
                    <a:pt x="37" y="243"/>
                  </a:lnTo>
                  <a:lnTo>
                    <a:pt x="21" y="249"/>
                  </a:lnTo>
                  <a:lnTo>
                    <a:pt x="21" y="249"/>
                  </a:lnTo>
                  <a:lnTo>
                    <a:pt x="10" y="275"/>
                  </a:lnTo>
                  <a:lnTo>
                    <a:pt x="10" y="275"/>
                  </a:lnTo>
                  <a:lnTo>
                    <a:pt x="0" y="291"/>
                  </a:lnTo>
                  <a:lnTo>
                    <a:pt x="10" y="295"/>
                  </a:lnTo>
                  <a:lnTo>
                    <a:pt x="33" y="295"/>
                  </a:lnTo>
                  <a:lnTo>
                    <a:pt x="67" y="321"/>
                  </a:lnTo>
                  <a:lnTo>
                    <a:pt x="73" y="345"/>
                  </a:lnTo>
                  <a:lnTo>
                    <a:pt x="85" y="363"/>
                  </a:lnTo>
                  <a:lnTo>
                    <a:pt x="89" y="373"/>
                  </a:lnTo>
                  <a:lnTo>
                    <a:pt x="103" y="389"/>
                  </a:lnTo>
                  <a:lnTo>
                    <a:pt x="107" y="413"/>
                  </a:lnTo>
                  <a:lnTo>
                    <a:pt x="101" y="440"/>
                  </a:lnTo>
                  <a:lnTo>
                    <a:pt x="95" y="464"/>
                  </a:lnTo>
                  <a:lnTo>
                    <a:pt x="97" y="490"/>
                  </a:lnTo>
                  <a:lnTo>
                    <a:pt x="109" y="524"/>
                  </a:lnTo>
                  <a:lnTo>
                    <a:pt x="149" y="514"/>
                  </a:lnTo>
                  <a:lnTo>
                    <a:pt x="149" y="514"/>
                  </a:lnTo>
                  <a:lnTo>
                    <a:pt x="175" y="510"/>
                  </a:lnTo>
                  <a:lnTo>
                    <a:pt x="175" y="510"/>
                  </a:lnTo>
                  <a:lnTo>
                    <a:pt x="199" y="514"/>
                  </a:lnTo>
                  <a:lnTo>
                    <a:pt x="199" y="514"/>
                  </a:lnTo>
                  <a:lnTo>
                    <a:pt x="222" y="524"/>
                  </a:lnTo>
                  <a:lnTo>
                    <a:pt x="222" y="524"/>
                  </a:lnTo>
                  <a:lnTo>
                    <a:pt x="230" y="538"/>
                  </a:lnTo>
                  <a:lnTo>
                    <a:pt x="248" y="572"/>
                  </a:lnTo>
                  <a:lnTo>
                    <a:pt x="258" y="588"/>
                  </a:lnTo>
                  <a:lnTo>
                    <a:pt x="286" y="606"/>
                  </a:lnTo>
                  <a:lnTo>
                    <a:pt x="350" y="634"/>
                  </a:lnTo>
                  <a:lnTo>
                    <a:pt x="372" y="642"/>
                  </a:lnTo>
                  <a:lnTo>
                    <a:pt x="425" y="658"/>
                  </a:lnTo>
                  <a:lnTo>
                    <a:pt x="477" y="660"/>
                  </a:lnTo>
                  <a:lnTo>
                    <a:pt x="499" y="642"/>
                  </a:lnTo>
                  <a:lnTo>
                    <a:pt x="507" y="634"/>
                  </a:lnTo>
                  <a:lnTo>
                    <a:pt x="533" y="618"/>
                  </a:lnTo>
                  <a:lnTo>
                    <a:pt x="563" y="616"/>
                  </a:lnTo>
                  <a:lnTo>
                    <a:pt x="634" y="670"/>
                  </a:lnTo>
                  <a:lnTo>
                    <a:pt x="634" y="670"/>
                  </a:lnTo>
                  <a:lnTo>
                    <a:pt x="644" y="666"/>
                  </a:lnTo>
                  <a:lnTo>
                    <a:pt x="670" y="662"/>
                  </a:lnTo>
                  <a:lnTo>
                    <a:pt x="668" y="632"/>
                  </a:lnTo>
                  <a:lnTo>
                    <a:pt x="670" y="624"/>
                  </a:lnTo>
                  <a:lnTo>
                    <a:pt x="700" y="616"/>
                  </a:lnTo>
                  <a:lnTo>
                    <a:pt x="726" y="606"/>
                  </a:lnTo>
                  <a:lnTo>
                    <a:pt x="744" y="586"/>
                  </a:lnTo>
                  <a:lnTo>
                    <a:pt x="730" y="560"/>
                  </a:lnTo>
                  <a:lnTo>
                    <a:pt x="736" y="540"/>
                  </a:lnTo>
                  <a:lnTo>
                    <a:pt x="766" y="500"/>
                  </a:lnTo>
                  <a:lnTo>
                    <a:pt x="799" y="488"/>
                  </a:lnTo>
                  <a:lnTo>
                    <a:pt x="811" y="480"/>
                  </a:lnTo>
                  <a:lnTo>
                    <a:pt x="807" y="440"/>
                  </a:lnTo>
                  <a:lnTo>
                    <a:pt x="785" y="421"/>
                  </a:lnTo>
                  <a:lnTo>
                    <a:pt x="783" y="397"/>
                  </a:lnTo>
                  <a:lnTo>
                    <a:pt x="787" y="363"/>
                  </a:lnTo>
                  <a:lnTo>
                    <a:pt x="791" y="315"/>
                  </a:lnTo>
                  <a:lnTo>
                    <a:pt x="791" y="315"/>
                  </a:lnTo>
                  <a:lnTo>
                    <a:pt x="793" y="311"/>
                  </a:lnTo>
                  <a:lnTo>
                    <a:pt x="797" y="303"/>
                  </a:lnTo>
                  <a:lnTo>
                    <a:pt x="797" y="303"/>
                  </a:lnTo>
                  <a:lnTo>
                    <a:pt x="813" y="303"/>
                  </a:lnTo>
                  <a:lnTo>
                    <a:pt x="827" y="303"/>
                  </a:lnTo>
                  <a:lnTo>
                    <a:pt x="845" y="303"/>
                  </a:lnTo>
                  <a:lnTo>
                    <a:pt x="867" y="279"/>
                  </a:lnTo>
                  <a:lnTo>
                    <a:pt x="885" y="231"/>
                  </a:lnTo>
                  <a:lnTo>
                    <a:pt x="885" y="231"/>
                  </a:lnTo>
                  <a:lnTo>
                    <a:pt x="887" y="215"/>
                  </a:lnTo>
                  <a:lnTo>
                    <a:pt x="889" y="195"/>
                  </a:lnTo>
                  <a:lnTo>
                    <a:pt x="889" y="195"/>
                  </a:lnTo>
                  <a:lnTo>
                    <a:pt x="911" y="158"/>
                  </a:lnTo>
                  <a:lnTo>
                    <a:pt x="947" y="120"/>
                  </a:lnTo>
                  <a:lnTo>
                    <a:pt x="988" y="120"/>
                  </a:lnTo>
                  <a:lnTo>
                    <a:pt x="1020" y="128"/>
                  </a:lnTo>
                  <a:lnTo>
                    <a:pt x="1050" y="112"/>
                  </a:lnTo>
                  <a:lnTo>
                    <a:pt x="1108" y="88"/>
                  </a:lnTo>
                  <a:lnTo>
                    <a:pt x="1171" y="66"/>
                  </a:lnTo>
                  <a:lnTo>
                    <a:pt x="1171" y="66"/>
                  </a:lnTo>
                  <a:lnTo>
                    <a:pt x="1181" y="50"/>
                  </a:lnTo>
                  <a:lnTo>
                    <a:pt x="1187" y="36"/>
                  </a:lnTo>
                  <a:lnTo>
                    <a:pt x="1193" y="30"/>
                  </a:lnTo>
                  <a:lnTo>
                    <a:pt x="1193" y="30"/>
                  </a:lnTo>
                  <a:lnTo>
                    <a:pt x="1187" y="2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18" name="Freeform 40">
              <a:extLst>
                <a:ext uri="{FF2B5EF4-FFF2-40B4-BE49-F238E27FC236}">
                  <a16:creationId xmlns:a16="http://schemas.microsoft.com/office/drawing/2014/main" id="{D392D214-A08A-18A0-2E60-D9B71898E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8488" y="4292600"/>
              <a:ext cx="1531937" cy="920750"/>
            </a:xfrm>
            <a:custGeom>
              <a:avLst/>
              <a:gdLst>
                <a:gd name="T0" fmla="*/ 949 w 965"/>
                <a:gd name="T1" fmla="*/ 360 h 580"/>
                <a:gd name="T2" fmla="*/ 911 w 965"/>
                <a:gd name="T3" fmla="*/ 319 h 580"/>
                <a:gd name="T4" fmla="*/ 839 w 965"/>
                <a:gd name="T5" fmla="*/ 231 h 580"/>
                <a:gd name="T6" fmla="*/ 810 w 965"/>
                <a:gd name="T7" fmla="*/ 193 h 580"/>
                <a:gd name="T8" fmla="*/ 798 w 965"/>
                <a:gd name="T9" fmla="*/ 187 h 580"/>
                <a:gd name="T10" fmla="*/ 754 w 965"/>
                <a:gd name="T11" fmla="*/ 209 h 580"/>
                <a:gd name="T12" fmla="*/ 714 w 965"/>
                <a:gd name="T13" fmla="*/ 277 h 580"/>
                <a:gd name="T14" fmla="*/ 589 w 965"/>
                <a:gd name="T15" fmla="*/ 265 h 580"/>
                <a:gd name="T16" fmla="*/ 605 w 965"/>
                <a:gd name="T17" fmla="*/ 169 h 580"/>
                <a:gd name="T18" fmla="*/ 619 w 965"/>
                <a:gd name="T19" fmla="*/ 64 h 580"/>
                <a:gd name="T20" fmla="*/ 636 w 965"/>
                <a:gd name="T21" fmla="*/ 20 h 580"/>
                <a:gd name="T22" fmla="*/ 597 w 965"/>
                <a:gd name="T23" fmla="*/ 0 h 580"/>
                <a:gd name="T24" fmla="*/ 535 w 965"/>
                <a:gd name="T25" fmla="*/ 16 h 580"/>
                <a:gd name="T26" fmla="*/ 410 w 965"/>
                <a:gd name="T27" fmla="*/ 38 h 580"/>
                <a:gd name="T28" fmla="*/ 380 w 965"/>
                <a:gd name="T29" fmla="*/ 52 h 580"/>
                <a:gd name="T30" fmla="*/ 304 w 965"/>
                <a:gd name="T31" fmla="*/ 101 h 580"/>
                <a:gd name="T32" fmla="*/ 334 w 965"/>
                <a:gd name="T33" fmla="*/ 185 h 580"/>
                <a:gd name="T34" fmla="*/ 264 w 965"/>
                <a:gd name="T35" fmla="*/ 191 h 580"/>
                <a:gd name="T36" fmla="*/ 155 w 965"/>
                <a:gd name="T37" fmla="*/ 97 h 580"/>
                <a:gd name="T38" fmla="*/ 0 w 965"/>
                <a:gd name="T39" fmla="*/ 83 h 580"/>
                <a:gd name="T40" fmla="*/ 28 w 965"/>
                <a:gd name="T41" fmla="*/ 165 h 580"/>
                <a:gd name="T42" fmla="*/ 61 w 965"/>
                <a:gd name="T43" fmla="*/ 197 h 580"/>
                <a:gd name="T44" fmla="*/ 73 w 965"/>
                <a:gd name="T45" fmla="*/ 251 h 580"/>
                <a:gd name="T46" fmla="*/ 95 w 965"/>
                <a:gd name="T47" fmla="*/ 305 h 580"/>
                <a:gd name="T48" fmla="*/ 165 w 965"/>
                <a:gd name="T49" fmla="*/ 345 h 580"/>
                <a:gd name="T50" fmla="*/ 157 w 965"/>
                <a:gd name="T51" fmla="*/ 392 h 580"/>
                <a:gd name="T52" fmla="*/ 149 w 965"/>
                <a:gd name="T53" fmla="*/ 430 h 580"/>
                <a:gd name="T54" fmla="*/ 135 w 965"/>
                <a:gd name="T55" fmla="*/ 446 h 580"/>
                <a:gd name="T56" fmla="*/ 119 w 965"/>
                <a:gd name="T57" fmla="*/ 470 h 580"/>
                <a:gd name="T58" fmla="*/ 141 w 965"/>
                <a:gd name="T59" fmla="*/ 518 h 580"/>
                <a:gd name="T60" fmla="*/ 201 w 965"/>
                <a:gd name="T61" fmla="*/ 566 h 580"/>
                <a:gd name="T62" fmla="*/ 248 w 965"/>
                <a:gd name="T63" fmla="*/ 574 h 580"/>
                <a:gd name="T64" fmla="*/ 282 w 965"/>
                <a:gd name="T65" fmla="*/ 544 h 580"/>
                <a:gd name="T66" fmla="*/ 310 w 965"/>
                <a:gd name="T67" fmla="*/ 528 h 580"/>
                <a:gd name="T68" fmla="*/ 324 w 965"/>
                <a:gd name="T69" fmla="*/ 510 h 580"/>
                <a:gd name="T70" fmla="*/ 346 w 965"/>
                <a:gd name="T71" fmla="*/ 496 h 580"/>
                <a:gd name="T72" fmla="*/ 388 w 965"/>
                <a:gd name="T73" fmla="*/ 478 h 580"/>
                <a:gd name="T74" fmla="*/ 422 w 965"/>
                <a:gd name="T75" fmla="*/ 504 h 580"/>
                <a:gd name="T76" fmla="*/ 467 w 965"/>
                <a:gd name="T77" fmla="*/ 508 h 580"/>
                <a:gd name="T78" fmla="*/ 475 w 965"/>
                <a:gd name="T79" fmla="*/ 492 h 580"/>
                <a:gd name="T80" fmla="*/ 545 w 965"/>
                <a:gd name="T81" fmla="*/ 496 h 580"/>
                <a:gd name="T82" fmla="*/ 638 w 965"/>
                <a:gd name="T83" fmla="*/ 498 h 580"/>
                <a:gd name="T84" fmla="*/ 700 w 965"/>
                <a:gd name="T85" fmla="*/ 442 h 580"/>
                <a:gd name="T86" fmla="*/ 758 w 965"/>
                <a:gd name="T87" fmla="*/ 442 h 580"/>
                <a:gd name="T88" fmla="*/ 790 w 965"/>
                <a:gd name="T89" fmla="*/ 436 h 580"/>
                <a:gd name="T90" fmla="*/ 845 w 965"/>
                <a:gd name="T91" fmla="*/ 466 h 580"/>
                <a:gd name="T92" fmla="*/ 845 w 965"/>
                <a:gd name="T93" fmla="*/ 464 h 580"/>
                <a:gd name="T94" fmla="*/ 915 w 965"/>
                <a:gd name="T95" fmla="*/ 422 h 580"/>
                <a:gd name="T96" fmla="*/ 965 w 965"/>
                <a:gd name="T97" fmla="*/ 408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65" h="580">
                  <a:moveTo>
                    <a:pt x="957" y="374"/>
                  </a:moveTo>
                  <a:lnTo>
                    <a:pt x="957" y="374"/>
                  </a:lnTo>
                  <a:lnTo>
                    <a:pt x="949" y="360"/>
                  </a:lnTo>
                  <a:lnTo>
                    <a:pt x="939" y="345"/>
                  </a:lnTo>
                  <a:lnTo>
                    <a:pt x="939" y="345"/>
                  </a:lnTo>
                  <a:lnTo>
                    <a:pt x="911" y="319"/>
                  </a:lnTo>
                  <a:lnTo>
                    <a:pt x="887" y="285"/>
                  </a:lnTo>
                  <a:lnTo>
                    <a:pt x="863" y="257"/>
                  </a:lnTo>
                  <a:lnTo>
                    <a:pt x="839" y="231"/>
                  </a:lnTo>
                  <a:lnTo>
                    <a:pt x="819" y="201"/>
                  </a:lnTo>
                  <a:lnTo>
                    <a:pt x="819" y="201"/>
                  </a:lnTo>
                  <a:lnTo>
                    <a:pt x="810" y="193"/>
                  </a:lnTo>
                  <a:lnTo>
                    <a:pt x="802" y="189"/>
                  </a:lnTo>
                  <a:lnTo>
                    <a:pt x="798" y="187"/>
                  </a:lnTo>
                  <a:lnTo>
                    <a:pt x="798" y="187"/>
                  </a:lnTo>
                  <a:lnTo>
                    <a:pt x="770" y="183"/>
                  </a:lnTo>
                  <a:lnTo>
                    <a:pt x="754" y="193"/>
                  </a:lnTo>
                  <a:lnTo>
                    <a:pt x="754" y="209"/>
                  </a:lnTo>
                  <a:lnTo>
                    <a:pt x="754" y="241"/>
                  </a:lnTo>
                  <a:lnTo>
                    <a:pt x="748" y="263"/>
                  </a:lnTo>
                  <a:lnTo>
                    <a:pt x="714" y="277"/>
                  </a:lnTo>
                  <a:lnTo>
                    <a:pt x="686" y="283"/>
                  </a:lnTo>
                  <a:lnTo>
                    <a:pt x="609" y="279"/>
                  </a:lnTo>
                  <a:lnTo>
                    <a:pt x="589" y="265"/>
                  </a:lnTo>
                  <a:lnTo>
                    <a:pt x="583" y="245"/>
                  </a:lnTo>
                  <a:lnTo>
                    <a:pt x="589" y="211"/>
                  </a:lnTo>
                  <a:lnTo>
                    <a:pt x="605" y="169"/>
                  </a:lnTo>
                  <a:lnTo>
                    <a:pt x="619" y="107"/>
                  </a:lnTo>
                  <a:lnTo>
                    <a:pt x="609" y="87"/>
                  </a:lnTo>
                  <a:lnTo>
                    <a:pt x="619" y="64"/>
                  </a:lnTo>
                  <a:lnTo>
                    <a:pt x="640" y="46"/>
                  </a:lnTo>
                  <a:lnTo>
                    <a:pt x="636" y="20"/>
                  </a:lnTo>
                  <a:lnTo>
                    <a:pt x="636" y="20"/>
                  </a:lnTo>
                  <a:lnTo>
                    <a:pt x="605" y="0"/>
                  </a:lnTo>
                  <a:lnTo>
                    <a:pt x="605" y="0"/>
                  </a:lnTo>
                  <a:lnTo>
                    <a:pt x="597" y="0"/>
                  </a:lnTo>
                  <a:lnTo>
                    <a:pt x="585" y="2"/>
                  </a:lnTo>
                  <a:lnTo>
                    <a:pt x="569" y="6"/>
                  </a:lnTo>
                  <a:lnTo>
                    <a:pt x="535" y="16"/>
                  </a:lnTo>
                  <a:lnTo>
                    <a:pt x="467" y="20"/>
                  </a:lnTo>
                  <a:lnTo>
                    <a:pt x="430" y="20"/>
                  </a:lnTo>
                  <a:lnTo>
                    <a:pt x="410" y="38"/>
                  </a:lnTo>
                  <a:lnTo>
                    <a:pt x="410" y="38"/>
                  </a:lnTo>
                  <a:lnTo>
                    <a:pt x="380" y="52"/>
                  </a:lnTo>
                  <a:lnTo>
                    <a:pt x="380" y="52"/>
                  </a:lnTo>
                  <a:lnTo>
                    <a:pt x="348" y="58"/>
                  </a:lnTo>
                  <a:lnTo>
                    <a:pt x="318" y="72"/>
                  </a:lnTo>
                  <a:lnTo>
                    <a:pt x="304" y="101"/>
                  </a:lnTo>
                  <a:lnTo>
                    <a:pt x="310" y="131"/>
                  </a:lnTo>
                  <a:lnTo>
                    <a:pt x="330" y="155"/>
                  </a:lnTo>
                  <a:lnTo>
                    <a:pt x="334" y="185"/>
                  </a:lnTo>
                  <a:lnTo>
                    <a:pt x="328" y="197"/>
                  </a:lnTo>
                  <a:lnTo>
                    <a:pt x="308" y="203"/>
                  </a:lnTo>
                  <a:lnTo>
                    <a:pt x="264" y="191"/>
                  </a:lnTo>
                  <a:lnTo>
                    <a:pt x="225" y="159"/>
                  </a:lnTo>
                  <a:lnTo>
                    <a:pt x="197" y="125"/>
                  </a:lnTo>
                  <a:lnTo>
                    <a:pt x="155" y="97"/>
                  </a:lnTo>
                  <a:lnTo>
                    <a:pt x="93" y="115"/>
                  </a:lnTo>
                  <a:lnTo>
                    <a:pt x="24" y="91"/>
                  </a:lnTo>
                  <a:lnTo>
                    <a:pt x="0" y="83"/>
                  </a:lnTo>
                  <a:lnTo>
                    <a:pt x="0" y="117"/>
                  </a:lnTo>
                  <a:lnTo>
                    <a:pt x="12" y="163"/>
                  </a:lnTo>
                  <a:lnTo>
                    <a:pt x="28" y="165"/>
                  </a:lnTo>
                  <a:lnTo>
                    <a:pt x="40" y="173"/>
                  </a:lnTo>
                  <a:lnTo>
                    <a:pt x="46" y="185"/>
                  </a:lnTo>
                  <a:lnTo>
                    <a:pt x="61" y="197"/>
                  </a:lnTo>
                  <a:lnTo>
                    <a:pt x="69" y="211"/>
                  </a:lnTo>
                  <a:lnTo>
                    <a:pt x="69" y="211"/>
                  </a:lnTo>
                  <a:lnTo>
                    <a:pt x="73" y="251"/>
                  </a:lnTo>
                  <a:lnTo>
                    <a:pt x="73" y="251"/>
                  </a:lnTo>
                  <a:lnTo>
                    <a:pt x="77" y="259"/>
                  </a:lnTo>
                  <a:lnTo>
                    <a:pt x="95" y="305"/>
                  </a:lnTo>
                  <a:lnTo>
                    <a:pt x="111" y="305"/>
                  </a:lnTo>
                  <a:lnTo>
                    <a:pt x="127" y="327"/>
                  </a:lnTo>
                  <a:lnTo>
                    <a:pt x="165" y="345"/>
                  </a:lnTo>
                  <a:lnTo>
                    <a:pt x="167" y="352"/>
                  </a:lnTo>
                  <a:lnTo>
                    <a:pt x="157" y="378"/>
                  </a:lnTo>
                  <a:lnTo>
                    <a:pt x="157" y="392"/>
                  </a:lnTo>
                  <a:lnTo>
                    <a:pt x="159" y="416"/>
                  </a:lnTo>
                  <a:lnTo>
                    <a:pt x="159" y="416"/>
                  </a:lnTo>
                  <a:lnTo>
                    <a:pt x="149" y="430"/>
                  </a:lnTo>
                  <a:lnTo>
                    <a:pt x="135" y="444"/>
                  </a:lnTo>
                  <a:lnTo>
                    <a:pt x="135" y="444"/>
                  </a:lnTo>
                  <a:lnTo>
                    <a:pt x="135" y="446"/>
                  </a:lnTo>
                  <a:lnTo>
                    <a:pt x="135" y="448"/>
                  </a:lnTo>
                  <a:lnTo>
                    <a:pt x="135" y="454"/>
                  </a:lnTo>
                  <a:lnTo>
                    <a:pt x="119" y="470"/>
                  </a:lnTo>
                  <a:lnTo>
                    <a:pt x="131" y="498"/>
                  </a:lnTo>
                  <a:lnTo>
                    <a:pt x="133" y="506"/>
                  </a:lnTo>
                  <a:lnTo>
                    <a:pt x="141" y="518"/>
                  </a:lnTo>
                  <a:lnTo>
                    <a:pt x="143" y="526"/>
                  </a:lnTo>
                  <a:lnTo>
                    <a:pt x="175" y="538"/>
                  </a:lnTo>
                  <a:lnTo>
                    <a:pt x="201" y="566"/>
                  </a:lnTo>
                  <a:lnTo>
                    <a:pt x="213" y="570"/>
                  </a:lnTo>
                  <a:lnTo>
                    <a:pt x="235" y="580"/>
                  </a:lnTo>
                  <a:lnTo>
                    <a:pt x="248" y="574"/>
                  </a:lnTo>
                  <a:lnTo>
                    <a:pt x="266" y="556"/>
                  </a:lnTo>
                  <a:lnTo>
                    <a:pt x="274" y="552"/>
                  </a:lnTo>
                  <a:lnTo>
                    <a:pt x="282" y="544"/>
                  </a:lnTo>
                  <a:lnTo>
                    <a:pt x="294" y="540"/>
                  </a:lnTo>
                  <a:lnTo>
                    <a:pt x="300" y="532"/>
                  </a:lnTo>
                  <a:lnTo>
                    <a:pt x="310" y="528"/>
                  </a:lnTo>
                  <a:lnTo>
                    <a:pt x="310" y="520"/>
                  </a:lnTo>
                  <a:lnTo>
                    <a:pt x="318" y="516"/>
                  </a:lnTo>
                  <a:lnTo>
                    <a:pt x="324" y="510"/>
                  </a:lnTo>
                  <a:lnTo>
                    <a:pt x="324" y="500"/>
                  </a:lnTo>
                  <a:lnTo>
                    <a:pt x="338" y="494"/>
                  </a:lnTo>
                  <a:lnTo>
                    <a:pt x="346" y="496"/>
                  </a:lnTo>
                  <a:lnTo>
                    <a:pt x="356" y="488"/>
                  </a:lnTo>
                  <a:lnTo>
                    <a:pt x="372" y="480"/>
                  </a:lnTo>
                  <a:lnTo>
                    <a:pt x="388" y="478"/>
                  </a:lnTo>
                  <a:lnTo>
                    <a:pt x="402" y="488"/>
                  </a:lnTo>
                  <a:lnTo>
                    <a:pt x="410" y="502"/>
                  </a:lnTo>
                  <a:lnTo>
                    <a:pt x="422" y="504"/>
                  </a:lnTo>
                  <a:lnTo>
                    <a:pt x="428" y="496"/>
                  </a:lnTo>
                  <a:lnTo>
                    <a:pt x="449" y="510"/>
                  </a:lnTo>
                  <a:lnTo>
                    <a:pt x="467" y="508"/>
                  </a:lnTo>
                  <a:lnTo>
                    <a:pt x="467" y="508"/>
                  </a:lnTo>
                  <a:lnTo>
                    <a:pt x="475" y="492"/>
                  </a:lnTo>
                  <a:lnTo>
                    <a:pt x="475" y="492"/>
                  </a:lnTo>
                  <a:lnTo>
                    <a:pt x="501" y="470"/>
                  </a:lnTo>
                  <a:lnTo>
                    <a:pt x="511" y="470"/>
                  </a:lnTo>
                  <a:lnTo>
                    <a:pt x="545" y="496"/>
                  </a:lnTo>
                  <a:lnTo>
                    <a:pt x="605" y="498"/>
                  </a:lnTo>
                  <a:lnTo>
                    <a:pt x="617" y="504"/>
                  </a:lnTo>
                  <a:lnTo>
                    <a:pt x="638" y="498"/>
                  </a:lnTo>
                  <a:lnTo>
                    <a:pt x="666" y="480"/>
                  </a:lnTo>
                  <a:lnTo>
                    <a:pt x="688" y="462"/>
                  </a:lnTo>
                  <a:lnTo>
                    <a:pt x="700" y="442"/>
                  </a:lnTo>
                  <a:lnTo>
                    <a:pt x="728" y="450"/>
                  </a:lnTo>
                  <a:lnTo>
                    <a:pt x="728" y="450"/>
                  </a:lnTo>
                  <a:lnTo>
                    <a:pt x="758" y="442"/>
                  </a:lnTo>
                  <a:lnTo>
                    <a:pt x="758" y="442"/>
                  </a:lnTo>
                  <a:lnTo>
                    <a:pt x="780" y="442"/>
                  </a:lnTo>
                  <a:lnTo>
                    <a:pt x="790" y="436"/>
                  </a:lnTo>
                  <a:lnTo>
                    <a:pt x="806" y="436"/>
                  </a:lnTo>
                  <a:lnTo>
                    <a:pt x="839" y="456"/>
                  </a:lnTo>
                  <a:lnTo>
                    <a:pt x="845" y="466"/>
                  </a:lnTo>
                  <a:lnTo>
                    <a:pt x="845" y="466"/>
                  </a:lnTo>
                  <a:lnTo>
                    <a:pt x="845" y="466"/>
                  </a:lnTo>
                  <a:lnTo>
                    <a:pt x="845" y="464"/>
                  </a:lnTo>
                  <a:lnTo>
                    <a:pt x="845" y="464"/>
                  </a:lnTo>
                  <a:lnTo>
                    <a:pt x="879" y="450"/>
                  </a:lnTo>
                  <a:lnTo>
                    <a:pt x="915" y="422"/>
                  </a:lnTo>
                  <a:lnTo>
                    <a:pt x="965" y="416"/>
                  </a:lnTo>
                  <a:lnTo>
                    <a:pt x="965" y="408"/>
                  </a:lnTo>
                  <a:lnTo>
                    <a:pt x="965" y="408"/>
                  </a:lnTo>
                  <a:lnTo>
                    <a:pt x="957" y="374"/>
                  </a:lnTo>
                  <a:lnTo>
                    <a:pt x="957" y="374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19" name="Freeform 41">
              <a:extLst>
                <a:ext uri="{FF2B5EF4-FFF2-40B4-BE49-F238E27FC236}">
                  <a16:creationId xmlns:a16="http://schemas.microsoft.com/office/drawing/2014/main" id="{2143CFD1-241B-40AE-F86C-BF9D68B2E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488" y="4953000"/>
              <a:ext cx="1158875" cy="1201738"/>
            </a:xfrm>
            <a:custGeom>
              <a:avLst/>
              <a:gdLst>
                <a:gd name="T0" fmla="*/ 137 w 730"/>
                <a:gd name="T1" fmla="*/ 704 h 757"/>
                <a:gd name="T2" fmla="*/ 281 w 730"/>
                <a:gd name="T3" fmla="*/ 680 h 757"/>
                <a:gd name="T4" fmla="*/ 299 w 730"/>
                <a:gd name="T5" fmla="*/ 676 h 757"/>
                <a:gd name="T6" fmla="*/ 297 w 730"/>
                <a:gd name="T7" fmla="*/ 636 h 757"/>
                <a:gd name="T8" fmla="*/ 305 w 730"/>
                <a:gd name="T9" fmla="*/ 624 h 757"/>
                <a:gd name="T10" fmla="*/ 308 w 730"/>
                <a:gd name="T11" fmla="*/ 594 h 757"/>
                <a:gd name="T12" fmla="*/ 314 w 730"/>
                <a:gd name="T13" fmla="*/ 598 h 757"/>
                <a:gd name="T14" fmla="*/ 326 w 730"/>
                <a:gd name="T15" fmla="*/ 592 h 757"/>
                <a:gd name="T16" fmla="*/ 340 w 730"/>
                <a:gd name="T17" fmla="*/ 564 h 757"/>
                <a:gd name="T18" fmla="*/ 388 w 730"/>
                <a:gd name="T19" fmla="*/ 542 h 757"/>
                <a:gd name="T20" fmla="*/ 410 w 730"/>
                <a:gd name="T21" fmla="*/ 538 h 757"/>
                <a:gd name="T22" fmla="*/ 432 w 730"/>
                <a:gd name="T23" fmla="*/ 534 h 757"/>
                <a:gd name="T24" fmla="*/ 454 w 730"/>
                <a:gd name="T25" fmla="*/ 486 h 757"/>
                <a:gd name="T26" fmla="*/ 476 w 730"/>
                <a:gd name="T27" fmla="*/ 460 h 757"/>
                <a:gd name="T28" fmla="*/ 494 w 730"/>
                <a:gd name="T29" fmla="*/ 443 h 757"/>
                <a:gd name="T30" fmla="*/ 509 w 730"/>
                <a:gd name="T31" fmla="*/ 423 h 757"/>
                <a:gd name="T32" fmla="*/ 531 w 730"/>
                <a:gd name="T33" fmla="*/ 403 h 757"/>
                <a:gd name="T34" fmla="*/ 543 w 730"/>
                <a:gd name="T35" fmla="*/ 385 h 757"/>
                <a:gd name="T36" fmla="*/ 549 w 730"/>
                <a:gd name="T37" fmla="*/ 343 h 757"/>
                <a:gd name="T38" fmla="*/ 573 w 730"/>
                <a:gd name="T39" fmla="*/ 299 h 757"/>
                <a:gd name="T40" fmla="*/ 637 w 730"/>
                <a:gd name="T41" fmla="*/ 275 h 757"/>
                <a:gd name="T42" fmla="*/ 661 w 730"/>
                <a:gd name="T43" fmla="*/ 253 h 757"/>
                <a:gd name="T44" fmla="*/ 687 w 730"/>
                <a:gd name="T45" fmla="*/ 217 h 757"/>
                <a:gd name="T46" fmla="*/ 702 w 730"/>
                <a:gd name="T47" fmla="*/ 193 h 757"/>
                <a:gd name="T48" fmla="*/ 712 w 730"/>
                <a:gd name="T49" fmla="*/ 174 h 757"/>
                <a:gd name="T50" fmla="*/ 730 w 730"/>
                <a:gd name="T51" fmla="*/ 144 h 757"/>
                <a:gd name="T52" fmla="*/ 704 w 730"/>
                <a:gd name="T53" fmla="*/ 122 h 757"/>
                <a:gd name="T54" fmla="*/ 698 w 730"/>
                <a:gd name="T55" fmla="*/ 116 h 757"/>
                <a:gd name="T56" fmla="*/ 677 w 730"/>
                <a:gd name="T57" fmla="*/ 92 h 757"/>
                <a:gd name="T58" fmla="*/ 645 w 730"/>
                <a:gd name="T59" fmla="*/ 44 h 757"/>
                <a:gd name="T60" fmla="*/ 595 w 730"/>
                <a:gd name="T61" fmla="*/ 6 h 757"/>
                <a:gd name="T62" fmla="*/ 559 w 730"/>
                <a:gd name="T63" fmla="*/ 34 h 757"/>
                <a:gd name="T64" fmla="*/ 525 w 730"/>
                <a:gd name="T65" fmla="*/ 48 h 757"/>
                <a:gd name="T66" fmla="*/ 513 w 730"/>
                <a:gd name="T67" fmla="*/ 68 h 757"/>
                <a:gd name="T68" fmla="*/ 440 w 730"/>
                <a:gd name="T69" fmla="*/ 108 h 757"/>
                <a:gd name="T70" fmla="*/ 352 w 730"/>
                <a:gd name="T71" fmla="*/ 148 h 757"/>
                <a:gd name="T72" fmla="*/ 279 w 730"/>
                <a:gd name="T73" fmla="*/ 140 h 757"/>
                <a:gd name="T74" fmla="*/ 243 w 730"/>
                <a:gd name="T75" fmla="*/ 178 h 757"/>
                <a:gd name="T76" fmla="*/ 221 w 730"/>
                <a:gd name="T77" fmla="*/ 215 h 757"/>
                <a:gd name="T78" fmla="*/ 217 w 730"/>
                <a:gd name="T79" fmla="*/ 251 h 757"/>
                <a:gd name="T80" fmla="*/ 177 w 730"/>
                <a:gd name="T81" fmla="*/ 323 h 757"/>
                <a:gd name="T82" fmla="*/ 159 w 730"/>
                <a:gd name="T83" fmla="*/ 323 h 757"/>
                <a:gd name="T84" fmla="*/ 129 w 730"/>
                <a:gd name="T85" fmla="*/ 323 h 757"/>
                <a:gd name="T86" fmla="*/ 125 w 730"/>
                <a:gd name="T87" fmla="*/ 331 h 757"/>
                <a:gd name="T88" fmla="*/ 119 w 730"/>
                <a:gd name="T89" fmla="*/ 383 h 757"/>
                <a:gd name="T90" fmla="*/ 117 w 730"/>
                <a:gd name="T91" fmla="*/ 441 h 757"/>
                <a:gd name="T92" fmla="*/ 143 w 730"/>
                <a:gd name="T93" fmla="*/ 500 h 757"/>
                <a:gd name="T94" fmla="*/ 98 w 730"/>
                <a:gd name="T95" fmla="*/ 520 h 757"/>
                <a:gd name="T96" fmla="*/ 62 w 730"/>
                <a:gd name="T97" fmla="*/ 580 h 757"/>
                <a:gd name="T98" fmla="*/ 58 w 730"/>
                <a:gd name="T99" fmla="*/ 626 h 757"/>
                <a:gd name="T100" fmla="*/ 2 w 730"/>
                <a:gd name="T101" fmla="*/ 644 h 757"/>
                <a:gd name="T102" fmla="*/ 2 w 730"/>
                <a:gd name="T103" fmla="*/ 682 h 757"/>
                <a:gd name="T104" fmla="*/ 88 w 730"/>
                <a:gd name="T105" fmla="*/ 690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30" h="757">
                  <a:moveTo>
                    <a:pt x="88" y="690"/>
                  </a:moveTo>
                  <a:lnTo>
                    <a:pt x="137" y="704"/>
                  </a:lnTo>
                  <a:lnTo>
                    <a:pt x="241" y="757"/>
                  </a:lnTo>
                  <a:lnTo>
                    <a:pt x="281" y="680"/>
                  </a:lnTo>
                  <a:lnTo>
                    <a:pt x="287" y="686"/>
                  </a:lnTo>
                  <a:lnTo>
                    <a:pt x="299" y="676"/>
                  </a:lnTo>
                  <a:lnTo>
                    <a:pt x="306" y="646"/>
                  </a:lnTo>
                  <a:lnTo>
                    <a:pt x="297" y="636"/>
                  </a:lnTo>
                  <a:lnTo>
                    <a:pt x="299" y="628"/>
                  </a:lnTo>
                  <a:lnTo>
                    <a:pt x="305" y="624"/>
                  </a:lnTo>
                  <a:lnTo>
                    <a:pt x="306" y="600"/>
                  </a:lnTo>
                  <a:lnTo>
                    <a:pt x="308" y="594"/>
                  </a:lnTo>
                  <a:lnTo>
                    <a:pt x="314" y="598"/>
                  </a:lnTo>
                  <a:lnTo>
                    <a:pt x="314" y="598"/>
                  </a:lnTo>
                  <a:lnTo>
                    <a:pt x="326" y="592"/>
                  </a:lnTo>
                  <a:lnTo>
                    <a:pt x="326" y="592"/>
                  </a:lnTo>
                  <a:lnTo>
                    <a:pt x="332" y="566"/>
                  </a:lnTo>
                  <a:lnTo>
                    <a:pt x="340" y="564"/>
                  </a:lnTo>
                  <a:lnTo>
                    <a:pt x="342" y="574"/>
                  </a:lnTo>
                  <a:lnTo>
                    <a:pt x="388" y="542"/>
                  </a:lnTo>
                  <a:lnTo>
                    <a:pt x="388" y="542"/>
                  </a:lnTo>
                  <a:lnTo>
                    <a:pt x="410" y="538"/>
                  </a:lnTo>
                  <a:lnTo>
                    <a:pt x="410" y="538"/>
                  </a:lnTo>
                  <a:lnTo>
                    <a:pt x="432" y="534"/>
                  </a:lnTo>
                  <a:lnTo>
                    <a:pt x="452" y="520"/>
                  </a:lnTo>
                  <a:lnTo>
                    <a:pt x="454" y="486"/>
                  </a:lnTo>
                  <a:lnTo>
                    <a:pt x="458" y="474"/>
                  </a:lnTo>
                  <a:lnTo>
                    <a:pt x="476" y="460"/>
                  </a:lnTo>
                  <a:lnTo>
                    <a:pt x="490" y="453"/>
                  </a:lnTo>
                  <a:lnTo>
                    <a:pt x="494" y="443"/>
                  </a:lnTo>
                  <a:lnTo>
                    <a:pt x="497" y="427"/>
                  </a:lnTo>
                  <a:lnTo>
                    <a:pt x="509" y="423"/>
                  </a:lnTo>
                  <a:lnTo>
                    <a:pt x="527" y="415"/>
                  </a:lnTo>
                  <a:lnTo>
                    <a:pt x="531" y="403"/>
                  </a:lnTo>
                  <a:lnTo>
                    <a:pt x="533" y="401"/>
                  </a:lnTo>
                  <a:lnTo>
                    <a:pt x="543" y="385"/>
                  </a:lnTo>
                  <a:lnTo>
                    <a:pt x="549" y="365"/>
                  </a:lnTo>
                  <a:lnTo>
                    <a:pt x="549" y="343"/>
                  </a:lnTo>
                  <a:lnTo>
                    <a:pt x="553" y="341"/>
                  </a:lnTo>
                  <a:lnTo>
                    <a:pt x="573" y="299"/>
                  </a:lnTo>
                  <a:lnTo>
                    <a:pt x="625" y="275"/>
                  </a:lnTo>
                  <a:lnTo>
                    <a:pt x="637" y="275"/>
                  </a:lnTo>
                  <a:lnTo>
                    <a:pt x="655" y="261"/>
                  </a:lnTo>
                  <a:lnTo>
                    <a:pt x="661" y="253"/>
                  </a:lnTo>
                  <a:lnTo>
                    <a:pt x="675" y="237"/>
                  </a:lnTo>
                  <a:lnTo>
                    <a:pt x="687" y="217"/>
                  </a:lnTo>
                  <a:lnTo>
                    <a:pt x="687" y="213"/>
                  </a:lnTo>
                  <a:lnTo>
                    <a:pt x="702" y="193"/>
                  </a:lnTo>
                  <a:lnTo>
                    <a:pt x="702" y="188"/>
                  </a:lnTo>
                  <a:lnTo>
                    <a:pt x="712" y="174"/>
                  </a:lnTo>
                  <a:lnTo>
                    <a:pt x="730" y="144"/>
                  </a:lnTo>
                  <a:lnTo>
                    <a:pt x="730" y="144"/>
                  </a:lnTo>
                  <a:lnTo>
                    <a:pt x="714" y="130"/>
                  </a:lnTo>
                  <a:lnTo>
                    <a:pt x="704" y="122"/>
                  </a:lnTo>
                  <a:lnTo>
                    <a:pt x="698" y="116"/>
                  </a:lnTo>
                  <a:lnTo>
                    <a:pt x="698" y="116"/>
                  </a:lnTo>
                  <a:lnTo>
                    <a:pt x="692" y="108"/>
                  </a:lnTo>
                  <a:lnTo>
                    <a:pt x="677" y="92"/>
                  </a:lnTo>
                  <a:lnTo>
                    <a:pt x="655" y="70"/>
                  </a:lnTo>
                  <a:lnTo>
                    <a:pt x="645" y="44"/>
                  </a:lnTo>
                  <a:lnTo>
                    <a:pt x="645" y="0"/>
                  </a:lnTo>
                  <a:lnTo>
                    <a:pt x="595" y="6"/>
                  </a:lnTo>
                  <a:lnTo>
                    <a:pt x="559" y="34"/>
                  </a:lnTo>
                  <a:lnTo>
                    <a:pt x="559" y="34"/>
                  </a:lnTo>
                  <a:lnTo>
                    <a:pt x="525" y="48"/>
                  </a:lnTo>
                  <a:lnTo>
                    <a:pt x="525" y="48"/>
                  </a:lnTo>
                  <a:lnTo>
                    <a:pt x="521" y="54"/>
                  </a:lnTo>
                  <a:lnTo>
                    <a:pt x="513" y="68"/>
                  </a:lnTo>
                  <a:lnTo>
                    <a:pt x="503" y="86"/>
                  </a:lnTo>
                  <a:lnTo>
                    <a:pt x="440" y="108"/>
                  </a:lnTo>
                  <a:lnTo>
                    <a:pt x="382" y="132"/>
                  </a:lnTo>
                  <a:lnTo>
                    <a:pt x="352" y="148"/>
                  </a:lnTo>
                  <a:lnTo>
                    <a:pt x="320" y="140"/>
                  </a:lnTo>
                  <a:lnTo>
                    <a:pt x="279" y="140"/>
                  </a:lnTo>
                  <a:lnTo>
                    <a:pt x="243" y="178"/>
                  </a:lnTo>
                  <a:lnTo>
                    <a:pt x="243" y="178"/>
                  </a:lnTo>
                  <a:lnTo>
                    <a:pt x="221" y="215"/>
                  </a:lnTo>
                  <a:lnTo>
                    <a:pt x="221" y="215"/>
                  </a:lnTo>
                  <a:lnTo>
                    <a:pt x="219" y="235"/>
                  </a:lnTo>
                  <a:lnTo>
                    <a:pt x="217" y="251"/>
                  </a:lnTo>
                  <a:lnTo>
                    <a:pt x="199" y="299"/>
                  </a:lnTo>
                  <a:lnTo>
                    <a:pt x="177" y="323"/>
                  </a:lnTo>
                  <a:lnTo>
                    <a:pt x="159" y="323"/>
                  </a:lnTo>
                  <a:lnTo>
                    <a:pt x="159" y="323"/>
                  </a:lnTo>
                  <a:lnTo>
                    <a:pt x="145" y="323"/>
                  </a:lnTo>
                  <a:lnTo>
                    <a:pt x="129" y="323"/>
                  </a:lnTo>
                  <a:lnTo>
                    <a:pt x="129" y="323"/>
                  </a:lnTo>
                  <a:lnTo>
                    <a:pt x="125" y="331"/>
                  </a:lnTo>
                  <a:lnTo>
                    <a:pt x="123" y="335"/>
                  </a:lnTo>
                  <a:lnTo>
                    <a:pt x="119" y="383"/>
                  </a:lnTo>
                  <a:lnTo>
                    <a:pt x="115" y="417"/>
                  </a:lnTo>
                  <a:lnTo>
                    <a:pt x="117" y="441"/>
                  </a:lnTo>
                  <a:lnTo>
                    <a:pt x="139" y="460"/>
                  </a:lnTo>
                  <a:lnTo>
                    <a:pt x="143" y="500"/>
                  </a:lnTo>
                  <a:lnTo>
                    <a:pt x="131" y="508"/>
                  </a:lnTo>
                  <a:lnTo>
                    <a:pt x="98" y="520"/>
                  </a:lnTo>
                  <a:lnTo>
                    <a:pt x="68" y="560"/>
                  </a:lnTo>
                  <a:lnTo>
                    <a:pt x="62" y="580"/>
                  </a:lnTo>
                  <a:lnTo>
                    <a:pt x="76" y="606"/>
                  </a:lnTo>
                  <a:lnTo>
                    <a:pt x="58" y="626"/>
                  </a:lnTo>
                  <a:lnTo>
                    <a:pt x="32" y="636"/>
                  </a:lnTo>
                  <a:lnTo>
                    <a:pt x="2" y="644"/>
                  </a:lnTo>
                  <a:lnTo>
                    <a:pt x="0" y="652"/>
                  </a:lnTo>
                  <a:lnTo>
                    <a:pt x="2" y="682"/>
                  </a:lnTo>
                  <a:lnTo>
                    <a:pt x="42" y="686"/>
                  </a:lnTo>
                  <a:lnTo>
                    <a:pt x="88" y="69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20" name="Freeform 42">
              <a:extLst>
                <a:ext uri="{FF2B5EF4-FFF2-40B4-BE49-F238E27FC236}">
                  <a16:creationId xmlns:a16="http://schemas.microsoft.com/office/drawing/2014/main" id="{3DD523CD-D336-436B-ACA8-29B2D1537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5200" y="6332538"/>
              <a:ext cx="1273175" cy="1220788"/>
            </a:xfrm>
            <a:custGeom>
              <a:avLst/>
              <a:gdLst>
                <a:gd name="T0" fmla="*/ 16 w 802"/>
                <a:gd name="T1" fmla="*/ 365 h 769"/>
                <a:gd name="T2" fmla="*/ 73 w 802"/>
                <a:gd name="T3" fmla="*/ 492 h 769"/>
                <a:gd name="T4" fmla="*/ 175 w 802"/>
                <a:gd name="T5" fmla="*/ 528 h 769"/>
                <a:gd name="T6" fmla="*/ 276 w 802"/>
                <a:gd name="T7" fmla="*/ 572 h 769"/>
                <a:gd name="T8" fmla="*/ 326 w 802"/>
                <a:gd name="T9" fmla="*/ 502 h 769"/>
                <a:gd name="T10" fmla="*/ 376 w 802"/>
                <a:gd name="T11" fmla="*/ 488 h 769"/>
                <a:gd name="T12" fmla="*/ 426 w 802"/>
                <a:gd name="T13" fmla="*/ 520 h 769"/>
                <a:gd name="T14" fmla="*/ 461 w 802"/>
                <a:gd name="T15" fmla="*/ 524 h 769"/>
                <a:gd name="T16" fmla="*/ 481 w 802"/>
                <a:gd name="T17" fmla="*/ 536 h 769"/>
                <a:gd name="T18" fmla="*/ 551 w 802"/>
                <a:gd name="T19" fmla="*/ 514 h 769"/>
                <a:gd name="T20" fmla="*/ 597 w 802"/>
                <a:gd name="T21" fmla="*/ 580 h 769"/>
                <a:gd name="T22" fmla="*/ 579 w 802"/>
                <a:gd name="T23" fmla="*/ 693 h 769"/>
                <a:gd name="T24" fmla="*/ 607 w 802"/>
                <a:gd name="T25" fmla="*/ 713 h 769"/>
                <a:gd name="T26" fmla="*/ 607 w 802"/>
                <a:gd name="T27" fmla="*/ 721 h 769"/>
                <a:gd name="T28" fmla="*/ 593 w 802"/>
                <a:gd name="T29" fmla="*/ 769 h 769"/>
                <a:gd name="T30" fmla="*/ 622 w 802"/>
                <a:gd name="T31" fmla="*/ 767 h 769"/>
                <a:gd name="T32" fmla="*/ 686 w 802"/>
                <a:gd name="T33" fmla="*/ 729 h 769"/>
                <a:gd name="T34" fmla="*/ 708 w 802"/>
                <a:gd name="T35" fmla="*/ 719 h 769"/>
                <a:gd name="T36" fmla="*/ 734 w 802"/>
                <a:gd name="T37" fmla="*/ 717 h 769"/>
                <a:gd name="T38" fmla="*/ 768 w 802"/>
                <a:gd name="T39" fmla="*/ 691 h 769"/>
                <a:gd name="T40" fmla="*/ 770 w 802"/>
                <a:gd name="T41" fmla="*/ 665 h 769"/>
                <a:gd name="T42" fmla="*/ 778 w 802"/>
                <a:gd name="T43" fmla="*/ 636 h 769"/>
                <a:gd name="T44" fmla="*/ 770 w 802"/>
                <a:gd name="T45" fmla="*/ 604 h 769"/>
                <a:gd name="T46" fmla="*/ 768 w 802"/>
                <a:gd name="T47" fmla="*/ 582 h 769"/>
                <a:gd name="T48" fmla="*/ 746 w 802"/>
                <a:gd name="T49" fmla="*/ 558 h 769"/>
                <a:gd name="T50" fmla="*/ 756 w 802"/>
                <a:gd name="T51" fmla="*/ 534 h 769"/>
                <a:gd name="T52" fmla="*/ 754 w 802"/>
                <a:gd name="T53" fmla="*/ 498 h 769"/>
                <a:gd name="T54" fmla="*/ 734 w 802"/>
                <a:gd name="T55" fmla="*/ 450 h 769"/>
                <a:gd name="T56" fmla="*/ 748 w 802"/>
                <a:gd name="T57" fmla="*/ 426 h 769"/>
                <a:gd name="T58" fmla="*/ 772 w 802"/>
                <a:gd name="T59" fmla="*/ 410 h 769"/>
                <a:gd name="T60" fmla="*/ 798 w 802"/>
                <a:gd name="T61" fmla="*/ 384 h 769"/>
                <a:gd name="T62" fmla="*/ 790 w 802"/>
                <a:gd name="T63" fmla="*/ 329 h 769"/>
                <a:gd name="T64" fmla="*/ 786 w 802"/>
                <a:gd name="T65" fmla="*/ 293 h 769"/>
                <a:gd name="T66" fmla="*/ 738 w 802"/>
                <a:gd name="T67" fmla="*/ 297 h 769"/>
                <a:gd name="T68" fmla="*/ 676 w 802"/>
                <a:gd name="T69" fmla="*/ 271 h 769"/>
                <a:gd name="T70" fmla="*/ 652 w 802"/>
                <a:gd name="T71" fmla="*/ 255 h 769"/>
                <a:gd name="T72" fmla="*/ 597 w 802"/>
                <a:gd name="T73" fmla="*/ 251 h 769"/>
                <a:gd name="T74" fmla="*/ 579 w 802"/>
                <a:gd name="T75" fmla="*/ 217 h 769"/>
                <a:gd name="T76" fmla="*/ 571 w 802"/>
                <a:gd name="T77" fmla="*/ 193 h 769"/>
                <a:gd name="T78" fmla="*/ 555 w 802"/>
                <a:gd name="T79" fmla="*/ 169 h 769"/>
                <a:gd name="T80" fmla="*/ 531 w 802"/>
                <a:gd name="T81" fmla="*/ 153 h 769"/>
                <a:gd name="T82" fmla="*/ 495 w 802"/>
                <a:gd name="T83" fmla="*/ 141 h 769"/>
                <a:gd name="T84" fmla="*/ 459 w 802"/>
                <a:gd name="T85" fmla="*/ 143 h 769"/>
                <a:gd name="T86" fmla="*/ 435 w 802"/>
                <a:gd name="T87" fmla="*/ 110 h 769"/>
                <a:gd name="T88" fmla="*/ 445 w 802"/>
                <a:gd name="T89" fmla="*/ 64 h 769"/>
                <a:gd name="T90" fmla="*/ 457 w 802"/>
                <a:gd name="T91" fmla="*/ 26 h 769"/>
                <a:gd name="T92" fmla="*/ 410 w 802"/>
                <a:gd name="T93" fmla="*/ 18 h 769"/>
                <a:gd name="T94" fmla="*/ 364 w 802"/>
                <a:gd name="T95" fmla="*/ 14 h 769"/>
                <a:gd name="T96" fmla="*/ 346 w 802"/>
                <a:gd name="T97" fmla="*/ 12 h 769"/>
                <a:gd name="T98" fmla="*/ 274 w 802"/>
                <a:gd name="T99" fmla="*/ 30 h 769"/>
                <a:gd name="T100" fmla="*/ 215 w 802"/>
                <a:gd name="T101" fmla="*/ 32 h 769"/>
                <a:gd name="T102" fmla="*/ 187 w 802"/>
                <a:gd name="T103" fmla="*/ 52 h 769"/>
                <a:gd name="T104" fmla="*/ 165 w 802"/>
                <a:gd name="T105" fmla="*/ 52 h 769"/>
                <a:gd name="T106" fmla="*/ 131 w 802"/>
                <a:gd name="T107" fmla="*/ 106 h 769"/>
                <a:gd name="T108" fmla="*/ 89 w 802"/>
                <a:gd name="T109" fmla="*/ 145 h 769"/>
                <a:gd name="T110" fmla="*/ 73 w 802"/>
                <a:gd name="T111" fmla="*/ 173 h 769"/>
                <a:gd name="T112" fmla="*/ 0 w 802"/>
                <a:gd name="T113" fmla="*/ 287 h 7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02" h="769">
                  <a:moveTo>
                    <a:pt x="24" y="327"/>
                  </a:moveTo>
                  <a:lnTo>
                    <a:pt x="28" y="349"/>
                  </a:lnTo>
                  <a:lnTo>
                    <a:pt x="16" y="365"/>
                  </a:lnTo>
                  <a:lnTo>
                    <a:pt x="16" y="402"/>
                  </a:lnTo>
                  <a:lnTo>
                    <a:pt x="38" y="444"/>
                  </a:lnTo>
                  <a:lnTo>
                    <a:pt x="73" y="492"/>
                  </a:lnTo>
                  <a:lnTo>
                    <a:pt x="93" y="500"/>
                  </a:lnTo>
                  <a:lnTo>
                    <a:pt x="139" y="512"/>
                  </a:lnTo>
                  <a:lnTo>
                    <a:pt x="175" y="528"/>
                  </a:lnTo>
                  <a:lnTo>
                    <a:pt x="197" y="562"/>
                  </a:lnTo>
                  <a:lnTo>
                    <a:pt x="244" y="576"/>
                  </a:lnTo>
                  <a:lnTo>
                    <a:pt x="276" y="572"/>
                  </a:lnTo>
                  <a:lnTo>
                    <a:pt x="292" y="562"/>
                  </a:lnTo>
                  <a:lnTo>
                    <a:pt x="302" y="536"/>
                  </a:lnTo>
                  <a:lnTo>
                    <a:pt x="326" y="502"/>
                  </a:lnTo>
                  <a:lnTo>
                    <a:pt x="350" y="488"/>
                  </a:lnTo>
                  <a:lnTo>
                    <a:pt x="376" y="488"/>
                  </a:lnTo>
                  <a:lnTo>
                    <a:pt x="376" y="488"/>
                  </a:lnTo>
                  <a:lnTo>
                    <a:pt x="402" y="506"/>
                  </a:lnTo>
                  <a:lnTo>
                    <a:pt x="402" y="506"/>
                  </a:lnTo>
                  <a:lnTo>
                    <a:pt x="426" y="520"/>
                  </a:lnTo>
                  <a:lnTo>
                    <a:pt x="426" y="520"/>
                  </a:lnTo>
                  <a:lnTo>
                    <a:pt x="461" y="524"/>
                  </a:lnTo>
                  <a:lnTo>
                    <a:pt x="461" y="524"/>
                  </a:lnTo>
                  <a:lnTo>
                    <a:pt x="465" y="526"/>
                  </a:lnTo>
                  <a:lnTo>
                    <a:pt x="473" y="530"/>
                  </a:lnTo>
                  <a:lnTo>
                    <a:pt x="481" y="536"/>
                  </a:lnTo>
                  <a:lnTo>
                    <a:pt x="509" y="536"/>
                  </a:lnTo>
                  <a:lnTo>
                    <a:pt x="521" y="524"/>
                  </a:lnTo>
                  <a:lnTo>
                    <a:pt x="551" y="514"/>
                  </a:lnTo>
                  <a:lnTo>
                    <a:pt x="571" y="534"/>
                  </a:lnTo>
                  <a:lnTo>
                    <a:pt x="587" y="556"/>
                  </a:lnTo>
                  <a:lnTo>
                    <a:pt x="597" y="580"/>
                  </a:lnTo>
                  <a:lnTo>
                    <a:pt x="587" y="647"/>
                  </a:lnTo>
                  <a:lnTo>
                    <a:pt x="579" y="665"/>
                  </a:lnTo>
                  <a:lnTo>
                    <a:pt x="579" y="693"/>
                  </a:lnTo>
                  <a:lnTo>
                    <a:pt x="579" y="693"/>
                  </a:lnTo>
                  <a:lnTo>
                    <a:pt x="591" y="701"/>
                  </a:lnTo>
                  <a:lnTo>
                    <a:pt x="607" y="713"/>
                  </a:lnTo>
                  <a:lnTo>
                    <a:pt x="607" y="713"/>
                  </a:lnTo>
                  <a:lnTo>
                    <a:pt x="609" y="715"/>
                  </a:lnTo>
                  <a:lnTo>
                    <a:pt x="607" y="721"/>
                  </a:lnTo>
                  <a:lnTo>
                    <a:pt x="603" y="741"/>
                  </a:lnTo>
                  <a:lnTo>
                    <a:pt x="593" y="769"/>
                  </a:lnTo>
                  <a:lnTo>
                    <a:pt x="593" y="769"/>
                  </a:lnTo>
                  <a:lnTo>
                    <a:pt x="607" y="767"/>
                  </a:lnTo>
                  <a:lnTo>
                    <a:pt x="622" y="767"/>
                  </a:lnTo>
                  <a:lnTo>
                    <a:pt x="622" y="767"/>
                  </a:lnTo>
                  <a:lnTo>
                    <a:pt x="634" y="755"/>
                  </a:lnTo>
                  <a:lnTo>
                    <a:pt x="644" y="745"/>
                  </a:lnTo>
                  <a:lnTo>
                    <a:pt x="686" y="729"/>
                  </a:lnTo>
                  <a:lnTo>
                    <a:pt x="688" y="729"/>
                  </a:lnTo>
                  <a:lnTo>
                    <a:pt x="702" y="727"/>
                  </a:lnTo>
                  <a:lnTo>
                    <a:pt x="708" y="719"/>
                  </a:lnTo>
                  <a:lnTo>
                    <a:pt x="712" y="713"/>
                  </a:lnTo>
                  <a:lnTo>
                    <a:pt x="724" y="719"/>
                  </a:lnTo>
                  <a:lnTo>
                    <a:pt x="734" y="717"/>
                  </a:lnTo>
                  <a:lnTo>
                    <a:pt x="740" y="707"/>
                  </a:lnTo>
                  <a:lnTo>
                    <a:pt x="750" y="693"/>
                  </a:lnTo>
                  <a:lnTo>
                    <a:pt x="768" y="691"/>
                  </a:lnTo>
                  <a:lnTo>
                    <a:pt x="772" y="685"/>
                  </a:lnTo>
                  <a:lnTo>
                    <a:pt x="770" y="677"/>
                  </a:lnTo>
                  <a:lnTo>
                    <a:pt x="770" y="665"/>
                  </a:lnTo>
                  <a:lnTo>
                    <a:pt x="770" y="649"/>
                  </a:lnTo>
                  <a:lnTo>
                    <a:pt x="776" y="640"/>
                  </a:lnTo>
                  <a:lnTo>
                    <a:pt x="778" y="636"/>
                  </a:lnTo>
                  <a:lnTo>
                    <a:pt x="772" y="622"/>
                  </a:lnTo>
                  <a:lnTo>
                    <a:pt x="770" y="610"/>
                  </a:lnTo>
                  <a:lnTo>
                    <a:pt x="770" y="604"/>
                  </a:lnTo>
                  <a:lnTo>
                    <a:pt x="770" y="604"/>
                  </a:lnTo>
                  <a:lnTo>
                    <a:pt x="768" y="582"/>
                  </a:lnTo>
                  <a:lnTo>
                    <a:pt x="768" y="582"/>
                  </a:lnTo>
                  <a:lnTo>
                    <a:pt x="764" y="572"/>
                  </a:lnTo>
                  <a:lnTo>
                    <a:pt x="750" y="560"/>
                  </a:lnTo>
                  <a:lnTo>
                    <a:pt x="746" y="558"/>
                  </a:lnTo>
                  <a:lnTo>
                    <a:pt x="750" y="546"/>
                  </a:lnTo>
                  <a:lnTo>
                    <a:pt x="750" y="536"/>
                  </a:lnTo>
                  <a:lnTo>
                    <a:pt x="756" y="534"/>
                  </a:lnTo>
                  <a:lnTo>
                    <a:pt x="760" y="524"/>
                  </a:lnTo>
                  <a:lnTo>
                    <a:pt x="752" y="512"/>
                  </a:lnTo>
                  <a:lnTo>
                    <a:pt x="754" y="498"/>
                  </a:lnTo>
                  <a:lnTo>
                    <a:pt x="746" y="478"/>
                  </a:lnTo>
                  <a:lnTo>
                    <a:pt x="736" y="460"/>
                  </a:lnTo>
                  <a:lnTo>
                    <a:pt x="734" y="450"/>
                  </a:lnTo>
                  <a:lnTo>
                    <a:pt x="738" y="434"/>
                  </a:lnTo>
                  <a:lnTo>
                    <a:pt x="742" y="426"/>
                  </a:lnTo>
                  <a:lnTo>
                    <a:pt x="748" y="426"/>
                  </a:lnTo>
                  <a:lnTo>
                    <a:pt x="754" y="424"/>
                  </a:lnTo>
                  <a:lnTo>
                    <a:pt x="760" y="416"/>
                  </a:lnTo>
                  <a:lnTo>
                    <a:pt x="772" y="410"/>
                  </a:lnTo>
                  <a:lnTo>
                    <a:pt x="780" y="408"/>
                  </a:lnTo>
                  <a:lnTo>
                    <a:pt x="792" y="400"/>
                  </a:lnTo>
                  <a:lnTo>
                    <a:pt x="798" y="384"/>
                  </a:lnTo>
                  <a:lnTo>
                    <a:pt x="802" y="375"/>
                  </a:lnTo>
                  <a:lnTo>
                    <a:pt x="796" y="349"/>
                  </a:lnTo>
                  <a:lnTo>
                    <a:pt x="790" y="329"/>
                  </a:lnTo>
                  <a:lnTo>
                    <a:pt x="790" y="319"/>
                  </a:lnTo>
                  <a:lnTo>
                    <a:pt x="790" y="313"/>
                  </a:lnTo>
                  <a:lnTo>
                    <a:pt x="786" y="293"/>
                  </a:lnTo>
                  <a:lnTo>
                    <a:pt x="776" y="287"/>
                  </a:lnTo>
                  <a:lnTo>
                    <a:pt x="754" y="293"/>
                  </a:lnTo>
                  <a:lnTo>
                    <a:pt x="738" y="297"/>
                  </a:lnTo>
                  <a:lnTo>
                    <a:pt x="714" y="285"/>
                  </a:lnTo>
                  <a:lnTo>
                    <a:pt x="704" y="279"/>
                  </a:lnTo>
                  <a:lnTo>
                    <a:pt x="676" y="271"/>
                  </a:lnTo>
                  <a:lnTo>
                    <a:pt x="664" y="275"/>
                  </a:lnTo>
                  <a:lnTo>
                    <a:pt x="658" y="255"/>
                  </a:lnTo>
                  <a:lnTo>
                    <a:pt x="652" y="255"/>
                  </a:lnTo>
                  <a:lnTo>
                    <a:pt x="640" y="255"/>
                  </a:lnTo>
                  <a:lnTo>
                    <a:pt x="615" y="243"/>
                  </a:lnTo>
                  <a:lnTo>
                    <a:pt x="597" y="251"/>
                  </a:lnTo>
                  <a:lnTo>
                    <a:pt x="585" y="247"/>
                  </a:lnTo>
                  <a:lnTo>
                    <a:pt x="573" y="225"/>
                  </a:lnTo>
                  <a:lnTo>
                    <a:pt x="579" y="217"/>
                  </a:lnTo>
                  <a:lnTo>
                    <a:pt x="571" y="209"/>
                  </a:lnTo>
                  <a:lnTo>
                    <a:pt x="573" y="199"/>
                  </a:lnTo>
                  <a:lnTo>
                    <a:pt x="571" y="193"/>
                  </a:lnTo>
                  <a:lnTo>
                    <a:pt x="565" y="187"/>
                  </a:lnTo>
                  <a:lnTo>
                    <a:pt x="563" y="179"/>
                  </a:lnTo>
                  <a:lnTo>
                    <a:pt x="555" y="169"/>
                  </a:lnTo>
                  <a:lnTo>
                    <a:pt x="551" y="153"/>
                  </a:lnTo>
                  <a:lnTo>
                    <a:pt x="545" y="147"/>
                  </a:lnTo>
                  <a:lnTo>
                    <a:pt x="531" y="153"/>
                  </a:lnTo>
                  <a:lnTo>
                    <a:pt x="517" y="149"/>
                  </a:lnTo>
                  <a:lnTo>
                    <a:pt x="507" y="143"/>
                  </a:lnTo>
                  <a:lnTo>
                    <a:pt x="495" y="141"/>
                  </a:lnTo>
                  <a:lnTo>
                    <a:pt x="483" y="147"/>
                  </a:lnTo>
                  <a:lnTo>
                    <a:pt x="473" y="151"/>
                  </a:lnTo>
                  <a:lnTo>
                    <a:pt x="459" y="143"/>
                  </a:lnTo>
                  <a:lnTo>
                    <a:pt x="449" y="133"/>
                  </a:lnTo>
                  <a:lnTo>
                    <a:pt x="443" y="121"/>
                  </a:lnTo>
                  <a:lnTo>
                    <a:pt x="435" y="110"/>
                  </a:lnTo>
                  <a:lnTo>
                    <a:pt x="445" y="96"/>
                  </a:lnTo>
                  <a:lnTo>
                    <a:pt x="447" y="90"/>
                  </a:lnTo>
                  <a:lnTo>
                    <a:pt x="445" y="64"/>
                  </a:lnTo>
                  <a:lnTo>
                    <a:pt x="455" y="50"/>
                  </a:lnTo>
                  <a:lnTo>
                    <a:pt x="461" y="38"/>
                  </a:lnTo>
                  <a:lnTo>
                    <a:pt x="457" y="26"/>
                  </a:lnTo>
                  <a:lnTo>
                    <a:pt x="437" y="6"/>
                  </a:lnTo>
                  <a:lnTo>
                    <a:pt x="428" y="10"/>
                  </a:lnTo>
                  <a:lnTo>
                    <a:pt x="410" y="18"/>
                  </a:lnTo>
                  <a:lnTo>
                    <a:pt x="400" y="14"/>
                  </a:lnTo>
                  <a:lnTo>
                    <a:pt x="390" y="4"/>
                  </a:lnTo>
                  <a:lnTo>
                    <a:pt x="364" y="14"/>
                  </a:lnTo>
                  <a:lnTo>
                    <a:pt x="364" y="14"/>
                  </a:lnTo>
                  <a:lnTo>
                    <a:pt x="346" y="12"/>
                  </a:lnTo>
                  <a:lnTo>
                    <a:pt x="346" y="12"/>
                  </a:lnTo>
                  <a:lnTo>
                    <a:pt x="332" y="4"/>
                  </a:lnTo>
                  <a:lnTo>
                    <a:pt x="308" y="0"/>
                  </a:lnTo>
                  <a:lnTo>
                    <a:pt x="274" y="30"/>
                  </a:lnTo>
                  <a:lnTo>
                    <a:pt x="238" y="26"/>
                  </a:lnTo>
                  <a:lnTo>
                    <a:pt x="227" y="32"/>
                  </a:lnTo>
                  <a:lnTo>
                    <a:pt x="215" y="32"/>
                  </a:lnTo>
                  <a:lnTo>
                    <a:pt x="207" y="32"/>
                  </a:lnTo>
                  <a:lnTo>
                    <a:pt x="193" y="38"/>
                  </a:lnTo>
                  <a:lnTo>
                    <a:pt x="187" y="52"/>
                  </a:lnTo>
                  <a:lnTo>
                    <a:pt x="185" y="62"/>
                  </a:lnTo>
                  <a:lnTo>
                    <a:pt x="181" y="62"/>
                  </a:lnTo>
                  <a:lnTo>
                    <a:pt x="165" y="52"/>
                  </a:lnTo>
                  <a:lnTo>
                    <a:pt x="161" y="54"/>
                  </a:lnTo>
                  <a:lnTo>
                    <a:pt x="143" y="94"/>
                  </a:lnTo>
                  <a:lnTo>
                    <a:pt x="131" y="106"/>
                  </a:lnTo>
                  <a:lnTo>
                    <a:pt x="117" y="123"/>
                  </a:lnTo>
                  <a:lnTo>
                    <a:pt x="103" y="135"/>
                  </a:lnTo>
                  <a:lnTo>
                    <a:pt x="89" y="145"/>
                  </a:lnTo>
                  <a:lnTo>
                    <a:pt x="85" y="157"/>
                  </a:lnTo>
                  <a:lnTo>
                    <a:pt x="73" y="173"/>
                  </a:lnTo>
                  <a:lnTo>
                    <a:pt x="73" y="173"/>
                  </a:lnTo>
                  <a:lnTo>
                    <a:pt x="81" y="211"/>
                  </a:lnTo>
                  <a:lnTo>
                    <a:pt x="40" y="265"/>
                  </a:lnTo>
                  <a:lnTo>
                    <a:pt x="0" y="287"/>
                  </a:lnTo>
                  <a:lnTo>
                    <a:pt x="0" y="311"/>
                  </a:lnTo>
                  <a:lnTo>
                    <a:pt x="24" y="327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21" name="Freeform 43">
              <a:extLst>
                <a:ext uri="{FF2B5EF4-FFF2-40B4-BE49-F238E27FC236}">
                  <a16:creationId xmlns:a16="http://schemas.microsoft.com/office/drawing/2014/main" id="{2AE33EEF-18D6-0D9C-484B-7A6D45DD7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450" y="6838950"/>
              <a:ext cx="1020762" cy="1271588"/>
            </a:xfrm>
            <a:custGeom>
              <a:avLst/>
              <a:gdLst>
                <a:gd name="T0" fmla="*/ 637 w 643"/>
                <a:gd name="T1" fmla="*/ 751 h 801"/>
                <a:gd name="T2" fmla="*/ 629 w 643"/>
                <a:gd name="T3" fmla="*/ 729 h 801"/>
                <a:gd name="T4" fmla="*/ 639 w 643"/>
                <a:gd name="T5" fmla="*/ 683 h 801"/>
                <a:gd name="T6" fmla="*/ 623 w 643"/>
                <a:gd name="T7" fmla="*/ 669 h 801"/>
                <a:gd name="T8" fmla="*/ 605 w 643"/>
                <a:gd name="T9" fmla="*/ 657 h 801"/>
                <a:gd name="T10" fmla="*/ 597 w 643"/>
                <a:gd name="T11" fmla="*/ 647 h 801"/>
                <a:gd name="T12" fmla="*/ 579 w 643"/>
                <a:gd name="T13" fmla="*/ 649 h 801"/>
                <a:gd name="T14" fmla="*/ 565 w 643"/>
                <a:gd name="T15" fmla="*/ 609 h 801"/>
                <a:gd name="T16" fmla="*/ 577 w 643"/>
                <a:gd name="T17" fmla="*/ 586 h 801"/>
                <a:gd name="T18" fmla="*/ 585 w 643"/>
                <a:gd name="T19" fmla="*/ 574 h 801"/>
                <a:gd name="T20" fmla="*/ 589 w 643"/>
                <a:gd name="T21" fmla="*/ 560 h 801"/>
                <a:gd name="T22" fmla="*/ 601 w 643"/>
                <a:gd name="T23" fmla="*/ 540 h 801"/>
                <a:gd name="T24" fmla="*/ 607 w 643"/>
                <a:gd name="T25" fmla="*/ 522 h 801"/>
                <a:gd name="T26" fmla="*/ 611 w 643"/>
                <a:gd name="T27" fmla="*/ 498 h 801"/>
                <a:gd name="T28" fmla="*/ 589 w 643"/>
                <a:gd name="T29" fmla="*/ 450 h 801"/>
                <a:gd name="T30" fmla="*/ 569 w 643"/>
                <a:gd name="T31" fmla="*/ 434 h 801"/>
                <a:gd name="T32" fmla="*/ 581 w 643"/>
                <a:gd name="T33" fmla="*/ 422 h 801"/>
                <a:gd name="T34" fmla="*/ 589 w 643"/>
                <a:gd name="T35" fmla="*/ 404 h 801"/>
                <a:gd name="T36" fmla="*/ 587 w 643"/>
                <a:gd name="T37" fmla="*/ 362 h 801"/>
                <a:gd name="T38" fmla="*/ 567 w 643"/>
                <a:gd name="T39" fmla="*/ 324 h 801"/>
                <a:gd name="T40" fmla="*/ 545 w 643"/>
                <a:gd name="T41" fmla="*/ 279 h 801"/>
                <a:gd name="T42" fmla="*/ 513 w 643"/>
                <a:gd name="T43" fmla="*/ 237 h 801"/>
                <a:gd name="T44" fmla="*/ 483 w 643"/>
                <a:gd name="T45" fmla="*/ 225 h 801"/>
                <a:gd name="T46" fmla="*/ 436 w 643"/>
                <a:gd name="T47" fmla="*/ 111 h 801"/>
                <a:gd name="T48" fmla="*/ 352 w 643"/>
                <a:gd name="T49" fmla="*/ 34 h 801"/>
                <a:gd name="T50" fmla="*/ 179 w 643"/>
                <a:gd name="T51" fmla="*/ 6 h 801"/>
                <a:gd name="T52" fmla="*/ 147 w 643"/>
                <a:gd name="T53" fmla="*/ 52 h 801"/>
                <a:gd name="T54" fmla="*/ 28 w 643"/>
                <a:gd name="T55" fmla="*/ 105 h 801"/>
                <a:gd name="T56" fmla="*/ 0 w 643"/>
                <a:gd name="T57" fmla="*/ 135 h 801"/>
                <a:gd name="T58" fmla="*/ 16 w 643"/>
                <a:gd name="T59" fmla="*/ 346 h 801"/>
                <a:gd name="T60" fmla="*/ 34 w 643"/>
                <a:gd name="T61" fmla="*/ 414 h 801"/>
                <a:gd name="T62" fmla="*/ 58 w 643"/>
                <a:gd name="T63" fmla="*/ 492 h 801"/>
                <a:gd name="T64" fmla="*/ 34 w 643"/>
                <a:gd name="T65" fmla="*/ 629 h 801"/>
                <a:gd name="T66" fmla="*/ 129 w 643"/>
                <a:gd name="T67" fmla="*/ 705 h 801"/>
                <a:gd name="T68" fmla="*/ 167 w 643"/>
                <a:gd name="T69" fmla="*/ 723 h 801"/>
                <a:gd name="T70" fmla="*/ 203 w 643"/>
                <a:gd name="T71" fmla="*/ 719 h 801"/>
                <a:gd name="T72" fmla="*/ 221 w 643"/>
                <a:gd name="T73" fmla="*/ 723 h 801"/>
                <a:gd name="T74" fmla="*/ 241 w 643"/>
                <a:gd name="T75" fmla="*/ 733 h 801"/>
                <a:gd name="T76" fmla="*/ 243 w 643"/>
                <a:gd name="T77" fmla="*/ 737 h 801"/>
                <a:gd name="T78" fmla="*/ 257 w 643"/>
                <a:gd name="T79" fmla="*/ 753 h 801"/>
                <a:gd name="T80" fmla="*/ 289 w 643"/>
                <a:gd name="T81" fmla="*/ 765 h 801"/>
                <a:gd name="T82" fmla="*/ 306 w 643"/>
                <a:gd name="T83" fmla="*/ 757 h 801"/>
                <a:gd name="T84" fmla="*/ 326 w 643"/>
                <a:gd name="T85" fmla="*/ 749 h 801"/>
                <a:gd name="T86" fmla="*/ 346 w 643"/>
                <a:gd name="T87" fmla="*/ 755 h 801"/>
                <a:gd name="T88" fmla="*/ 370 w 643"/>
                <a:gd name="T89" fmla="*/ 753 h 801"/>
                <a:gd name="T90" fmla="*/ 410 w 643"/>
                <a:gd name="T91" fmla="*/ 749 h 801"/>
                <a:gd name="T92" fmla="*/ 428 w 643"/>
                <a:gd name="T93" fmla="*/ 735 h 801"/>
                <a:gd name="T94" fmla="*/ 448 w 643"/>
                <a:gd name="T95" fmla="*/ 717 h 801"/>
                <a:gd name="T96" fmla="*/ 464 w 643"/>
                <a:gd name="T97" fmla="*/ 723 h 801"/>
                <a:gd name="T98" fmla="*/ 474 w 643"/>
                <a:gd name="T99" fmla="*/ 731 h 801"/>
                <a:gd name="T100" fmla="*/ 487 w 643"/>
                <a:gd name="T101" fmla="*/ 727 h 801"/>
                <a:gd name="T102" fmla="*/ 501 w 643"/>
                <a:gd name="T103" fmla="*/ 739 h 801"/>
                <a:gd name="T104" fmla="*/ 511 w 643"/>
                <a:gd name="T105" fmla="*/ 757 h 801"/>
                <a:gd name="T106" fmla="*/ 497 w 643"/>
                <a:gd name="T107" fmla="*/ 767 h 801"/>
                <a:gd name="T108" fmla="*/ 563 w 643"/>
                <a:gd name="T109" fmla="*/ 797 h 801"/>
                <a:gd name="T110" fmla="*/ 595 w 643"/>
                <a:gd name="T111" fmla="*/ 793 h 801"/>
                <a:gd name="T112" fmla="*/ 603 w 643"/>
                <a:gd name="T113" fmla="*/ 801 h 801"/>
                <a:gd name="T114" fmla="*/ 643 w 643"/>
                <a:gd name="T115" fmla="*/ 801 h 801"/>
                <a:gd name="T116" fmla="*/ 633 w 643"/>
                <a:gd name="T117" fmla="*/ 785 h 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43" h="801">
                  <a:moveTo>
                    <a:pt x="633" y="785"/>
                  </a:moveTo>
                  <a:lnTo>
                    <a:pt x="637" y="751"/>
                  </a:lnTo>
                  <a:lnTo>
                    <a:pt x="641" y="741"/>
                  </a:lnTo>
                  <a:lnTo>
                    <a:pt x="629" y="729"/>
                  </a:lnTo>
                  <a:lnTo>
                    <a:pt x="631" y="705"/>
                  </a:lnTo>
                  <a:lnTo>
                    <a:pt x="639" y="683"/>
                  </a:lnTo>
                  <a:lnTo>
                    <a:pt x="629" y="679"/>
                  </a:lnTo>
                  <a:lnTo>
                    <a:pt x="623" y="669"/>
                  </a:lnTo>
                  <a:lnTo>
                    <a:pt x="615" y="659"/>
                  </a:lnTo>
                  <a:lnTo>
                    <a:pt x="605" y="657"/>
                  </a:lnTo>
                  <a:lnTo>
                    <a:pt x="597" y="647"/>
                  </a:lnTo>
                  <a:lnTo>
                    <a:pt x="597" y="647"/>
                  </a:lnTo>
                  <a:lnTo>
                    <a:pt x="579" y="649"/>
                  </a:lnTo>
                  <a:lnTo>
                    <a:pt x="579" y="649"/>
                  </a:lnTo>
                  <a:lnTo>
                    <a:pt x="569" y="643"/>
                  </a:lnTo>
                  <a:lnTo>
                    <a:pt x="565" y="609"/>
                  </a:lnTo>
                  <a:lnTo>
                    <a:pt x="575" y="597"/>
                  </a:lnTo>
                  <a:lnTo>
                    <a:pt x="577" y="586"/>
                  </a:lnTo>
                  <a:lnTo>
                    <a:pt x="583" y="580"/>
                  </a:lnTo>
                  <a:lnTo>
                    <a:pt x="585" y="574"/>
                  </a:lnTo>
                  <a:lnTo>
                    <a:pt x="591" y="564"/>
                  </a:lnTo>
                  <a:lnTo>
                    <a:pt x="589" y="560"/>
                  </a:lnTo>
                  <a:lnTo>
                    <a:pt x="587" y="542"/>
                  </a:lnTo>
                  <a:lnTo>
                    <a:pt x="601" y="540"/>
                  </a:lnTo>
                  <a:lnTo>
                    <a:pt x="601" y="534"/>
                  </a:lnTo>
                  <a:lnTo>
                    <a:pt x="607" y="522"/>
                  </a:lnTo>
                  <a:lnTo>
                    <a:pt x="605" y="506"/>
                  </a:lnTo>
                  <a:lnTo>
                    <a:pt x="611" y="498"/>
                  </a:lnTo>
                  <a:lnTo>
                    <a:pt x="607" y="478"/>
                  </a:lnTo>
                  <a:lnTo>
                    <a:pt x="589" y="450"/>
                  </a:lnTo>
                  <a:lnTo>
                    <a:pt x="571" y="444"/>
                  </a:lnTo>
                  <a:lnTo>
                    <a:pt x="569" y="434"/>
                  </a:lnTo>
                  <a:lnTo>
                    <a:pt x="573" y="424"/>
                  </a:lnTo>
                  <a:lnTo>
                    <a:pt x="581" y="422"/>
                  </a:lnTo>
                  <a:lnTo>
                    <a:pt x="589" y="414"/>
                  </a:lnTo>
                  <a:lnTo>
                    <a:pt x="589" y="404"/>
                  </a:lnTo>
                  <a:lnTo>
                    <a:pt x="593" y="388"/>
                  </a:lnTo>
                  <a:lnTo>
                    <a:pt x="587" y="362"/>
                  </a:lnTo>
                  <a:lnTo>
                    <a:pt x="587" y="336"/>
                  </a:lnTo>
                  <a:lnTo>
                    <a:pt x="567" y="324"/>
                  </a:lnTo>
                  <a:lnTo>
                    <a:pt x="557" y="287"/>
                  </a:lnTo>
                  <a:lnTo>
                    <a:pt x="545" y="279"/>
                  </a:lnTo>
                  <a:lnTo>
                    <a:pt x="537" y="261"/>
                  </a:lnTo>
                  <a:lnTo>
                    <a:pt x="513" y="237"/>
                  </a:lnTo>
                  <a:lnTo>
                    <a:pt x="487" y="225"/>
                  </a:lnTo>
                  <a:lnTo>
                    <a:pt x="483" y="225"/>
                  </a:lnTo>
                  <a:lnTo>
                    <a:pt x="462" y="181"/>
                  </a:lnTo>
                  <a:lnTo>
                    <a:pt x="436" y="111"/>
                  </a:lnTo>
                  <a:lnTo>
                    <a:pt x="386" y="85"/>
                  </a:lnTo>
                  <a:lnTo>
                    <a:pt x="352" y="34"/>
                  </a:lnTo>
                  <a:lnTo>
                    <a:pt x="298" y="0"/>
                  </a:lnTo>
                  <a:lnTo>
                    <a:pt x="179" y="6"/>
                  </a:lnTo>
                  <a:lnTo>
                    <a:pt x="153" y="20"/>
                  </a:lnTo>
                  <a:lnTo>
                    <a:pt x="147" y="52"/>
                  </a:lnTo>
                  <a:lnTo>
                    <a:pt x="86" y="109"/>
                  </a:lnTo>
                  <a:lnTo>
                    <a:pt x="28" y="105"/>
                  </a:lnTo>
                  <a:lnTo>
                    <a:pt x="0" y="123"/>
                  </a:lnTo>
                  <a:lnTo>
                    <a:pt x="0" y="135"/>
                  </a:lnTo>
                  <a:lnTo>
                    <a:pt x="34" y="295"/>
                  </a:lnTo>
                  <a:lnTo>
                    <a:pt x="16" y="346"/>
                  </a:lnTo>
                  <a:lnTo>
                    <a:pt x="10" y="384"/>
                  </a:lnTo>
                  <a:lnTo>
                    <a:pt x="34" y="414"/>
                  </a:lnTo>
                  <a:lnTo>
                    <a:pt x="56" y="454"/>
                  </a:lnTo>
                  <a:lnTo>
                    <a:pt x="58" y="492"/>
                  </a:lnTo>
                  <a:lnTo>
                    <a:pt x="24" y="605"/>
                  </a:lnTo>
                  <a:lnTo>
                    <a:pt x="34" y="629"/>
                  </a:lnTo>
                  <a:lnTo>
                    <a:pt x="80" y="675"/>
                  </a:lnTo>
                  <a:lnTo>
                    <a:pt x="129" y="705"/>
                  </a:lnTo>
                  <a:lnTo>
                    <a:pt x="133" y="719"/>
                  </a:lnTo>
                  <a:lnTo>
                    <a:pt x="167" y="723"/>
                  </a:lnTo>
                  <a:lnTo>
                    <a:pt x="179" y="715"/>
                  </a:lnTo>
                  <a:lnTo>
                    <a:pt x="203" y="719"/>
                  </a:lnTo>
                  <a:lnTo>
                    <a:pt x="209" y="721"/>
                  </a:lnTo>
                  <a:lnTo>
                    <a:pt x="221" y="723"/>
                  </a:lnTo>
                  <a:lnTo>
                    <a:pt x="221" y="723"/>
                  </a:lnTo>
                  <a:lnTo>
                    <a:pt x="241" y="733"/>
                  </a:lnTo>
                  <a:lnTo>
                    <a:pt x="241" y="733"/>
                  </a:lnTo>
                  <a:lnTo>
                    <a:pt x="243" y="737"/>
                  </a:lnTo>
                  <a:lnTo>
                    <a:pt x="245" y="739"/>
                  </a:lnTo>
                  <a:lnTo>
                    <a:pt x="257" y="753"/>
                  </a:lnTo>
                  <a:lnTo>
                    <a:pt x="267" y="759"/>
                  </a:lnTo>
                  <a:lnTo>
                    <a:pt x="289" y="765"/>
                  </a:lnTo>
                  <a:lnTo>
                    <a:pt x="292" y="757"/>
                  </a:lnTo>
                  <a:lnTo>
                    <a:pt x="306" y="757"/>
                  </a:lnTo>
                  <a:lnTo>
                    <a:pt x="318" y="757"/>
                  </a:lnTo>
                  <a:lnTo>
                    <a:pt x="326" y="749"/>
                  </a:lnTo>
                  <a:lnTo>
                    <a:pt x="334" y="749"/>
                  </a:lnTo>
                  <a:lnTo>
                    <a:pt x="346" y="755"/>
                  </a:lnTo>
                  <a:lnTo>
                    <a:pt x="350" y="753"/>
                  </a:lnTo>
                  <a:lnTo>
                    <a:pt x="370" y="753"/>
                  </a:lnTo>
                  <a:lnTo>
                    <a:pt x="386" y="749"/>
                  </a:lnTo>
                  <a:lnTo>
                    <a:pt x="410" y="749"/>
                  </a:lnTo>
                  <a:lnTo>
                    <a:pt x="418" y="737"/>
                  </a:lnTo>
                  <a:lnTo>
                    <a:pt x="428" y="735"/>
                  </a:lnTo>
                  <a:lnTo>
                    <a:pt x="442" y="727"/>
                  </a:lnTo>
                  <a:lnTo>
                    <a:pt x="448" y="717"/>
                  </a:lnTo>
                  <a:lnTo>
                    <a:pt x="456" y="717"/>
                  </a:lnTo>
                  <a:lnTo>
                    <a:pt x="464" y="723"/>
                  </a:lnTo>
                  <a:lnTo>
                    <a:pt x="474" y="731"/>
                  </a:lnTo>
                  <a:lnTo>
                    <a:pt x="474" y="731"/>
                  </a:lnTo>
                  <a:lnTo>
                    <a:pt x="487" y="727"/>
                  </a:lnTo>
                  <a:lnTo>
                    <a:pt x="487" y="727"/>
                  </a:lnTo>
                  <a:lnTo>
                    <a:pt x="501" y="739"/>
                  </a:lnTo>
                  <a:lnTo>
                    <a:pt x="501" y="739"/>
                  </a:lnTo>
                  <a:lnTo>
                    <a:pt x="511" y="749"/>
                  </a:lnTo>
                  <a:lnTo>
                    <a:pt x="511" y="757"/>
                  </a:lnTo>
                  <a:lnTo>
                    <a:pt x="497" y="761"/>
                  </a:lnTo>
                  <a:lnTo>
                    <a:pt x="497" y="767"/>
                  </a:lnTo>
                  <a:lnTo>
                    <a:pt x="547" y="797"/>
                  </a:lnTo>
                  <a:lnTo>
                    <a:pt x="563" y="797"/>
                  </a:lnTo>
                  <a:lnTo>
                    <a:pt x="587" y="793"/>
                  </a:lnTo>
                  <a:lnTo>
                    <a:pt x="595" y="793"/>
                  </a:lnTo>
                  <a:lnTo>
                    <a:pt x="595" y="793"/>
                  </a:lnTo>
                  <a:lnTo>
                    <a:pt x="603" y="801"/>
                  </a:lnTo>
                  <a:lnTo>
                    <a:pt x="603" y="801"/>
                  </a:lnTo>
                  <a:lnTo>
                    <a:pt x="643" y="801"/>
                  </a:lnTo>
                  <a:lnTo>
                    <a:pt x="643" y="801"/>
                  </a:lnTo>
                  <a:lnTo>
                    <a:pt x="633" y="785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22" name="Freeform 44">
              <a:extLst>
                <a:ext uri="{FF2B5EF4-FFF2-40B4-BE49-F238E27FC236}">
                  <a16:creationId xmlns:a16="http://schemas.microsoft.com/office/drawing/2014/main" id="{B4AB5A3E-F0C6-A288-DBFF-7060A0F51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563" y="6788150"/>
              <a:ext cx="885825" cy="1338263"/>
            </a:xfrm>
            <a:custGeom>
              <a:avLst/>
              <a:gdLst>
                <a:gd name="T0" fmla="*/ 554 w 558"/>
                <a:gd name="T1" fmla="*/ 536 h 843"/>
                <a:gd name="T2" fmla="*/ 530 w 558"/>
                <a:gd name="T3" fmla="*/ 494 h 843"/>
                <a:gd name="T4" fmla="*/ 526 w 558"/>
                <a:gd name="T5" fmla="*/ 446 h 843"/>
                <a:gd name="T6" fmla="*/ 536 w 558"/>
                <a:gd name="T7" fmla="*/ 426 h 843"/>
                <a:gd name="T8" fmla="*/ 538 w 558"/>
                <a:gd name="T9" fmla="*/ 404 h 843"/>
                <a:gd name="T10" fmla="*/ 540 w 558"/>
                <a:gd name="T11" fmla="*/ 374 h 843"/>
                <a:gd name="T12" fmla="*/ 540 w 558"/>
                <a:gd name="T13" fmla="*/ 331 h 843"/>
                <a:gd name="T14" fmla="*/ 536 w 558"/>
                <a:gd name="T15" fmla="*/ 291 h 843"/>
                <a:gd name="T16" fmla="*/ 508 w 558"/>
                <a:gd name="T17" fmla="*/ 241 h 843"/>
                <a:gd name="T18" fmla="*/ 406 w 558"/>
                <a:gd name="T19" fmla="*/ 205 h 843"/>
                <a:gd name="T20" fmla="*/ 349 w 558"/>
                <a:gd name="T21" fmla="*/ 78 h 843"/>
                <a:gd name="T22" fmla="*/ 333 w 558"/>
                <a:gd name="T23" fmla="*/ 24 h 843"/>
                <a:gd name="T24" fmla="*/ 211 w 558"/>
                <a:gd name="T25" fmla="*/ 34 h 843"/>
                <a:gd name="T26" fmla="*/ 44 w 558"/>
                <a:gd name="T27" fmla="*/ 245 h 843"/>
                <a:gd name="T28" fmla="*/ 50 w 558"/>
                <a:gd name="T29" fmla="*/ 293 h 843"/>
                <a:gd name="T30" fmla="*/ 80 w 558"/>
                <a:gd name="T31" fmla="*/ 356 h 843"/>
                <a:gd name="T32" fmla="*/ 106 w 558"/>
                <a:gd name="T33" fmla="*/ 420 h 843"/>
                <a:gd name="T34" fmla="*/ 94 w 558"/>
                <a:gd name="T35" fmla="*/ 454 h 843"/>
                <a:gd name="T36" fmla="*/ 84 w 558"/>
                <a:gd name="T37" fmla="*/ 476 h 843"/>
                <a:gd name="T38" fmla="*/ 124 w 558"/>
                <a:gd name="T39" fmla="*/ 530 h 843"/>
                <a:gd name="T40" fmla="*/ 114 w 558"/>
                <a:gd name="T41" fmla="*/ 566 h 843"/>
                <a:gd name="T42" fmla="*/ 102 w 558"/>
                <a:gd name="T43" fmla="*/ 592 h 843"/>
                <a:gd name="T44" fmla="*/ 96 w 558"/>
                <a:gd name="T45" fmla="*/ 612 h 843"/>
                <a:gd name="T46" fmla="*/ 78 w 558"/>
                <a:gd name="T47" fmla="*/ 641 h 843"/>
                <a:gd name="T48" fmla="*/ 92 w 558"/>
                <a:gd name="T49" fmla="*/ 681 h 843"/>
                <a:gd name="T50" fmla="*/ 118 w 558"/>
                <a:gd name="T51" fmla="*/ 689 h 843"/>
                <a:gd name="T52" fmla="*/ 142 w 558"/>
                <a:gd name="T53" fmla="*/ 711 h 843"/>
                <a:gd name="T54" fmla="*/ 142 w 558"/>
                <a:gd name="T55" fmla="*/ 761 h 843"/>
                <a:gd name="T56" fmla="*/ 146 w 558"/>
                <a:gd name="T57" fmla="*/ 817 h 843"/>
                <a:gd name="T58" fmla="*/ 156 w 558"/>
                <a:gd name="T59" fmla="*/ 833 h 843"/>
                <a:gd name="T60" fmla="*/ 170 w 558"/>
                <a:gd name="T61" fmla="*/ 843 h 843"/>
                <a:gd name="T62" fmla="*/ 215 w 558"/>
                <a:gd name="T63" fmla="*/ 789 h 843"/>
                <a:gd name="T64" fmla="*/ 205 w 558"/>
                <a:gd name="T65" fmla="*/ 731 h 843"/>
                <a:gd name="T66" fmla="*/ 243 w 558"/>
                <a:gd name="T67" fmla="*/ 697 h 843"/>
                <a:gd name="T68" fmla="*/ 231 w 558"/>
                <a:gd name="T69" fmla="*/ 659 h 843"/>
                <a:gd name="T70" fmla="*/ 229 w 558"/>
                <a:gd name="T71" fmla="*/ 616 h 843"/>
                <a:gd name="T72" fmla="*/ 239 w 558"/>
                <a:gd name="T73" fmla="*/ 588 h 843"/>
                <a:gd name="T74" fmla="*/ 239 w 558"/>
                <a:gd name="T75" fmla="*/ 560 h 843"/>
                <a:gd name="T76" fmla="*/ 249 w 558"/>
                <a:gd name="T77" fmla="*/ 516 h 843"/>
                <a:gd name="T78" fmla="*/ 275 w 558"/>
                <a:gd name="T79" fmla="*/ 510 h 843"/>
                <a:gd name="T80" fmla="*/ 291 w 558"/>
                <a:gd name="T81" fmla="*/ 488 h 843"/>
                <a:gd name="T82" fmla="*/ 347 w 558"/>
                <a:gd name="T83" fmla="*/ 462 h 843"/>
                <a:gd name="T84" fmla="*/ 349 w 558"/>
                <a:gd name="T85" fmla="*/ 522 h 843"/>
                <a:gd name="T86" fmla="*/ 349 w 558"/>
                <a:gd name="T87" fmla="*/ 556 h 843"/>
                <a:gd name="T88" fmla="*/ 355 w 558"/>
                <a:gd name="T89" fmla="*/ 590 h 843"/>
                <a:gd name="T90" fmla="*/ 386 w 558"/>
                <a:gd name="T91" fmla="*/ 592 h 843"/>
                <a:gd name="T92" fmla="*/ 434 w 558"/>
                <a:gd name="T93" fmla="*/ 600 h 843"/>
                <a:gd name="T94" fmla="*/ 438 w 558"/>
                <a:gd name="T95" fmla="*/ 614 h 843"/>
                <a:gd name="T96" fmla="*/ 498 w 558"/>
                <a:gd name="T97" fmla="*/ 616 h 843"/>
                <a:gd name="T98" fmla="*/ 530 w 558"/>
                <a:gd name="T99" fmla="*/ 606 h 843"/>
                <a:gd name="T100" fmla="*/ 552 w 558"/>
                <a:gd name="T101" fmla="*/ 552 h 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58" h="843">
                  <a:moveTo>
                    <a:pt x="558" y="538"/>
                  </a:moveTo>
                  <a:lnTo>
                    <a:pt x="558" y="538"/>
                  </a:lnTo>
                  <a:lnTo>
                    <a:pt x="554" y="536"/>
                  </a:lnTo>
                  <a:lnTo>
                    <a:pt x="542" y="526"/>
                  </a:lnTo>
                  <a:lnTo>
                    <a:pt x="530" y="508"/>
                  </a:lnTo>
                  <a:lnTo>
                    <a:pt x="530" y="494"/>
                  </a:lnTo>
                  <a:lnTo>
                    <a:pt x="528" y="474"/>
                  </a:lnTo>
                  <a:lnTo>
                    <a:pt x="528" y="454"/>
                  </a:lnTo>
                  <a:lnTo>
                    <a:pt x="526" y="446"/>
                  </a:lnTo>
                  <a:lnTo>
                    <a:pt x="534" y="438"/>
                  </a:lnTo>
                  <a:lnTo>
                    <a:pt x="534" y="438"/>
                  </a:lnTo>
                  <a:lnTo>
                    <a:pt x="536" y="426"/>
                  </a:lnTo>
                  <a:lnTo>
                    <a:pt x="536" y="426"/>
                  </a:lnTo>
                  <a:lnTo>
                    <a:pt x="538" y="416"/>
                  </a:lnTo>
                  <a:lnTo>
                    <a:pt x="538" y="404"/>
                  </a:lnTo>
                  <a:lnTo>
                    <a:pt x="538" y="396"/>
                  </a:lnTo>
                  <a:lnTo>
                    <a:pt x="544" y="384"/>
                  </a:lnTo>
                  <a:lnTo>
                    <a:pt x="540" y="374"/>
                  </a:lnTo>
                  <a:lnTo>
                    <a:pt x="538" y="364"/>
                  </a:lnTo>
                  <a:lnTo>
                    <a:pt x="542" y="353"/>
                  </a:lnTo>
                  <a:lnTo>
                    <a:pt x="540" y="331"/>
                  </a:lnTo>
                  <a:lnTo>
                    <a:pt x="546" y="323"/>
                  </a:lnTo>
                  <a:lnTo>
                    <a:pt x="540" y="299"/>
                  </a:lnTo>
                  <a:lnTo>
                    <a:pt x="536" y="291"/>
                  </a:lnTo>
                  <a:lnTo>
                    <a:pt x="534" y="277"/>
                  </a:lnTo>
                  <a:lnTo>
                    <a:pt x="530" y="275"/>
                  </a:lnTo>
                  <a:lnTo>
                    <a:pt x="508" y="241"/>
                  </a:lnTo>
                  <a:lnTo>
                    <a:pt x="472" y="225"/>
                  </a:lnTo>
                  <a:lnTo>
                    <a:pt x="426" y="213"/>
                  </a:lnTo>
                  <a:lnTo>
                    <a:pt x="406" y="205"/>
                  </a:lnTo>
                  <a:lnTo>
                    <a:pt x="371" y="157"/>
                  </a:lnTo>
                  <a:lnTo>
                    <a:pt x="349" y="115"/>
                  </a:lnTo>
                  <a:lnTo>
                    <a:pt x="349" y="78"/>
                  </a:lnTo>
                  <a:lnTo>
                    <a:pt x="361" y="62"/>
                  </a:lnTo>
                  <a:lnTo>
                    <a:pt x="357" y="40"/>
                  </a:lnTo>
                  <a:lnTo>
                    <a:pt x="333" y="24"/>
                  </a:lnTo>
                  <a:lnTo>
                    <a:pt x="333" y="0"/>
                  </a:lnTo>
                  <a:lnTo>
                    <a:pt x="267" y="18"/>
                  </a:lnTo>
                  <a:lnTo>
                    <a:pt x="211" y="34"/>
                  </a:lnTo>
                  <a:lnTo>
                    <a:pt x="174" y="74"/>
                  </a:lnTo>
                  <a:lnTo>
                    <a:pt x="152" y="143"/>
                  </a:lnTo>
                  <a:lnTo>
                    <a:pt x="44" y="245"/>
                  </a:lnTo>
                  <a:lnTo>
                    <a:pt x="0" y="257"/>
                  </a:lnTo>
                  <a:lnTo>
                    <a:pt x="26" y="269"/>
                  </a:lnTo>
                  <a:lnTo>
                    <a:pt x="50" y="293"/>
                  </a:lnTo>
                  <a:lnTo>
                    <a:pt x="58" y="311"/>
                  </a:lnTo>
                  <a:lnTo>
                    <a:pt x="70" y="319"/>
                  </a:lnTo>
                  <a:lnTo>
                    <a:pt x="80" y="356"/>
                  </a:lnTo>
                  <a:lnTo>
                    <a:pt x="100" y="368"/>
                  </a:lnTo>
                  <a:lnTo>
                    <a:pt x="100" y="394"/>
                  </a:lnTo>
                  <a:lnTo>
                    <a:pt x="106" y="420"/>
                  </a:lnTo>
                  <a:lnTo>
                    <a:pt x="102" y="436"/>
                  </a:lnTo>
                  <a:lnTo>
                    <a:pt x="102" y="446"/>
                  </a:lnTo>
                  <a:lnTo>
                    <a:pt x="94" y="454"/>
                  </a:lnTo>
                  <a:lnTo>
                    <a:pt x="86" y="456"/>
                  </a:lnTo>
                  <a:lnTo>
                    <a:pt x="82" y="466"/>
                  </a:lnTo>
                  <a:lnTo>
                    <a:pt x="84" y="476"/>
                  </a:lnTo>
                  <a:lnTo>
                    <a:pt x="102" y="482"/>
                  </a:lnTo>
                  <a:lnTo>
                    <a:pt x="120" y="510"/>
                  </a:lnTo>
                  <a:lnTo>
                    <a:pt x="124" y="530"/>
                  </a:lnTo>
                  <a:lnTo>
                    <a:pt x="118" y="538"/>
                  </a:lnTo>
                  <a:lnTo>
                    <a:pt x="120" y="554"/>
                  </a:lnTo>
                  <a:lnTo>
                    <a:pt x="114" y="566"/>
                  </a:lnTo>
                  <a:lnTo>
                    <a:pt x="114" y="572"/>
                  </a:lnTo>
                  <a:lnTo>
                    <a:pt x="100" y="574"/>
                  </a:lnTo>
                  <a:lnTo>
                    <a:pt x="102" y="592"/>
                  </a:lnTo>
                  <a:lnTo>
                    <a:pt x="104" y="596"/>
                  </a:lnTo>
                  <a:lnTo>
                    <a:pt x="98" y="606"/>
                  </a:lnTo>
                  <a:lnTo>
                    <a:pt x="96" y="612"/>
                  </a:lnTo>
                  <a:lnTo>
                    <a:pt x="90" y="618"/>
                  </a:lnTo>
                  <a:lnTo>
                    <a:pt x="88" y="629"/>
                  </a:lnTo>
                  <a:lnTo>
                    <a:pt x="78" y="641"/>
                  </a:lnTo>
                  <a:lnTo>
                    <a:pt x="82" y="675"/>
                  </a:lnTo>
                  <a:lnTo>
                    <a:pt x="82" y="675"/>
                  </a:lnTo>
                  <a:lnTo>
                    <a:pt x="92" y="681"/>
                  </a:lnTo>
                  <a:lnTo>
                    <a:pt x="92" y="681"/>
                  </a:lnTo>
                  <a:lnTo>
                    <a:pt x="110" y="679"/>
                  </a:lnTo>
                  <a:lnTo>
                    <a:pt x="118" y="689"/>
                  </a:lnTo>
                  <a:lnTo>
                    <a:pt x="128" y="691"/>
                  </a:lnTo>
                  <a:lnTo>
                    <a:pt x="136" y="701"/>
                  </a:lnTo>
                  <a:lnTo>
                    <a:pt x="142" y="711"/>
                  </a:lnTo>
                  <a:lnTo>
                    <a:pt x="152" y="715"/>
                  </a:lnTo>
                  <a:lnTo>
                    <a:pt x="144" y="737"/>
                  </a:lnTo>
                  <a:lnTo>
                    <a:pt x="142" y="761"/>
                  </a:lnTo>
                  <a:lnTo>
                    <a:pt x="154" y="773"/>
                  </a:lnTo>
                  <a:lnTo>
                    <a:pt x="150" y="783"/>
                  </a:lnTo>
                  <a:lnTo>
                    <a:pt x="146" y="817"/>
                  </a:lnTo>
                  <a:lnTo>
                    <a:pt x="156" y="833"/>
                  </a:lnTo>
                  <a:lnTo>
                    <a:pt x="156" y="833"/>
                  </a:lnTo>
                  <a:lnTo>
                    <a:pt x="156" y="833"/>
                  </a:lnTo>
                  <a:lnTo>
                    <a:pt x="158" y="833"/>
                  </a:lnTo>
                  <a:lnTo>
                    <a:pt x="158" y="833"/>
                  </a:lnTo>
                  <a:lnTo>
                    <a:pt x="170" y="843"/>
                  </a:lnTo>
                  <a:lnTo>
                    <a:pt x="187" y="843"/>
                  </a:lnTo>
                  <a:lnTo>
                    <a:pt x="217" y="813"/>
                  </a:lnTo>
                  <a:lnTo>
                    <a:pt x="215" y="789"/>
                  </a:lnTo>
                  <a:lnTo>
                    <a:pt x="199" y="759"/>
                  </a:lnTo>
                  <a:lnTo>
                    <a:pt x="199" y="739"/>
                  </a:lnTo>
                  <a:lnTo>
                    <a:pt x="205" y="731"/>
                  </a:lnTo>
                  <a:lnTo>
                    <a:pt x="211" y="717"/>
                  </a:lnTo>
                  <a:lnTo>
                    <a:pt x="219" y="717"/>
                  </a:lnTo>
                  <a:lnTo>
                    <a:pt x="243" y="697"/>
                  </a:lnTo>
                  <a:lnTo>
                    <a:pt x="245" y="687"/>
                  </a:lnTo>
                  <a:lnTo>
                    <a:pt x="239" y="681"/>
                  </a:lnTo>
                  <a:lnTo>
                    <a:pt x="231" y="659"/>
                  </a:lnTo>
                  <a:lnTo>
                    <a:pt x="237" y="645"/>
                  </a:lnTo>
                  <a:lnTo>
                    <a:pt x="235" y="627"/>
                  </a:lnTo>
                  <a:lnTo>
                    <a:pt x="229" y="616"/>
                  </a:lnTo>
                  <a:lnTo>
                    <a:pt x="229" y="606"/>
                  </a:lnTo>
                  <a:lnTo>
                    <a:pt x="237" y="598"/>
                  </a:lnTo>
                  <a:lnTo>
                    <a:pt x="239" y="588"/>
                  </a:lnTo>
                  <a:lnTo>
                    <a:pt x="243" y="580"/>
                  </a:lnTo>
                  <a:lnTo>
                    <a:pt x="243" y="568"/>
                  </a:lnTo>
                  <a:lnTo>
                    <a:pt x="239" y="560"/>
                  </a:lnTo>
                  <a:lnTo>
                    <a:pt x="241" y="542"/>
                  </a:lnTo>
                  <a:lnTo>
                    <a:pt x="241" y="528"/>
                  </a:lnTo>
                  <a:lnTo>
                    <a:pt x="249" y="516"/>
                  </a:lnTo>
                  <a:lnTo>
                    <a:pt x="259" y="514"/>
                  </a:lnTo>
                  <a:lnTo>
                    <a:pt x="267" y="508"/>
                  </a:lnTo>
                  <a:lnTo>
                    <a:pt x="275" y="510"/>
                  </a:lnTo>
                  <a:lnTo>
                    <a:pt x="283" y="508"/>
                  </a:lnTo>
                  <a:lnTo>
                    <a:pt x="287" y="492"/>
                  </a:lnTo>
                  <a:lnTo>
                    <a:pt x="291" y="488"/>
                  </a:lnTo>
                  <a:lnTo>
                    <a:pt x="299" y="484"/>
                  </a:lnTo>
                  <a:lnTo>
                    <a:pt x="315" y="484"/>
                  </a:lnTo>
                  <a:lnTo>
                    <a:pt x="347" y="462"/>
                  </a:lnTo>
                  <a:lnTo>
                    <a:pt x="355" y="480"/>
                  </a:lnTo>
                  <a:lnTo>
                    <a:pt x="359" y="504"/>
                  </a:lnTo>
                  <a:lnTo>
                    <a:pt x="349" y="522"/>
                  </a:lnTo>
                  <a:lnTo>
                    <a:pt x="347" y="544"/>
                  </a:lnTo>
                  <a:lnTo>
                    <a:pt x="349" y="556"/>
                  </a:lnTo>
                  <a:lnTo>
                    <a:pt x="349" y="556"/>
                  </a:lnTo>
                  <a:lnTo>
                    <a:pt x="343" y="570"/>
                  </a:lnTo>
                  <a:lnTo>
                    <a:pt x="343" y="570"/>
                  </a:lnTo>
                  <a:lnTo>
                    <a:pt x="355" y="590"/>
                  </a:lnTo>
                  <a:lnTo>
                    <a:pt x="365" y="596"/>
                  </a:lnTo>
                  <a:lnTo>
                    <a:pt x="375" y="588"/>
                  </a:lnTo>
                  <a:lnTo>
                    <a:pt x="386" y="592"/>
                  </a:lnTo>
                  <a:lnTo>
                    <a:pt x="412" y="596"/>
                  </a:lnTo>
                  <a:lnTo>
                    <a:pt x="422" y="594"/>
                  </a:lnTo>
                  <a:lnTo>
                    <a:pt x="434" y="600"/>
                  </a:lnTo>
                  <a:lnTo>
                    <a:pt x="434" y="600"/>
                  </a:lnTo>
                  <a:lnTo>
                    <a:pt x="438" y="614"/>
                  </a:lnTo>
                  <a:lnTo>
                    <a:pt x="438" y="614"/>
                  </a:lnTo>
                  <a:lnTo>
                    <a:pt x="460" y="616"/>
                  </a:lnTo>
                  <a:lnTo>
                    <a:pt x="482" y="616"/>
                  </a:lnTo>
                  <a:lnTo>
                    <a:pt x="498" y="616"/>
                  </a:lnTo>
                  <a:lnTo>
                    <a:pt x="518" y="612"/>
                  </a:lnTo>
                  <a:lnTo>
                    <a:pt x="522" y="610"/>
                  </a:lnTo>
                  <a:lnTo>
                    <a:pt x="530" y="606"/>
                  </a:lnTo>
                  <a:lnTo>
                    <a:pt x="536" y="598"/>
                  </a:lnTo>
                  <a:lnTo>
                    <a:pt x="532" y="570"/>
                  </a:lnTo>
                  <a:lnTo>
                    <a:pt x="552" y="552"/>
                  </a:lnTo>
                  <a:lnTo>
                    <a:pt x="558" y="538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23" name="Freeform 45">
              <a:extLst>
                <a:ext uri="{FF2B5EF4-FFF2-40B4-BE49-F238E27FC236}">
                  <a16:creationId xmlns:a16="http://schemas.microsoft.com/office/drawing/2014/main" id="{C19A7F72-AF19-128D-0629-07E164303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9813" y="5794375"/>
              <a:ext cx="1525587" cy="1025525"/>
            </a:xfrm>
            <a:custGeom>
              <a:avLst/>
              <a:gdLst>
                <a:gd name="T0" fmla="*/ 774 w 961"/>
                <a:gd name="T1" fmla="*/ 636 h 646"/>
                <a:gd name="T2" fmla="*/ 806 w 961"/>
                <a:gd name="T3" fmla="*/ 640 h 646"/>
                <a:gd name="T4" fmla="*/ 810 w 961"/>
                <a:gd name="T5" fmla="*/ 588 h 646"/>
                <a:gd name="T6" fmla="*/ 832 w 961"/>
                <a:gd name="T7" fmla="*/ 562 h 646"/>
                <a:gd name="T8" fmla="*/ 872 w 961"/>
                <a:gd name="T9" fmla="*/ 530 h 646"/>
                <a:gd name="T10" fmla="*/ 870 w 961"/>
                <a:gd name="T11" fmla="*/ 482 h 646"/>
                <a:gd name="T12" fmla="*/ 944 w 961"/>
                <a:gd name="T13" fmla="*/ 377 h 646"/>
                <a:gd name="T14" fmla="*/ 944 w 961"/>
                <a:gd name="T15" fmla="*/ 305 h 646"/>
                <a:gd name="T16" fmla="*/ 826 w 961"/>
                <a:gd name="T17" fmla="*/ 207 h 646"/>
                <a:gd name="T18" fmla="*/ 808 w 961"/>
                <a:gd name="T19" fmla="*/ 160 h 646"/>
                <a:gd name="T20" fmla="*/ 707 w 961"/>
                <a:gd name="T21" fmla="*/ 108 h 646"/>
                <a:gd name="T22" fmla="*/ 651 w 961"/>
                <a:gd name="T23" fmla="*/ 150 h 646"/>
                <a:gd name="T24" fmla="*/ 524 w 961"/>
                <a:gd name="T25" fmla="*/ 124 h 646"/>
                <a:gd name="T26" fmla="*/ 422 w 961"/>
                <a:gd name="T27" fmla="*/ 62 h 646"/>
                <a:gd name="T28" fmla="*/ 396 w 961"/>
                <a:gd name="T29" fmla="*/ 14 h 646"/>
                <a:gd name="T30" fmla="*/ 373 w 961"/>
                <a:gd name="T31" fmla="*/ 4 h 646"/>
                <a:gd name="T32" fmla="*/ 323 w 961"/>
                <a:gd name="T33" fmla="*/ 4 h 646"/>
                <a:gd name="T34" fmla="*/ 162 w 961"/>
                <a:gd name="T35" fmla="*/ 66 h 646"/>
                <a:gd name="T36" fmla="*/ 46 w 961"/>
                <a:gd name="T37" fmla="*/ 138 h 646"/>
                <a:gd name="T38" fmla="*/ 4 w 961"/>
                <a:gd name="T39" fmla="*/ 152 h 646"/>
                <a:gd name="T40" fmla="*/ 20 w 961"/>
                <a:gd name="T41" fmla="*/ 393 h 646"/>
                <a:gd name="T42" fmla="*/ 26 w 961"/>
                <a:gd name="T43" fmla="*/ 512 h 646"/>
                <a:gd name="T44" fmla="*/ 42 w 961"/>
                <a:gd name="T45" fmla="*/ 484 h 646"/>
                <a:gd name="T46" fmla="*/ 84 w 961"/>
                <a:gd name="T47" fmla="*/ 445 h 646"/>
                <a:gd name="T48" fmla="*/ 118 w 961"/>
                <a:gd name="T49" fmla="*/ 391 h 646"/>
                <a:gd name="T50" fmla="*/ 140 w 961"/>
                <a:gd name="T51" fmla="*/ 391 h 646"/>
                <a:gd name="T52" fmla="*/ 168 w 961"/>
                <a:gd name="T53" fmla="*/ 371 h 646"/>
                <a:gd name="T54" fmla="*/ 227 w 961"/>
                <a:gd name="T55" fmla="*/ 369 h 646"/>
                <a:gd name="T56" fmla="*/ 285 w 961"/>
                <a:gd name="T57" fmla="*/ 343 h 646"/>
                <a:gd name="T58" fmla="*/ 317 w 961"/>
                <a:gd name="T59" fmla="*/ 353 h 646"/>
                <a:gd name="T60" fmla="*/ 363 w 961"/>
                <a:gd name="T61" fmla="*/ 357 h 646"/>
                <a:gd name="T62" fmla="*/ 410 w 961"/>
                <a:gd name="T63" fmla="*/ 365 h 646"/>
                <a:gd name="T64" fmla="*/ 398 w 961"/>
                <a:gd name="T65" fmla="*/ 403 h 646"/>
                <a:gd name="T66" fmla="*/ 388 w 961"/>
                <a:gd name="T67" fmla="*/ 449 h 646"/>
                <a:gd name="T68" fmla="*/ 412 w 961"/>
                <a:gd name="T69" fmla="*/ 482 h 646"/>
                <a:gd name="T70" fmla="*/ 448 w 961"/>
                <a:gd name="T71" fmla="*/ 480 h 646"/>
                <a:gd name="T72" fmla="*/ 484 w 961"/>
                <a:gd name="T73" fmla="*/ 492 h 646"/>
                <a:gd name="T74" fmla="*/ 508 w 961"/>
                <a:gd name="T75" fmla="*/ 508 h 646"/>
                <a:gd name="T76" fmla="*/ 524 w 961"/>
                <a:gd name="T77" fmla="*/ 532 h 646"/>
                <a:gd name="T78" fmla="*/ 532 w 961"/>
                <a:gd name="T79" fmla="*/ 556 h 646"/>
                <a:gd name="T80" fmla="*/ 550 w 961"/>
                <a:gd name="T81" fmla="*/ 590 h 646"/>
                <a:gd name="T82" fmla="*/ 605 w 961"/>
                <a:gd name="T83" fmla="*/ 594 h 646"/>
                <a:gd name="T84" fmla="*/ 629 w 961"/>
                <a:gd name="T85" fmla="*/ 610 h 646"/>
                <a:gd name="T86" fmla="*/ 691 w 961"/>
                <a:gd name="T87" fmla="*/ 636 h 646"/>
                <a:gd name="T88" fmla="*/ 739 w 961"/>
                <a:gd name="T89" fmla="*/ 632 h 646"/>
                <a:gd name="T90" fmla="*/ 759 w 961"/>
                <a:gd name="T91" fmla="*/ 628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61" h="646">
                  <a:moveTo>
                    <a:pt x="759" y="628"/>
                  </a:moveTo>
                  <a:lnTo>
                    <a:pt x="763" y="626"/>
                  </a:lnTo>
                  <a:lnTo>
                    <a:pt x="774" y="636"/>
                  </a:lnTo>
                  <a:lnTo>
                    <a:pt x="786" y="646"/>
                  </a:lnTo>
                  <a:lnTo>
                    <a:pt x="796" y="640"/>
                  </a:lnTo>
                  <a:lnTo>
                    <a:pt x="806" y="640"/>
                  </a:lnTo>
                  <a:lnTo>
                    <a:pt x="820" y="626"/>
                  </a:lnTo>
                  <a:lnTo>
                    <a:pt x="812" y="600"/>
                  </a:lnTo>
                  <a:lnTo>
                    <a:pt x="810" y="588"/>
                  </a:lnTo>
                  <a:lnTo>
                    <a:pt x="810" y="568"/>
                  </a:lnTo>
                  <a:lnTo>
                    <a:pt x="824" y="562"/>
                  </a:lnTo>
                  <a:lnTo>
                    <a:pt x="832" y="562"/>
                  </a:lnTo>
                  <a:lnTo>
                    <a:pt x="836" y="550"/>
                  </a:lnTo>
                  <a:lnTo>
                    <a:pt x="850" y="528"/>
                  </a:lnTo>
                  <a:lnTo>
                    <a:pt x="872" y="530"/>
                  </a:lnTo>
                  <a:lnTo>
                    <a:pt x="872" y="530"/>
                  </a:lnTo>
                  <a:lnTo>
                    <a:pt x="864" y="512"/>
                  </a:lnTo>
                  <a:lnTo>
                    <a:pt x="870" y="482"/>
                  </a:lnTo>
                  <a:lnTo>
                    <a:pt x="916" y="429"/>
                  </a:lnTo>
                  <a:lnTo>
                    <a:pt x="940" y="411"/>
                  </a:lnTo>
                  <a:lnTo>
                    <a:pt x="944" y="377"/>
                  </a:lnTo>
                  <a:lnTo>
                    <a:pt x="961" y="349"/>
                  </a:lnTo>
                  <a:lnTo>
                    <a:pt x="961" y="315"/>
                  </a:lnTo>
                  <a:lnTo>
                    <a:pt x="944" y="305"/>
                  </a:lnTo>
                  <a:lnTo>
                    <a:pt x="912" y="301"/>
                  </a:lnTo>
                  <a:lnTo>
                    <a:pt x="886" y="275"/>
                  </a:lnTo>
                  <a:lnTo>
                    <a:pt x="826" y="207"/>
                  </a:lnTo>
                  <a:lnTo>
                    <a:pt x="802" y="182"/>
                  </a:lnTo>
                  <a:lnTo>
                    <a:pt x="798" y="164"/>
                  </a:lnTo>
                  <a:lnTo>
                    <a:pt x="808" y="160"/>
                  </a:lnTo>
                  <a:lnTo>
                    <a:pt x="808" y="160"/>
                  </a:lnTo>
                  <a:lnTo>
                    <a:pt x="737" y="106"/>
                  </a:lnTo>
                  <a:lnTo>
                    <a:pt x="707" y="108"/>
                  </a:lnTo>
                  <a:lnTo>
                    <a:pt x="681" y="124"/>
                  </a:lnTo>
                  <a:lnTo>
                    <a:pt x="673" y="132"/>
                  </a:lnTo>
                  <a:lnTo>
                    <a:pt x="651" y="150"/>
                  </a:lnTo>
                  <a:lnTo>
                    <a:pt x="599" y="148"/>
                  </a:lnTo>
                  <a:lnTo>
                    <a:pt x="546" y="132"/>
                  </a:lnTo>
                  <a:lnTo>
                    <a:pt x="524" y="124"/>
                  </a:lnTo>
                  <a:lnTo>
                    <a:pt x="460" y="96"/>
                  </a:lnTo>
                  <a:lnTo>
                    <a:pt x="432" y="78"/>
                  </a:lnTo>
                  <a:lnTo>
                    <a:pt x="422" y="62"/>
                  </a:lnTo>
                  <a:lnTo>
                    <a:pt x="404" y="28"/>
                  </a:lnTo>
                  <a:lnTo>
                    <a:pt x="404" y="28"/>
                  </a:lnTo>
                  <a:lnTo>
                    <a:pt x="396" y="14"/>
                  </a:lnTo>
                  <a:lnTo>
                    <a:pt x="396" y="14"/>
                  </a:lnTo>
                  <a:lnTo>
                    <a:pt x="373" y="4"/>
                  </a:lnTo>
                  <a:lnTo>
                    <a:pt x="373" y="4"/>
                  </a:lnTo>
                  <a:lnTo>
                    <a:pt x="349" y="0"/>
                  </a:lnTo>
                  <a:lnTo>
                    <a:pt x="349" y="0"/>
                  </a:lnTo>
                  <a:lnTo>
                    <a:pt x="323" y="4"/>
                  </a:lnTo>
                  <a:lnTo>
                    <a:pt x="283" y="14"/>
                  </a:lnTo>
                  <a:lnTo>
                    <a:pt x="229" y="32"/>
                  </a:lnTo>
                  <a:lnTo>
                    <a:pt x="162" y="66"/>
                  </a:lnTo>
                  <a:lnTo>
                    <a:pt x="106" y="94"/>
                  </a:lnTo>
                  <a:lnTo>
                    <a:pt x="74" y="118"/>
                  </a:lnTo>
                  <a:lnTo>
                    <a:pt x="46" y="138"/>
                  </a:lnTo>
                  <a:lnTo>
                    <a:pt x="24" y="142"/>
                  </a:lnTo>
                  <a:lnTo>
                    <a:pt x="0" y="150"/>
                  </a:lnTo>
                  <a:lnTo>
                    <a:pt x="4" y="152"/>
                  </a:lnTo>
                  <a:lnTo>
                    <a:pt x="18" y="186"/>
                  </a:lnTo>
                  <a:lnTo>
                    <a:pt x="38" y="329"/>
                  </a:lnTo>
                  <a:lnTo>
                    <a:pt x="20" y="393"/>
                  </a:lnTo>
                  <a:lnTo>
                    <a:pt x="8" y="462"/>
                  </a:lnTo>
                  <a:lnTo>
                    <a:pt x="26" y="508"/>
                  </a:lnTo>
                  <a:lnTo>
                    <a:pt x="26" y="512"/>
                  </a:lnTo>
                  <a:lnTo>
                    <a:pt x="26" y="512"/>
                  </a:lnTo>
                  <a:lnTo>
                    <a:pt x="38" y="496"/>
                  </a:lnTo>
                  <a:lnTo>
                    <a:pt x="42" y="484"/>
                  </a:lnTo>
                  <a:lnTo>
                    <a:pt x="56" y="474"/>
                  </a:lnTo>
                  <a:lnTo>
                    <a:pt x="70" y="462"/>
                  </a:lnTo>
                  <a:lnTo>
                    <a:pt x="84" y="445"/>
                  </a:lnTo>
                  <a:lnTo>
                    <a:pt x="96" y="433"/>
                  </a:lnTo>
                  <a:lnTo>
                    <a:pt x="114" y="393"/>
                  </a:lnTo>
                  <a:lnTo>
                    <a:pt x="118" y="391"/>
                  </a:lnTo>
                  <a:lnTo>
                    <a:pt x="134" y="401"/>
                  </a:lnTo>
                  <a:lnTo>
                    <a:pt x="138" y="401"/>
                  </a:lnTo>
                  <a:lnTo>
                    <a:pt x="140" y="391"/>
                  </a:lnTo>
                  <a:lnTo>
                    <a:pt x="146" y="377"/>
                  </a:lnTo>
                  <a:lnTo>
                    <a:pt x="160" y="371"/>
                  </a:lnTo>
                  <a:lnTo>
                    <a:pt x="168" y="371"/>
                  </a:lnTo>
                  <a:lnTo>
                    <a:pt x="180" y="371"/>
                  </a:lnTo>
                  <a:lnTo>
                    <a:pt x="191" y="365"/>
                  </a:lnTo>
                  <a:lnTo>
                    <a:pt x="227" y="369"/>
                  </a:lnTo>
                  <a:lnTo>
                    <a:pt x="261" y="339"/>
                  </a:lnTo>
                  <a:lnTo>
                    <a:pt x="285" y="343"/>
                  </a:lnTo>
                  <a:lnTo>
                    <a:pt x="285" y="343"/>
                  </a:lnTo>
                  <a:lnTo>
                    <a:pt x="299" y="351"/>
                  </a:lnTo>
                  <a:lnTo>
                    <a:pt x="299" y="351"/>
                  </a:lnTo>
                  <a:lnTo>
                    <a:pt x="317" y="353"/>
                  </a:lnTo>
                  <a:lnTo>
                    <a:pt x="343" y="343"/>
                  </a:lnTo>
                  <a:lnTo>
                    <a:pt x="353" y="353"/>
                  </a:lnTo>
                  <a:lnTo>
                    <a:pt x="363" y="357"/>
                  </a:lnTo>
                  <a:lnTo>
                    <a:pt x="381" y="349"/>
                  </a:lnTo>
                  <a:lnTo>
                    <a:pt x="390" y="345"/>
                  </a:lnTo>
                  <a:lnTo>
                    <a:pt x="410" y="365"/>
                  </a:lnTo>
                  <a:lnTo>
                    <a:pt x="414" y="377"/>
                  </a:lnTo>
                  <a:lnTo>
                    <a:pt x="408" y="389"/>
                  </a:lnTo>
                  <a:lnTo>
                    <a:pt x="398" y="403"/>
                  </a:lnTo>
                  <a:lnTo>
                    <a:pt x="400" y="429"/>
                  </a:lnTo>
                  <a:lnTo>
                    <a:pt x="398" y="435"/>
                  </a:lnTo>
                  <a:lnTo>
                    <a:pt x="388" y="449"/>
                  </a:lnTo>
                  <a:lnTo>
                    <a:pt x="396" y="460"/>
                  </a:lnTo>
                  <a:lnTo>
                    <a:pt x="402" y="472"/>
                  </a:lnTo>
                  <a:lnTo>
                    <a:pt x="412" y="482"/>
                  </a:lnTo>
                  <a:lnTo>
                    <a:pt x="426" y="490"/>
                  </a:lnTo>
                  <a:lnTo>
                    <a:pt x="436" y="486"/>
                  </a:lnTo>
                  <a:lnTo>
                    <a:pt x="448" y="480"/>
                  </a:lnTo>
                  <a:lnTo>
                    <a:pt x="460" y="482"/>
                  </a:lnTo>
                  <a:lnTo>
                    <a:pt x="470" y="488"/>
                  </a:lnTo>
                  <a:lnTo>
                    <a:pt x="484" y="492"/>
                  </a:lnTo>
                  <a:lnTo>
                    <a:pt x="498" y="486"/>
                  </a:lnTo>
                  <a:lnTo>
                    <a:pt x="504" y="492"/>
                  </a:lnTo>
                  <a:lnTo>
                    <a:pt x="508" y="508"/>
                  </a:lnTo>
                  <a:lnTo>
                    <a:pt x="516" y="518"/>
                  </a:lnTo>
                  <a:lnTo>
                    <a:pt x="518" y="526"/>
                  </a:lnTo>
                  <a:lnTo>
                    <a:pt x="524" y="532"/>
                  </a:lnTo>
                  <a:lnTo>
                    <a:pt x="526" y="538"/>
                  </a:lnTo>
                  <a:lnTo>
                    <a:pt x="524" y="548"/>
                  </a:lnTo>
                  <a:lnTo>
                    <a:pt x="532" y="556"/>
                  </a:lnTo>
                  <a:lnTo>
                    <a:pt x="526" y="564"/>
                  </a:lnTo>
                  <a:lnTo>
                    <a:pt x="538" y="586"/>
                  </a:lnTo>
                  <a:lnTo>
                    <a:pt x="550" y="590"/>
                  </a:lnTo>
                  <a:lnTo>
                    <a:pt x="568" y="582"/>
                  </a:lnTo>
                  <a:lnTo>
                    <a:pt x="593" y="594"/>
                  </a:lnTo>
                  <a:lnTo>
                    <a:pt x="605" y="594"/>
                  </a:lnTo>
                  <a:lnTo>
                    <a:pt x="611" y="594"/>
                  </a:lnTo>
                  <a:lnTo>
                    <a:pt x="617" y="614"/>
                  </a:lnTo>
                  <a:lnTo>
                    <a:pt x="629" y="610"/>
                  </a:lnTo>
                  <a:lnTo>
                    <a:pt x="657" y="618"/>
                  </a:lnTo>
                  <a:lnTo>
                    <a:pt x="667" y="624"/>
                  </a:lnTo>
                  <a:lnTo>
                    <a:pt x="691" y="636"/>
                  </a:lnTo>
                  <a:lnTo>
                    <a:pt x="707" y="632"/>
                  </a:lnTo>
                  <a:lnTo>
                    <a:pt x="729" y="626"/>
                  </a:lnTo>
                  <a:lnTo>
                    <a:pt x="739" y="632"/>
                  </a:lnTo>
                  <a:lnTo>
                    <a:pt x="741" y="646"/>
                  </a:lnTo>
                  <a:lnTo>
                    <a:pt x="755" y="642"/>
                  </a:lnTo>
                  <a:lnTo>
                    <a:pt x="759" y="628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24" name="Freeform 46">
              <a:extLst>
                <a:ext uri="{FF2B5EF4-FFF2-40B4-BE49-F238E27FC236}">
                  <a16:creationId xmlns:a16="http://schemas.microsoft.com/office/drawing/2014/main" id="{F477B5B6-2379-1946-7048-3BF46B413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9875" y="6237288"/>
              <a:ext cx="788987" cy="1316038"/>
            </a:xfrm>
            <a:custGeom>
              <a:avLst/>
              <a:gdLst>
                <a:gd name="T0" fmla="*/ 483 w 497"/>
                <a:gd name="T1" fmla="*/ 686 h 829"/>
                <a:gd name="T2" fmla="*/ 477 w 497"/>
                <a:gd name="T3" fmla="*/ 638 h 829"/>
                <a:gd name="T4" fmla="*/ 449 w 497"/>
                <a:gd name="T5" fmla="*/ 610 h 829"/>
                <a:gd name="T6" fmla="*/ 408 w 497"/>
                <a:gd name="T7" fmla="*/ 568 h 829"/>
                <a:gd name="T8" fmla="*/ 356 w 497"/>
                <a:gd name="T9" fmla="*/ 528 h 829"/>
                <a:gd name="T10" fmla="*/ 348 w 497"/>
                <a:gd name="T11" fmla="*/ 478 h 829"/>
                <a:gd name="T12" fmla="*/ 362 w 497"/>
                <a:gd name="T13" fmla="*/ 419 h 829"/>
                <a:gd name="T14" fmla="*/ 374 w 497"/>
                <a:gd name="T15" fmla="*/ 399 h 829"/>
                <a:gd name="T16" fmla="*/ 392 w 497"/>
                <a:gd name="T17" fmla="*/ 367 h 829"/>
                <a:gd name="T18" fmla="*/ 396 w 497"/>
                <a:gd name="T19" fmla="*/ 303 h 829"/>
                <a:gd name="T20" fmla="*/ 378 w 497"/>
                <a:gd name="T21" fmla="*/ 267 h 829"/>
                <a:gd name="T22" fmla="*/ 336 w 497"/>
                <a:gd name="T23" fmla="*/ 181 h 829"/>
                <a:gd name="T24" fmla="*/ 358 w 497"/>
                <a:gd name="T25" fmla="*/ 102 h 829"/>
                <a:gd name="T26" fmla="*/ 344 w 497"/>
                <a:gd name="T27" fmla="*/ 34 h 829"/>
                <a:gd name="T28" fmla="*/ 314 w 497"/>
                <a:gd name="T29" fmla="*/ 6 h 829"/>
                <a:gd name="T30" fmla="*/ 211 w 497"/>
                <a:gd name="T31" fmla="*/ 18 h 829"/>
                <a:gd name="T32" fmla="*/ 165 w 497"/>
                <a:gd name="T33" fmla="*/ 18 h 829"/>
                <a:gd name="T34" fmla="*/ 75 w 497"/>
                <a:gd name="T35" fmla="*/ 0 h 829"/>
                <a:gd name="T36" fmla="*/ 49 w 497"/>
                <a:gd name="T37" fmla="*/ 44 h 829"/>
                <a:gd name="T38" fmla="*/ 77 w 497"/>
                <a:gd name="T39" fmla="*/ 54 h 829"/>
                <a:gd name="T40" fmla="*/ 97 w 497"/>
                <a:gd name="T41" fmla="*/ 80 h 829"/>
                <a:gd name="T42" fmla="*/ 119 w 497"/>
                <a:gd name="T43" fmla="*/ 98 h 829"/>
                <a:gd name="T44" fmla="*/ 127 w 497"/>
                <a:gd name="T45" fmla="*/ 112 h 829"/>
                <a:gd name="T46" fmla="*/ 111 w 497"/>
                <a:gd name="T47" fmla="*/ 134 h 829"/>
                <a:gd name="T48" fmla="*/ 79 w 497"/>
                <a:gd name="T49" fmla="*/ 154 h 829"/>
                <a:gd name="T50" fmla="*/ 63 w 497"/>
                <a:gd name="T51" fmla="*/ 187 h 829"/>
                <a:gd name="T52" fmla="*/ 32 w 497"/>
                <a:gd name="T53" fmla="*/ 213 h 829"/>
                <a:gd name="T54" fmla="*/ 45 w 497"/>
                <a:gd name="T55" fmla="*/ 231 h 829"/>
                <a:gd name="T56" fmla="*/ 37 w 497"/>
                <a:gd name="T57" fmla="*/ 247 h 829"/>
                <a:gd name="T58" fmla="*/ 32 w 497"/>
                <a:gd name="T59" fmla="*/ 265 h 829"/>
                <a:gd name="T60" fmla="*/ 24 w 497"/>
                <a:gd name="T61" fmla="*/ 287 h 829"/>
                <a:gd name="T62" fmla="*/ 14 w 497"/>
                <a:gd name="T63" fmla="*/ 309 h 829"/>
                <a:gd name="T64" fmla="*/ 4 w 497"/>
                <a:gd name="T65" fmla="*/ 317 h 829"/>
                <a:gd name="T66" fmla="*/ 2 w 497"/>
                <a:gd name="T67" fmla="*/ 385 h 829"/>
                <a:gd name="T68" fmla="*/ 30 w 497"/>
                <a:gd name="T69" fmla="*/ 444 h 829"/>
                <a:gd name="T70" fmla="*/ 35 w 497"/>
                <a:gd name="T71" fmla="*/ 460 h 829"/>
                <a:gd name="T72" fmla="*/ 41 w 497"/>
                <a:gd name="T73" fmla="*/ 478 h 829"/>
                <a:gd name="T74" fmla="*/ 33 w 497"/>
                <a:gd name="T75" fmla="*/ 504 h 829"/>
                <a:gd name="T76" fmla="*/ 37 w 497"/>
                <a:gd name="T77" fmla="*/ 556 h 829"/>
                <a:gd name="T78" fmla="*/ 79 w 497"/>
                <a:gd name="T79" fmla="*/ 602 h 829"/>
                <a:gd name="T80" fmla="*/ 105 w 497"/>
                <a:gd name="T81" fmla="*/ 668 h 829"/>
                <a:gd name="T82" fmla="*/ 99 w 497"/>
                <a:gd name="T83" fmla="*/ 701 h 829"/>
                <a:gd name="T84" fmla="*/ 91 w 497"/>
                <a:gd name="T85" fmla="*/ 719 h 829"/>
                <a:gd name="T86" fmla="*/ 93 w 497"/>
                <a:gd name="T87" fmla="*/ 743 h 829"/>
                <a:gd name="T88" fmla="*/ 153 w 497"/>
                <a:gd name="T89" fmla="*/ 781 h 829"/>
                <a:gd name="T90" fmla="*/ 189 w 497"/>
                <a:gd name="T91" fmla="*/ 819 h 829"/>
                <a:gd name="T92" fmla="*/ 203 w 497"/>
                <a:gd name="T93" fmla="*/ 825 h 829"/>
                <a:gd name="T94" fmla="*/ 221 w 497"/>
                <a:gd name="T95" fmla="*/ 829 h 829"/>
                <a:gd name="T96" fmla="*/ 280 w 497"/>
                <a:gd name="T97" fmla="*/ 823 h 829"/>
                <a:gd name="T98" fmla="*/ 386 w 497"/>
                <a:gd name="T99" fmla="*/ 793 h 829"/>
                <a:gd name="T100" fmla="*/ 447 w 497"/>
                <a:gd name="T101" fmla="*/ 765 h 829"/>
                <a:gd name="T102" fmla="*/ 467 w 497"/>
                <a:gd name="T103" fmla="*/ 803 h 829"/>
                <a:gd name="T104" fmla="*/ 493 w 497"/>
                <a:gd name="T105" fmla="*/ 781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97" h="829">
                  <a:moveTo>
                    <a:pt x="495" y="739"/>
                  </a:moveTo>
                  <a:lnTo>
                    <a:pt x="483" y="686"/>
                  </a:lnTo>
                  <a:lnTo>
                    <a:pt x="483" y="668"/>
                  </a:lnTo>
                  <a:lnTo>
                    <a:pt x="477" y="638"/>
                  </a:lnTo>
                  <a:lnTo>
                    <a:pt x="463" y="626"/>
                  </a:lnTo>
                  <a:lnTo>
                    <a:pt x="449" y="610"/>
                  </a:lnTo>
                  <a:lnTo>
                    <a:pt x="427" y="578"/>
                  </a:lnTo>
                  <a:lnTo>
                    <a:pt x="408" y="568"/>
                  </a:lnTo>
                  <a:lnTo>
                    <a:pt x="374" y="550"/>
                  </a:lnTo>
                  <a:lnTo>
                    <a:pt x="356" y="528"/>
                  </a:lnTo>
                  <a:lnTo>
                    <a:pt x="350" y="512"/>
                  </a:lnTo>
                  <a:lnTo>
                    <a:pt x="348" y="478"/>
                  </a:lnTo>
                  <a:lnTo>
                    <a:pt x="350" y="448"/>
                  </a:lnTo>
                  <a:lnTo>
                    <a:pt x="362" y="419"/>
                  </a:lnTo>
                  <a:lnTo>
                    <a:pt x="374" y="399"/>
                  </a:lnTo>
                  <a:lnTo>
                    <a:pt x="374" y="399"/>
                  </a:lnTo>
                  <a:lnTo>
                    <a:pt x="392" y="367"/>
                  </a:lnTo>
                  <a:lnTo>
                    <a:pt x="392" y="367"/>
                  </a:lnTo>
                  <a:lnTo>
                    <a:pt x="398" y="341"/>
                  </a:lnTo>
                  <a:lnTo>
                    <a:pt x="396" y="303"/>
                  </a:lnTo>
                  <a:lnTo>
                    <a:pt x="388" y="279"/>
                  </a:lnTo>
                  <a:lnTo>
                    <a:pt x="378" y="267"/>
                  </a:lnTo>
                  <a:lnTo>
                    <a:pt x="350" y="219"/>
                  </a:lnTo>
                  <a:lnTo>
                    <a:pt x="336" y="181"/>
                  </a:lnTo>
                  <a:lnTo>
                    <a:pt x="350" y="164"/>
                  </a:lnTo>
                  <a:lnTo>
                    <a:pt x="358" y="102"/>
                  </a:lnTo>
                  <a:lnTo>
                    <a:pt x="356" y="80"/>
                  </a:lnTo>
                  <a:lnTo>
                    <a:pt x="344" y="34"/>
                  </a:lnTo>
                  <a:lnTo>
                    <a:pt x="328" y="16"/>
                  </a:lnTo>
                  <a:lnTo>
                    <a:pt x="314" y="6"/>
                  </a:lnTo>
                  <a:lnTo>
                    <a:pt x="302" y="14"/>
                  </a:lnTo>
                  <a:lnTo>
                    <a:pt x="211" y="18"/>
                  </a:lnTo>
                  <a:lnTo>
                    <a:pt x="187" y="22"/>
                  </a:lnTo>
                  <a:lnTo>
                    <a:pt x="165" y="18"/>
                  </a:lnTo>
                  <a:lnTo>
                    <a:pt x="97" y="0"/>
                  </a:lnTo>
                  <a:lnTo>
                    <a:pt x="75" y="0"/>
                  </a:lnTo>
                  <a:lnTo>
                    <a:pt x="57" y="32"/>
                  </a:lnTo>
                  <a:lnTo>
                    <a:pt x="49" y="44"/>
                  </a:lnTo>
                  <a:lnTo>
                    <a:pt x="57" y="54"/>
                  </a:lnTo>
                  <a:lnTo>
                    <a:pt x="77" y="54"/>
                  </a:lnTo>
                  <a:lnTo>
                    <a:pt x="93" y="70"/>
                  </a:lnTo>
                  <a:lnTo>
                    <a:pt x="97" y="80"/>
                  </a:lnTo>
                  <a:lnTo>
                    <a:pt x="111" y="86"/>
                  </a:lnTo>
                  <a:lnTo>
                    <a:pt x="119" y="98"/>
                  </a:lnTo>
                  <a:lnTo>
                    <a:pt x="121" y="104"/>
                  </a:lnTo>
                  <a:lnTo>
                    <a:pt x="127" y="112"/>
                  </a:lnTo>
                  <a:lnTo>
                    <a:pt x="125" y="124"/>
                  </a:lnTo>
                  <a:lnTo>
                    <a:pt x="111" y="134"/>
                  </a:lnTo>
                  <a:lnTo>
                    <a:pt x="111" y="142"/>
                  </a:lnTo>
                  <a:lnTo>
                    <a:pt x="79" y="154"/>
                  </a:lnTo>
                  <a:lnTo>
                    <a:pt x="71" y="162"/>
                  </a:lnTo>
                  <a:lnTo>
                    <a:pt x="63" y="187"/>
                  </a:lnTo>
                  <a:lnTo>
                    <a:pt x="41" y="191"/>
                  </a:lnTo>
                  <a:lnTo>
                    <a:pt x="32" y="213"/>
                  </a:lnTo>
                  <a:lnTo>
                    <a:pt x="33" y="233"/>
                  </a:lnTo>
                  <a:lnTo>
                    <a:pt x="45" y="231"/>
                  </a:lnTo>
                  <a:lnTo>
                    <a:pt x="45" y="237"/>
                  </a:lnTo>
                  <a:lnTo>
                    <a:pt x="37" y="247"/>
                  </a:lnTo>
                  <a:lnTo>
                    <a:pt x="37" y="257"/>
                  </a:lnTo>
                  <a:lnTo>
                    <a:pt x="32" y="265"/>
                  </a:lnTo>
                  <a:lnTo>
                    <a:pt x="35" y="277"/>
                  </a:lnTo>
                  <a:lnTo>
                    <a:pt x="24" y="287"/>
                  </a:lnTo>
                  <a:lnTo>
                    <a:pt x="30" y="301"/>
                  </a:lnTo>
                  <a:lnTo>
                    <a:pt x="14" y="309"/>
                  </a:lnTo>
                  <a:lnTo>
                    <a:pt x="4" y="317"/>
                  </a:lnTo>
                  <a:lnTo>
                    <a:pt x="4" y="317"/>
                  </a:lnTo>
                  <a:lnTo>
                    <a:pt x="0" y="343"/>
                  </a:lnTo>
                  <a:lnTo>
                    <a:pt x="2" y="385"/>
                  </a:lnTo>
                  <a:lnTo>
                    <a:pt x="10" y="409"/>
                  </a:lnTo>
                  <a:lnTo>
                    <a:pt x="30" y="444"/>
                  </a:lnTo>
                  <a:lnTo>
                    <a:pt x="30" y="444"/>
                  </a:lnTo>
                  <a:lnTo>
                    <a:pt x="35" y="460"/>
                  </a:lnTo>
                  <a:lnTo>
                    <a:pt x="41" y="478"/>
                  </a:lnTo>
                  <a:lnTo>
                    <a:pt x="41" y="478"/>
                  </a:lnTo>
                  <a:lnTo>
                    <a:pt x="37" y="492"/>
                  </a:lnTo>
                  <a:lnTo>
                    <a:pt x="33" y="504"/>
                  </a:lnTo>
                  <a:lnTo>
                    <a:pt x="24" y="528"/>
                  </a:lnTo>
                  <a:lnTo>
                    <a:pt x="37" y="556"/>
                  </a:lnTo>
                  <a:lnTo>
                    <a:pt x="47" y="584"/>
                  </a:lnTo>
                  <a:lnTo>
                    <a:pt x="79" y="602"/>
                  </a:lnTo>
                  <a:lnTo>
                    <a:pt x="105" y="628"/>
                  </a:lnTo>
                  <a:lnTo>
                    <a:pt x="105" y="668"/>
                  </a:lnTo>
                  <a:lnTo>
                    <a:pt x="99" y="701"/>
                  </a:lnTo>
                  <a:lnTo>
                    <a:pt x="99" y="701"/>
                  </a:lnTo>
                  <a:lnTo>
                    <a:pt x="95" y="709"/>
                  </a:lnTo>
                  <a:lnTo>
                    <a:pt x="91" y="719"/>
                  </a:lnTo>
                  <a:lnTo>
                    <a:pt x="91" y="719"/>
                  </a:lnTo>
                  <a:lnTo>
                    <a:pt x="93" y="743"/>
                  </a:lnTo>
                  <a:lnTo>
                    <a:pt x="113" y="771"/>
                  </a:lnTo>
                  <a:lnTo>
                    <a:pt x="153" y="781"/>
                  </a:lnTo>
                  <a:lnTo>
                    <a:pt x="171" y="795"/>
                  </a:lnTo>
                  <a:lnTo>
                    <a:pt x="189" y="819"/>
                  </a:lnTo>
                  <a:lnTo>
                    <a:pt x="189" y="819"/>
                  </a:lnTo>
                  <a:lnTo>
                    <a:pt x="203" y="825"/>
                  </a:lnTo>
                  <a:lnTo>
                    <a:pt x="221" y="829"/>
                  </a:lnTo>
                  <a:lnTo>
                    <a:pt x="221" y="829"/>
                  </a:lnTo>
                  <a:lnTo>
                    <a:pt x="280" y="823"/>
                  </a:lnTo>
                  <a:lnTo>
                    <a:pt x="280" y="823"/>
                  </a:lnTo>
                  <a:lnTo>
                    <a:pt x="386" y="793"/>
                  </a:lnTo>
                  <a:lnTo>
                    <a:pt x="386" y="793"/>
                  </a:lnTo>
                  <a:lnTo>
                    <a:pt x="425" y="771"/>
                  </a:lnTo>
                  <a:lnTo>
                    <a:pt x="447" y="765"/>
                  </a:lnTo>
                  <a:lnTo>
                    <a:pt x="457" y="777"/>
                  </a:lnTo>
                  <a:lnTo>
                    <a:pt x="467" y="803"/>
                  </a:lnTo>
                  <a:lnTo>
                    <a:pt x="497" y="815"/>
                  </a:lnTo>
                  <a:lnTo>
                    <a:pt x="493" y="781"/>
                  </a:lnTo>
                  <a:lnTo>
                    <a:pt x="495" y="739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25" name="Freeform 47">
              <a:extLst>
                <a:ext uri="{FF2B5EF4-FFF2-40B4-BE49-F238E27FC236}">
                  <a16:creationId xmlns:a16="http://schemas.microsoft.com/office/drawing/2014/main" id="{2DABE084-53D6-429B-0CB4-88C7A8C8E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1588" y="7107238"/>
              <a:ext cx="1003300" cy="895350"/>
            </a:xfrm>
            <a:custGeom>
              <a:avLst/>
              <a:gdLst>
                <a:gd name="T0" fmla="*/ 20 w 632"/>
                <a:gd name="T1" fmla="*/ 122 h 564"/>
                <a:gd name="T2" fmla="*/ 12 w 632"/>
                <a:gd name="T3" fmla="*/ 163 h 564"/>
                <a:gd name="T4" fmla="*/ 12 w 632"/>
                <a:gd name="T5" fmla="*/ 195 h 564"/>
                <a:gd name="T6" fmla="*/ 12 w 632"/>
                <a:gd name="T7" fmla="*/ 215 h 564"/>
                <a:gd name="T8" fmla="*/ 8 w 632"/>
                <a:gd name="T9" fmla="*/ 237 h 564"/>
                <a:gd name="T10" fmla="*/ 2 w 632"/>
                <a:gd name="T11" fmla="*/ 273 h 564"/>
                <a:gd name="T12" fmla="*/ 16 w 632"/>
                <a:gd name="T13" fmla="*/ 325 h 564"/>
                <a:gd name="T14" fmla="*/ 38 w 632"/>
                <a:gd name="T15" fmla="*/ 341 h 564"/>
                <a:gd name="T16" fmla="*/ 42 w 632"/>
                <a:gd name="T17" fmla="*/ 351 h 564"/>
                <a:gd name="T18" fmla="*/ 63 w 632"/>
                <a:gd name="T19" fmla="*/ 363 h 564"/>
                <a:gd name="T20" fmla="*/ 101 w 632"/>
                <a:gd name="T21" fmla="*/ 379 h 564"/>
                <a:gd name="T22" fmla="*/ 133 w 632"/>
                <a:gd name="T23" fmla="*/ 371 h 564"/>
                <a:gd name="T24" fmla="*/ 139 w 632"/>
                <a:gd name="T25" fmla="*/ 369 h 564"/>
                <a:gd name="T26" fmla="*/ 173 w 632"/>
                <a:gd name="T27" fmla="*/ 363 h 564"/>
                <a:gd name="T28" fmla="*/ 211 w 632"/>
                <a:gd name="T29" fmla="*/ 345 h 564"/>
                <a:gd name="T30" fmla="*/ 256 w 632"/>
                <a:gd name="T31" fmla="*/ 367 h 564"/>
                <a:gd name="T32" fmla="*/ 284 w 632"/>
                <a:gd name="T33" fmla="*/ 389 h 564"/>
                <a:gd name="T34" fmla="*/ 302 w 632"/>
                <a:gd name="T35" fmla="*/ 381 h 564"/>
                <a:gd name="T36" fmla="*/ 338 w 632"/>
                <a:gd name="T37" fmla="*/ 415 h 564"/>
                <a:gd name="T38" fmla="*/ 354 w 632"/>
                <a:gd name="T39" fmla="*/ 432 h 564"/>
                <a:gd name="T40" fmla="*/ 390 w 632"/>
                <a:gd name="T41" fmla="*/ 448 h 564"/>
                <a:gd name="T42" fmla="*/ 435 w 632"/>
                <a:gd name="T43" fmla="*/ 450 h 564"/>
                <a:gd name="T44" fmla="*/ 451 w 632"/>
                <a:gd name="T45" fmla="*/ 482 h 564"/>
                <a:gd name="T46" fmla="*/ 473 w 632"/>
                <a:gd name="T47" fmla="*/ 496 h 564"/>
                <a:gd name="T48" fmla="*/ 473 w 632"/>
                <a:gd name="T49" fmla="*/ 534 h 564"/>
                <a:gd name="T50" fmla="*/ 523 w 632"/>
                <a:gd name="T51" fmla="*/ 546 h 564"/>
                <a:gd name="T52" fmla="*/ 561 w 632"/>
                <a:gd name="T53" fmla="*/ 496 h 564"/>
                <a:gd name="T54" fmla="*/ 573 w 632"/>
                <a:gd name="T55" fmla="*/ 458 h 564"/>
                <a:gd name="T56" fmla="*/ 599 w 632"/>
                <a:gd name="T57" fmla="*/ 405 h 564"/>
                <a:gd name="T58" fmla="*/ 613 w 632"/>
                <a:gd name="T59" fmla="*/ 315 h 564"/>
                <a:gd name="T60" fmla="*/ 632 w 632"/>
                <a:gd name="T61" fmla="*/ 289 h 564"/>
                <a:gd name="T62" fmla="*/ 632 w 632"/>
                <a:gd name="T63" fmla="*/ 289 h 564"/>
                <a:gd name="T64" fmla="*/ 549 w 632"/>
                <a:gd name="T65" fmla="*/ 281 h 564"/>
                <a:gd name="T66" fmla="*/ 493 w 632"/>
                <a:gd name="T67" fmla="*/ 241 h 564"/>
                <a:gd name="T68" fmla="*/ 441 w 632"/>
                <a:gd name="T69" fmla="*/ 267 h 564"/>
                <a:gd name="T70" fmla="*/ 414 w 632"/>
                <a:gd name="T71" fmla="*/ 279 h 564"/>
                <a:gd name="T72" fmla="*/ 410 w 632"/>
                <a:gd name="T73" fmla="*/ 253 h 564"/>
                <a:gd name="T74" fmla="*/ 414 w 632"/>
                <a:gd name="T75" fmla="*/ 225 h 564"/>
                <a:gd name="T76" fmla="*/ 386 w 632"/>
                <a:gd name="T77" fmla="*/ 205 h 564"/>
                <a:gd name="T78" fmla="*/ 404 w 632"/>
                <a:gd name="T79" fmla="*/ 92 h 564"/>
                <a:gd name="T80" fmla="*/ 358 w 632"/>
                <a:gd name="T81" fmla="*/ 26 h 564"/>
                <a:gd name="T82" fmla="*/ 288 w 632"/>
                <a:gd name="T83" fmla="*/ 48 h 564"/>
                <a:gd name="T84" fmla="*/ 272 w 632"/>
                <a:gd name="T85" fmla="*/ 38 h 564"/>
                <a:gd name="T86" fmla="*/ 233 w 632"/>
                <a:gd name="T87" fmla="*/ 32 h 564"/>
                <a:gd name="T88" fmla="*/ 209 w 632"/>
                <a:gd name="T89" fmla="*/ 18 h 564"/>
                <a:gd name="T90" fmla="*/ 133 w 632"/>
                <a:gd name="T91" fmla="*/ 14 h 564"/>
                <a:gd name="T92" fmla="*/ 83 w 632"/>
                <a:gd name="T93" fmla="*/ 84 h 564"/>
                <a:gd name="T94" fmla="*/ 8 w 632"/>
                <a:gd name="T95" fmla="*/ 76 h 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2" h="564">
                  <a:moveTo>
                    <a:pt x="10" y="90"/>
                  </a:moveTo>
                  <a:lnTo>
                    <a:pt x="14" y="98"/>
                  </a:lnTo>
                  <a:lnTo>
                    <a:pt x="20" y="122"/>
                  </a:lnTo>
                  <a:lnTo>
                    <a:pt x="14" y="130"/>
                  </a:lnTo>
                  <a:lnTo>
                    <a:pt x="16" y="152"/>
                  </a:lnTo>
                  <a:lnTo>
                    <a:pt x="12" y="163"/>
                  </a:lnTo>
                  <a:lnTo>
                    <a:pt x="14" y="173"/>
                  </a:lnTo>
                  <a:lnTo>
                    <a:pt x="18" y="183"/>
                  </a:lnTo>
                  <a:lnTo>
                    <a:pt x="12" y="195"/>
                  </a:lnTo>
                  <a:lnTo>
                    <a:pt x="12" y="203"/>
                  </a:lnTo>
                  <a:lnTo>
                    <a:pt x="12" y="215"/>
                  </a:lnTo>
                  <a:lnTo>
                    <a:pt x="12" y="215"/>
                  </a:lnTo>
                  <a:lnTo>
                    <a:pt x="10" y="225"/>
                  </a:lnTo>
                  <a:lnTo>
                    <a:pt x="10" y="225"/>
                  </a:lnTo>
                  <a:lnTo>
                    <a:pt x="8" y="237"/>
                  </a:lnTo>
                  <a:lnTo>
                    <a:pt x="0" y="245"/>
                  </a:lnTo>
                  <a:lnTo>
                    <a:pt x="2" y="253"/>
                  </a:lnTo>
                  <a:lnTo>
                    <a:pt x="2" y="273"/>
                  </a:lnTo>
                  <a:lnTo>
                    <a:pt x="4" y="293"/>
                  </a:lnTo>
                  <a:lnTo>
                    <a:pt x="4" y="307"/>
                  </a:lnTo>
                  <a:lnTo>
                    <a:pt x="16" y="325"/>
                  </a:lnTo>
                  <a:lnTo>
                    <a:pt x="28" y="335"/>
                  </a:lnTo>
                  <a:lnTo>
                    <a:pt x="28" y="335"/>
                  </a:lnTo>
                  <a:lnTo>
                    <a:pt x="38" y="341"/>
                  </a:lnTo>
                  <a:lnTo>
                    <a:pt x="38" y="341"/>
                  </a:lnTo>
                  <a:lnTo>
                    <a:pt x="40" y="347"/>
                  </a:lnTo>
                  <a:lnTo>
                    <a:pt x="42" y="351"/>
                  </a:lnTo>
                  <a:lnTo>
                    <a:pt x="47" y="355"/>
                  </a:lnTo>
                  <a:lnTo>
                    <a:pt x="55" y="361"/>
                  </a:lnTo>
                  <a:lnTo>
                    <a:pt x="63" y="363"/>
                  </a:lnTo>
                  <a:lnTo>
                    <a:pt x="77" y="377"/>
                  </a:lnTo>
                  <a:lnTo>
                    <a:pt x="89" y="377"/>
                  </a:lnTo>
                  <a:lnTo>
                    <a:pt x="101" y="379"/>
                  </a:lnTo>
                  <a:lnTo>
                    <a:pt x="107" y="377"/>
                  </a:lnTo>
                  <a:lnTo>
                    <a:pt x="123" y="367"/>
                  </a:lnTo>
                  <a:lnTo>
                    <a:pt x="133" y="371"/>
                  </a:lnTo>
                  <a:lnTo>
                    <a:pt x="133" y="371"/>
                  </a:lnTo>
                  <a:lnTo>
                    <a:pt x="139" y="369"/>
                  </a:lnTo>
                  <a:lnTo>
                    <a:pt x="139" y="369"/>
                  </a:lnTo>
                  <a:lnTo>
                    <a:pt x="147" y="371"/>
                  </a:lnTo>
                  <a:lnTo>
                    <a:pt x="155" y="365"/>
                  </a:lnTo>
                  <a:lnTo>
                    <a:pt x="173" y="363"/>
                  </a:lnTo>
                  <a:lnTo>
                    <a:pt x="187" y="359"/>
                  </a:lnTo>
                  <a:lnTo>
                    <a:pt x="195" y="361"/>
                  </a:lnTo>
                  <a:lnTo>
                    <a:pt x="211" y="345"/>
                  </a:lnTo>
                  <a:lnTo>
                    <a:pt x="229" y="347"/>
                  </a:lnTo>
                  <a:lnTo>
                    <a:pt x="233" y="343"/>
                  </a:lnTo>
                  <a:lnTo>
                    <a:pt x="256" y="367"/>
                  </a:lnTo>
                  <a:lnTo>
                    <a:pt x="258" y="379"/>
                  </a:lnTo>
                  <a:lnTo>
                    <a:pt x="280" y="393"/>
                  </a:lnTo>
                  <a:lnTo>
                    <a:pt x="284" y="389"/>
                  </a:lnTo>
                  <a:lnTo>
                    <a:pt x="286" y="387"/>
                  </a:lnTo>
                  <a:lnTo>
                    <a:pt x="292" y="389"/>
                  </a:lnTo>
                  <a:lnTo>
                    <a:pt x="302" y="381"/>
                  </a:lnTo>
                  <a:lnTo>
                    <a:pt x="306" y="391"/>
                  </a:lnTo>
                  <a:lnTo>
                    <a:pt x="326" y="405"/>
                  </a:lnTo>
                  <a:lnTo>
                    <a:pt x="338" y="415"/>
                  </a:lnTo>
                  <a:lnTo>
                    <a:pt x="344" y="413"/>
                  </a:lnTo>
                  <a:lnTo>
                    <a:pt x="350" y="422"/>
                  </a:lnTo>
                  <a:lnTo>
                    <a:pt x="354" y="432"/>
                  </a:lnTo>
                  <a:lnTo>
                    <a:pt x="362" y="436"/>
                  </a:lnTo>
                  <a:lnTo>
                    <a:pt x="374" y="438"/>
                  </a:lnTo>
                  <a:lnTo>
                    <a:pt x="390" y="448"/>
                  </a:lnTo>
                  <a:lnTo>
                    <a:pt x="404" y="448"/>
                  </a:lnTo>
                  <a:lnTo>
                    <a:pt x="410" y="452"/>
                  </a:lnTo>
                  <a:lnTo>
                    <a:pt x="435" y="450"/>
                  </a:lnTo>
                  <a:lnTo>
                    <a:pt x="437" y="464"/>
                  </a:lnTo>
                  <a:lnTo>
                    <a:pt x="453" y="474"/>
                  </a:lnTo>
                  <a:lnTo>
                    <a:pt x="451" y="482"/>
                  </a:lnTo>
                  <a:lnTo>
                    <a:pt x="455" y="486"/>
                  </a:lnTo>
                  <a:lnTo>
                    <a:pt x="463" y="486"/>
                  </a:lnTo>
                  <a:lnTo>
                    <a:pt x="473" y="496"/>
                  </a:lnTo>
                  <a:lnTo>
                    <a:pt x="475" y="504"/>
                  </a:lnTo>
                  <a:lnTo>
                    <a:pt x="471" y="512"/>
                  </a:lnTo>
                  <a:lnTo>
                    <a:pt x="473" y="534"/>
                  </a:lnTo>
                  <a:lnTo>
                    <a:pt x="495" y="564"/>
                  </a:lnTo>
                  <a:lnTo>
                    <a:pt x="501" y="564"/>
                  </a:lnTo>
                  <a:lnTo>
                    <a:pt x="523" y="546"/>
                  </a:lnTo>
                  <a:lnTo>
                    <a:pt x="557" y="510"/>
                  </a:lnTo>
                  <a:lnTo>
                    <a:pt x="557" y="510"/>
                  </a:lnTo>
                  <a:lnTo>
                    <a:pt x="561" y="496"/>
                  </a:lnTo>
                  <a:lnTo>
                    <a:pt x="561" y="496"/>
                  </a:lnTo>
                  <a:lnTo>
                    <a:pt x="567" y="482"/>
                  </a:lnTo>
                  <a:lnTo>
                    <a:pt x="573" y="458"/>
                  </a:lnTo>
                  <a:lnTo>
                    <a:pt x="581" y="442"/>
                  </a:lnTo>
                  <a:lnTo>
                    <a:pt x="597" y="415"/>
                  </a:lnTo>
                  <a:lnTo>
                    <a:pt x="599" y="405"/>
                  </a:lnTo>
                  <a:lnTo>
                    <a:pt x="591" y="375"/>
                  </a:lnTo>
                  <a:lnTo>
                    <a:pt x="589" y="345"/>
                  </a:lnTo>
                  <a:lnTo>
                    <a:pt x="613" y="315"/>
                  </a:lnTo>
                  <a:lnTo>
                    <a:pt x="622" y="301"/>
                  </a:lnTo>
                  <a:lnTo>
                    <a:pt x="632" y="289"/>
                  </a:lnTo>
                  <a:lnTo>
                    <a:pt x="632" y="289"/>
                  </a:lnTo>
                  <a:lnTo>
                    <a:pt x="632" y="289"/>
                  </a:lnTo>
                  <a:lnTo>
                    <a:pt x="632" y="289"/>
                  </a:lnTo>
                  <a:lnTo>
                    <a:pt x="632" y="289"/>
                  </a:lnTo>
                  <a:lnTo>
                    <a:pt x="613" y="295"/>
                  </a:lnTo>
                  <a:lnTo>
                    <a:pt x="583" y="279"/>
                  </a:lnTo>
                  <a:lnTo>
                    <a:pt x="549" y="281"/>
                  </a:lnTo>
                  <a:lnTo>
                    <a:pt x="511" y="261"/>
                  </a:lnTo>
                  <a:lnTo>
                    <a:pt x="495" y="241"/>
                  </a:lnTo>
                  <a:lnTo>
                    <a:pt x="493" y="241"/>
                  </a:lnTo>
                  <a:lnTo>
                    <a:pt x="451" y="257"/>
                  </a:lnTo>
                  <a:lnTo>
                    <a:pt x="451" y="257"/>
                  </a:lnTo>
                  <a:lnTo>
                    <a:pt x="441" y="267"/>
                  </a:lnTo>
                  <a:lnTo>
                    <a:pt x="429" y="279"/>
                  </a:lnTo>
                  <a:lnTo>
                    <a:pt x="429" y="279"/>
                  </a:lnTo>
                  <a:lnTo>
                    <a:pt x="414" y="279"/>
                  </a:lnTo>
                  <a:lnTo>
                    <a:pt x="400" y="281"/>
                  </a:lnTo>
                  <a:lnTo>
                    <a:pt x="400" y="281"/>
                  </a:lnTo>
                  <a:lnTo>
                    <a:pt x="410" y="253"/>
                  </a:lnTo>
                  <a:lnTo>
                    <a:pt x="414" y="233"/>
                  </a:lnTo>
                  <a:lnTo>
                    <a:pt x="416" y="227"/>
                  </a:lnTo>
                  <a:lnTo>
                    <a:pt x="414" y="225"/>
                  </a:lnTo>
                  <a:lnTo>
                    <a:pt x="414" y="225"/>
                  </a:lnTo>
                  <a:lnTo>
                    <a:pt x="398" y="213"/>
                  </a:lnTo>
                  <a:lnTo>
                    <a:pt x="386" y="205"/>
                  </a:lnTo>
                  <a:lnTo>
                    <a:pt x="386" y="177"/>
                  </a:lnTo>
                  <a:lnTo>
                    <a:pt x="394" y="159"/>
                  </a:lnTo>
                  <a:lnTo>
                    <a:pt x="404" y="92"/>
                  </a:lnTo>
                  <a:lnTo>
                    <a:pt x="394" y="68"/>
                  </a:lnTo>
                  <a:lnTo>
                    <a:pt x="378" y="46"/>
                  </a:lnTo>
                  <a:lnTo>
                    <a:pt x="358" y="26"/>
                  </a:lnTo>
                  <a:lnTo>
                    <a:pt x="328" y="36"/>
                  </a:lnTo>
                  <a:lnTo>
                    <a:pt x="316" y="48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80" y="42"/>
                  </a:lnTo>
                  <a:lnTo>
                    <a:pt x="272" y="38"/>
                  </a:lnTo>
                  <a:lnTo>
                    <a:pt x="268" y="36"/>
                  </a:lnTo>
                  <a:lnTo>
                    <a:pt x="268" y="36"/>
                  </a:lnTo>
                  <a:lnTo>
                    <a:pt x="233" y="32"/>
                  </a:lnTo>
                  <a:lnTo>
                    <a:pt x="233" y="32"/>
                  </a:lnTo>
                  <a:lnTo>
                    <a:pt x="209" y="18"/>
                  </a:lnTo>
                  <a:lnTo>
                    <a:pt x="209" y="18"/>
                  </a:lnTo>
                  <a:lnTo>
                    <a:pt x="183" y="0"/>
                  </a:lnTo>
                  <a:lnTo>
                    <a:pt x="157" y="0"/>
                  </a:lnTo>
                  <a:lnTo>
                    <a:pt x="133" y="14"/>
                  </a:lnTo>
                  <a:lnTo>
                    <a:pt x="109" y="48"/>
                  </a:lnTo>
                  <a:lnTo>
                    <a:pt x="99" y="74"/>
                  </a:lnTo>
                  <a:lnTo>
                    <a:pt x="83" y="84"/>
                  </a:lnTo>
                  <a:lnTo>
                    <a:pt x="51" y="88"/>
                  </a:lnTo>
                  <a:lnTo>
                    <a:pt x="8" y="76"/>
                  </a:lnTo>
                  <a:lnTo>
                    <a:pt x="8" y="76"/>
                  </a:lnTo>
                  <a:lnTo>
                    <a:pt x="10" y="9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26" name="Freeform 48">
              <a:extLst>
                <a:ext uri="{FF2B5EF4-FFF2-40B4-BE49-F238E27FC236}">
                  <a16:creationId xmlns:a16="http://schemas.microsoft.com/office/drawing/2014/main" id="{1BC2A5BC-4676-8025-C47C-6ECCD585F6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400" y="6607175"/>
              <a:ext cx="1136650" cy="1360488"/>
            </a:xfrm>
            <a:custGeom>
              <a:avLst/>
              <a:gdLst>
                <a:gd name="T0" fmla="*/ 716 w 716"/>
                <a:gd name="T1" fmla="*/ 594 h 857"/>
                <a:gd name="T2" fmla="*/ 677 w 716"/>
                <a:gd name="T3" fmla="*/ 592 h 857"/>
                <a:gd name="T4" fmla="*/ 627 w 716"/>
                <a:gd name="T5" fmla="*/ 548 h 857"/>
                <a:gd name="T6" fmla="*/ 567 w 716"/>
                <a:gd name="T7" fmla="*/ 510 h 857"/>
                <a:gd name="T8" fmla="*/ 569 w 716"/>
                <a:gd name="T9" fmla="*/ 476 h 857"/>
                <a:gd name="T10" fmla="*/ 579 w 716"/>
                <a:gd name="T11" fmla="*/ 395 h 857"/>
                <a:gd name="T12" fmla="*/ 511 w 716"/>
                <a:gd name="T13" fmla="*/ 323 h 857"/>
                <a:gd name="T14" fmla="*/ 507 w 716"/>
                <a:gd name="T15" fmla="*/ 271 h 857"/>
                <a:gd name="T16" fmla="*/ 515 w 716"/>
                <a:gd name="T17" fmla="*/ 245 h 857"/>
                <a:gd name="T18" fmla="*/ 484 w 716"/>
                <a:gd name="T19" fmla="*/ 176 h 857"/>
                <a:gd name="T20" fmla="*/ 474 w 716"/>
                <a:gd name="T21" fmla="*/ 110 h 857"/>
                <a:gd name="T22" fmla="*/ 460 w 716"/>
                <a:gd name="T23" fmla="*/ 74 h 857"/>
                <a:gd name="T24" fmla="*/ 372 w 716"/>
                <a:gd name="T25" fmla="*/ 54 h 857"/>
                <a:gd name="T26" fmla="*/ 301 w 716"/>
                <a:gd name="T27" fmla="*/ 60 h 857"/>
                <a:gd name="T28" fmla="*/ 251 w 716"/>
                <a:gd name="T29" fmla="*/ 12 h 857"/>
                <a:gd name="T30" fmla="*/ 231 w 716"/>
                <a:gd name="T31" fmla="*/ 18 h 857"/>
                <a:gd name="T32" fmla="*/ 191 w 716"/>
                <a:gd name="T33" fmla="*/ 50 h 857"/>
                <a:gd name="T34" fmla="*/ 169 w 716"/>
                <a:gd name="T35" fmla="*/ 76 h 857"/>
                <a:gd name="T36" fmla="*/ 165 w 716"/>
                <a:gd name="T37" fmla="*/ 128 h 857"/>
                <a:gd name="T38" fmla="*/ 133 w 716"/>
                <a:gd name="T39" fmla="*/ 124 h 857"/>
                <a:gd name="T40" fmla="*/ 114 w 716"/>
                <a:gd name="T41" fmla="*/ 130 h 857"/>
                <a:gd name="T42" fmla="*/ 102 w 716"/>
                <a:gd name="T43" fmla="*/ 146 h 857"/>
                <a:gd name="T44" fmla="*/ 114 w 716"/>
                <a:gd name="T45" fmla="*/ 202 h 857"/>
                <a:gd name="T46" fmla="*/ 92 w 716"/>
                <a:gd name="T47" fmla="*/ 235 h 857"/>
                <a:gd name="T48" fmla="*/ 66 w 716"/>
                <a:gd name="T49" fmla="*/ 251 h 857"/>
                <a:gd name="T50" fmla="*/ 50 w 716"/>
                <a:gd name="T51" fmla="*/ 261 h 857"/>
                <a:gd name="T52" fmla="*/ 58 w 716"/>
                <a:gd name="T53" fmla="*/ 305 h 857"/>
                <a:gd name="T54" fmla="*/ 72 w 716"/>
                <a:gd name="T55" fmla="*/ 351 h 857"/>
                <a:gd name="T56" fmla="*/ 62 w 716"/>
                <a:gd name="T57" fmla="*/ 373 h 857"/>
                <a:gd name="T58" fmla="*/ 76 w 716"/>
                <a:gd name="T59" fmla="*/ 399 h 857"/>
                <a:gd name="T60" fmla="*/ 80 w 716"/>
                <a:gd name="T61" fmla="*/ 409 h 857"/>
                <a:gd name="T62" fmla="*/ 84 w 716"/>
                <a:gd name="T63" fmla="*/ 449 h 857"/>
                <a:gd name="T64" fmla="*/ 82 w 716"/>
                <a:gd name="T65" fmla="*/ 476 h 857"/>
                <a:gd name="T66" fmla="*/ 84 w 716"/>
                <a:gd name="T67" fmla="*/ 512 h 857"/>
                <a:gd name="T68" fmla="*/ 52 w 716"/>
                <a:gd name="T69" fmla="*/ 534 h 857"/>
                <a:gd name="T70" fmla="*/ 24 w 716"/>
                <a:gd name="T71" fmla="*/ 540 h 857"/>
                <a:gd name="T72" fmla="*/ 0 w 716"/>
                <a:gd name="T73" fmla="*/ 556 h 857"/>
                <a:gd name="T74" fmla="*/ 88 w 716"/>
                <a:gd name="T75" fmla="*/ 594 h 857"/>
                <a:gd name="T76" fmla="*/ 137 w 716"/>
                <a:gd name="T77" fmla="*/ 604 h 857"/>
                <a:gd name="T78" fmla="*/ 137 w 716"/>
                <a:gd name="T79" fmla="*/ 590 h 857"/>
                <a:gd name="T80" fmla="*/ 187 w 716"/>
                <a:gd name="T81" fmla="*/ 472 h 857"/>
                <a:gd name="T82" fmla="*/ 269 w 716"/>
                <a:gd name="T83" fmla="*/ 496 h 857"/>
                <a:gd name="T84" fmla="*/ 336 w 716"/>
                <a:gd name="T85" fmla="*/ 556 h 857"/>
                <a:gd name="T86" fmla="*/ 408 w 716"/>
                <a:gd name="T87" fmla="*/ 644 h 857"/>
                <a:gd name="T88" fmla="*/ 509 w 716"/>
                <a:gd name="T89" fmla="*/ 672 h 857"/>
                <a:gd name="T90" fmla="*/ 492 w 716"/>
                <a:gd name="T91" fmla="*/ 753 h 857"/>
                <a:gd name="T92" fmla="*/ 525 w 716"/>
                <a:gd name="T93" fmla="*/ 857 h 857"/>
                <a:gd name="T94" fmla="*/ 537 w 716"/>
                <a:gd name="T95" fmla="*/ 793 h 857"/>
                <a:gd name="T96" fmla="*/ 669 w 716"/>
                <a:gd name="T97" fmla="*/ 710 h 857"/>
                <a:gd name="T98" fmla="*/ 706 w 716"/>
                <a:gd name="T99" fmla="*/ 690 h 857"/>
                <a:gd name="T100" fmla="*/ 712 w 716"/>
                <a:gd name="T101" fmla="*/ 652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16" h="857">
                  <a:moveTo>
                    <a:pt x="710" y="628"/>
                  </a:moveTo>
                  <a:lnTo>
                    <a:pt x="716" y="594"/>
                  </a:lnTo>
                  <a:lnTo>
                    <a:pt x="716" y="594"/>
                  </a:lnTo>
                  <a:lnTo>
                    <a:pt x="695" y="596"/>
                  </a:lnTo>
                  <a:lnTo>
                    <a:pt x="695" y="596"/>
                  </a:lnTo>
                  <a:lnTo>
                    <a:pt x="677" y="592"/>
                  </a:lnTo>
                  <a:lnTo>
                    <a:pt x="663" y="586"/>
                  </a:lnTo>
                  <a:lnTo>
                    <a:pt x="645" y="562"/>
                  </a:lnTo>
                  <a:lnTo>
                    <a:pt x="627" y="548"/>
                  </a:lnTo>
                  <a:lnTo>
                    <a:pt x="587" y="538"/>
                  </a:lnTo>
                  <a:lnTo>
                    <a:pt x="567" y="510"/>
                  </a:lnTo>
                  <a:lnTo>
                    <a:pt x="567" y="510"/>
                  </a:lnTo>
                  <a:lnTo>
                    <a:pt x="565" y="486"/>
                  </a:lnTo>
                  <a:lnTo>
                    <a:pt x="565" y="486"/>
                  </a:lnTo>
                  <a:lnTo>
                    <a:pt x="569" y="476"/>
                  </a:lnTo>
                  <a:lnTo>
                    <a:pt x="573" y="468"/>
                  </a:lnTo>
                  <a:lnTo>
                    <a:pt x="579" y="435"/>
                  </a:lnTo>
                  <a:lnTo>
                    <a:pt x="579" y="395"/>
                  </a:lnTo>
                  <a:lnTo>
                    <a:pt x="553" y="369"/>
                  </a:lnTo>
                  <a:lnTo>
                    <a:pt x="521" y="351"/>
                  </a:lnTo>
                  <a:lnTo>
                    <a:pt x="511" y="323"/>
                  </a:lnTo>
                  <a:lnTo>
                    <a:pt x="498" y="295"/>
                  </a:lnTo>
                  <a:lnTo>
                    <a:pt x="507" y="271"/>
                  </a:lnTo>
                  <a:lnTo>
                    <a:pt x="507" y="271"/>
                  </a:lnTo>
                  <a:lnTo>
                    <a:pt x="511" y="259"/>
                  </a:lnTo>
                  <a:lnTo>
                    <a:pt x="515" y="245"/>
                  </a:lnTo>
                  <a:lnTo>
                    <a:pt x="515" y="245"/>
                  </a:lnTo>
                  <a:lnTo>
                    <a:pt x="509" y="227"/>
                  </a:lnTo>
                  <a:lnTo>
                    <a:pt x="504" y="211"/>
                  </a:lnTo>
                  <a:lnTo>
                    <a:pt x="484" y="176"/>
                  </a:lnTo>
                  <a:lnTo>
                    <a:pt x="476" y="152"/>
                  </a:lnTo>
                  <a:lnTo>
                    <a:pt x="474" y="110"/>
                  </a:lnTo>
                  <a:lnTo>
                    <a:pt x="474" y="110"/>
                  </a:lnTo>
                  <a:lnTo>
                    <a:pt x="478" y="84"/>
                  </a:lnTo>
                  <a:lnTo>
                    <a:pt x="478" y="84"/>
                  </a:lnTo>
                  <a:lnTo>
                    <a:pt x="460" y="74"/>
                  </a:lnTo>
                  <a:lnTo>
                    <a:pt x="442" y="66"/>
                  </a:lnTo>
                  <a:lnTo>
                    <a:pt x="394" y="42"/>
                  </a:lnTo>
                  <a:lnTo>
                    <a:pt x="372" y="54"/>
                  </a:lnTo>
                  <a:lnTo>
                    <a:pt x="342" y="76"/>
                  </a:lnTo>
                  <a:lnTo>
                    <a:pt x="318" y="72"/>
                  </a:lnTo>
                  <a:lnTo>
                    <a:pt x="301" y="60"/>
                  </a:lnTo>
                  <a:lnTo>
                    <a:pt x="293" y="24"/>
                  </a:lnTo>
                  <a:lnTo>
                    <a:pt x="275" y="0"/>
                  </a:lnTo>
                  <a:lnTo>
                    <a:pt x="251" y="12"/>
                  </a:lnTo>
                  <a:lnTo>
                    <a:pt x="233" y="26"/>
                  </a:lnTo>
                  <a:lnTo>
                    <a:pt x="231" y="18"/>
                  </a:lnTo>
                  <a:lnTo>
                    <a:pt x="231" y="18"/>
                  </a:lnTo>
                  <a:lnTo>
                    <a:pt x="209" y="16"/>
                  </a:lnTo>
                  <a:lnTo>
                    <a:pt x="195" y="38"/>
                  </a:lnTo>
                  <a:lnTo>
                    <a:pt x="191" y="50"/>
                  </a:lnTo>
                  <a:lnTo>
                    <a:pt x="183" y="50"/>
                  </a:lnTo>
                  <a:lnTo>
                    <a:pt x="169" y="56"/>
                  </a:lnTo>
                  <a:lnTo>
                    <a:pt x="169" y="76"/>
                  </a:lnTo>
                  <a:lnTo>
                    <a:pt x="171" y="88"/>
                  </a:lnTo>
                  <a:lnTo>
                    <a:pt x="179" y="114"/>
                  </a:lnTo>
                  <a:lnTo>
                    <a:pt x="165" y="128"/>
                  </a:lnTo>
                  <a:lnTo>
                    <a:pt x="155" y="128"/>
                  </a:lnTo>
                  <a:lnTo>
                    <a:pt x="145" y="134"/>
                  </a:lnTo>
                  <a:lnTo>
                    <a:pt x="133" y="124"/>
                  </a:lnTo>
                  <a:lnTo>
                    <a:pt x="122" y="114"/>
                  </a:lnTo>
                  <a:lnTo>
                    <a:pt x="118" y="116"/>
                  </a:lnTo>
                  <a:lnTo>
                    <a:pt x="114" y="130"/>
                  </a:lnTo>
                  <a:lnTo>
                    <a:pt x="100" y="134"/>
                  </a:lnTo>
                  <a:lnTo>
                    <a:pt x="102" y="140"/>
                  </a:lnTo>
                  <a:lnTo>
                    <a:pt x="102" y="146"/>
                  </a:lnTo>
                  <a:lnTo>
                    <a:pt x="102" y="156"/>
                  </a:lnTo>
                  <a:lnTo>
                    <a:pt x="108" y="176"/>
                  </a:lnTo>
                  <a:lnTo>
                    <a:pt x="114" y="202"/>
                  </a:lnTo>
                  <a:lnTo>
                    <a:pt x="110" y="211"/>
                  </a:lnTo>
                  <a:lnTo>
                    <a:pt x="104" y="227"/>
                  </a:lnTo>
                  <a:lnTo>
                    <a:pt x="92" y="235"/>
                  </a:lnTo>
                  <a:lnTo>
                    <a:pt x="84" y="237"/>
                  </a:lnTo>
                  <a:lnTo>
                    <a:pt x="72" y="243"/>
                  </a:lnTo>
                  <a:lnTo>
                    <a:pt x="66" y="251"/>
                  </a:lnTo>
                  <a:lnTo>
                    <a:pt x="60" y="253"/>
                  </a:lnTo>
                  <a:lnTo>
                    <a:pt x="54" y="253"/>
                  </a:lnTo>
                  <a:lnTo>
                    <a:pt x="50" y="261"/>
                  </a:lnTo>
                  <a:lnTo>
                    <a:pt x="46" y="277"/>
                  </a:lnTo>
                  <a:lnTo>
                    <a:pt x="48" y="287"/>
                  </a:lnTo>
                  <a:lnTo>
                    <a:pt x="58" y="305"/>
                  </a:lnTo>
                  <a:lnTo>
                    <a:pt x="66" y="325"/>
                  </a:lnTo>
                  <a:lnTo>
                    <a:pt x="64" y="339"/>
                  </a:lnTo>
                  <a:lnTo>
                    <a:pt x="72" y="351"/>
                  </a:lnTo>
                  <a:lnTo>
                    <a:pt x="68" y="361"/>
                  </a:lnTo>
                  <a:lnTo>
                    <a:pt x="62" y="363"/>
                  </a:lnTo>
                  <a:lnTo>
                    <a:pt x="62" y="373"/>
                  </a:lnTo>
                  <a:lnTo>
                    <a:pt x="58" y="385"/>
                  </a:lnTo>
                  <a:lnTo>
                    <a:pt x="62" y="387"/>
                  </a:lnTo>
                  <a:lnTo>
                    <a:pt x="76" y="399"/>
                  </a:lnTo>
                  <a:lnTo>
                    <a:pt x="76" y="399"/>
                  </a:lnTo>
                  <a:lnTo>
                    <a:pt x="80" y="409"/>
                  </a:lnTo>
                  <a:lnTo>
                    <a:pt x="80" y="409"/>
                  </a:lnTo>
                  <a:lnTo>
                    <a:pt x="82" y="431"/>
                  </a:lnTo>
                  <a:lnTo>
                    <a:pt x="82" y="437"/>
                  </a:lnTo>
                  <a:lnTo>
                    <a:pt x="84" y="449"/>
                  </a:lnTo>
                  <a:lnTo>
                    <a:pt x="90" y="463"/>
                  </a:lnTo>
                  <a:lnTo>
                    <a:pt x="88" y="467"/>
                  </a:lnTo>
                  <a:lnTo>
                    <a:pt x="82" y="476"/>
                  </a:lnTo>
                  <a:lnTo>
                    <a:pt x="82" y="492"/>
                  </a:lnTo>
                  <a:lnTo>
                    <a:pt x="82" y="504"/>
                  </a:lnTo>
                  <a:lnTo>
                    <a:pt x="84" y="512"/>
                  </a:lnTo>
                  <a:lnTo>
                    <a:pt x="80" y="518"/>
                  </a:lnTo>
                  <a:lnTo>
                    <a:pt x="62" y="520"/>
                  </a:lnTo>
                  <a:lnTo>
                    <a:pt x="52" y="534"/>
                  </a:lnTo>
                  <a:lnTo>
                    <a:pt x="46" y="544"/>
                  </a:lnTo>
                  <a:lnTo>
                    <a:pt x="36" y="546"/>
                  </a:lnTo>
                  <a:lnTo>
                    <a:pt x="24" y="540"/>
                  </a:lnTo>
                  <a:lnTo>
                    <a:pt x="20" y="546"/>
                  </a:lnTo>
                  <a:lnTo>
                    <a:pt x="14" y="554"/>
                  </a:lnTo>
                  <a:lnTo>
                    <a:pt x="0" y="556"/>
                  </a:lnTo>
                  <a:lnTo>
                    <a:pt x="16" y="576"/>
                  </a:lnTo>
                  <a:lnTo>
                    <a:pt x="54" y="596"/>
                  </a:lnTo>
                  <a:lnTo>
                    <a:pt x="88" y="594"/>
                  </a:lnTo>
                  <a:lnTo>
                    <a:pt x="118" y="610"/>
                  </a:lnTo>
                  <a:lnTo>
                    <a:pt x="118" y="610"/>
                  </a:lnTo>
                  <a:lnTo>
                    <a:pt x="137" y="604"/>
                  </a:lnTo>
                  <a:lnTo>
                    <a:pt x="137" y="604"/>
                  </a:lnTo>
                  <a:lnTo>
                    <a:pt x="137" y="600"/>
                  </a:lnTo>
                  <a:lnTo>
                    <a:pt x="137" y="590"/>
                  </a:lnTo>
                  <a:lnTo>
                    <a:pt x="137" y="576"/>
                  </a:lnTo>
                  <a:lnTo>
                    <a:pt x="153" y="540"/>
                  </a:lnTo>
                  <a:lnTo>
                    <a:pt x="187" y="472"/>
                  </a:lnTo>
                  <a:lnTo>
                    <a:pt x="205" y="465"/>
                  </a:lnTo>
                  <a:lnTo>
                    <a:pt x="221" y="468"/>
                  </a:lnTo>
                  <a:lnTo>
                    <a:pt x="269" y="496"/>
                  </a:lnTo>
                  <a:lnTo>
                    <a:pt x="275" y="530"/>
                  </a:lnTo>
                  <a:lnTo>
                    <a:pt x="305" y="546"/>
                  </a:lnTo>
                  <a:lnTo>
                    <a:pt x="336" y="556"/>
                  </a:lnTo>
                  <a:lnTo>
                    <a:pt x="358" y="594"/>
                  </a:lnTo>
                  <a:lnTo>
                    <a:pt x="372" y="628"/>
                  </a:lnTo>
                  <a:lnTo>
                    <a:pt x="408" y="644"/>
                  </a:lnTo>
                  <a:lnTo>
                    <a:pt x="456" y="650"/>
                  </a:lnTo>
                  <a:lnTo>
                    <a:pt x="488" y="652"/>
                  </a:lnTo>
                  <a:lnTo>
                    <a:pt x="509" y="672"/>
                  </a:lnTo>
                  <a:lnTo>
                    <a:pt x="517" y="698"/>
                  </a:lnTo>
                  <a:lnTo>
                    <a:pt x="507" y="730"/>
                  </a:lnTo>
                  <a:lnTo>
                    <a:pt x="492" y="753"/>
                  </a:lnTo>
                  <a:lnTo>
                    <a:pt x="492" y="821"/>
                  </a:lnTo>
                  <a:lnTo>
                    <a:pt x="509" y="857"/>
                  </a:lnTo>
                  <a:lnTo>
                    <a:pt x="525" y="857"/>
                  </a:lnTo>
                  <a:lnTo>
                    <a:pt x="537" y="849"/>
                  </a:lnTo>
                  <a:lnTo>
                    <a:pt x="537" y="813"/>
                  </a:lnTo>
                  <a:lnTo>
                    <a:pt x="537" y="793"/>
                  </a:lnTo>
                  <a:lnTo>
                    <a:pt x="559" y="769"/>
                  </a:lnTo>
                  <a:lnTo>
                    <a:pt x="585" y="747"/>
                  </a:lnTo>
                  <a:lnTo>
                    <a:pt x="669" y="710"/>
                  </a:lnTo>
                  <a:lnTo>
                    <a:pt x="700" y="698"/>
                  </a:lnTo>
                  <a:lnTo>
                    <a:pt x="700" y="698"/>
                  </a:lnTo>
                  <a:lnTo>
                    <a:pt x="706" y="690"/>
                  </a:lnTo>
                  <a:lnTo>
                    <a:pt x="712" y="680"/>
                  </a:lnTo>
                  <a:lnTo>
                    <a:pt x="712" y="680"/>
                  </a:lnTo>
                  <a:lnTo>
                    <a:pt x="712" y="652"/>
                  </a:lnTo>
                  <a:lnTo>
                    <a:pt x="710" y="628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27" name="Freeform 49">
              <a:extLst>
                <a:ext uri="{FF2B5EF4-FFF2-40B4-BE49-F238E27FC236}">
                  <a16:creationId xmlns:a16="http://schemas.microsoft.com/office/drawing/2014/main" id="{9F0D1029-AE0C-C4F9-7343-02615D3FB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638" y="5181600"/>
              <a:ext cx="1273175" cy="1558925"/>
            </a:xfrm>
            <a:custGeom>
              <a:avLst/>
              <a:gdLst>
                <a:gd name="T0" fmla="*/ 800 w 802"/>
                <a:gd name="T1" fmla="*/ 87 h 982"/>
                <a:gd name="T2" fmla="*/ 786 w 802"/>
                <a:gd name="T3" fmla="*/ 44 h 982"/>
                <a:gd name="T4" fmla="*/ 774 w 802"/>
                <a:gd name="T5" fmla="*/ 0 h 982"/>
                <a:gd name="T6" fmla="*/ 746 w 802"/>
                <a:gd name="T7" fmla="*/ 49 h 982"/>
                <a:gd name="T8" fmla="*/ 719 w 802"/>
                <a:gd name="T9" fmla="*/ 93 h 982"/>
                <a:gd name="T10" fmla="*/ 681 w 802"/>
                <a:gd name="T11" fmla="*/ 131 h 982"/>
                <a:gd name="T12" fmla="*/ 597 w 802"/>
                <a:gd name="T13" fmla="*/ 197 h 982"/>
                <a:gd name="T14" fmla="*/ 587 w 802"/>
                <a:gd name="T15" fmla="*/ 241 h 982"/>
                <a:gd name="T16" fmla="*/ 571 w 802"/>
                <a:gd name="T17" fmla="*/ 271 h 982"/>
                <a:gd name="T18" fmla="*/ 538 w 802"/>
                <a:gd name="T19" fmla="*/ 299 h 982"/>
                <a:gd name="T20" fmla="*/ 502 w 802"/>
                <a:gd name="T21" fmla="*/ 330 h 982"/>
                <a:gd name="T22" fmla="*/ 476 w 802"/>
                <a:gd name="T23" fmla="*/ 390 h 982"/>
                <a:gd name="T24" fmla="*/ 454 w 802"/>
                <a:gd name="T25" fmla="*/ 394 h 982"/>
                <a:gd name="T26" fmla="*/ 384 w 802"/>
                <a:gd name="T27" fmla="*/ 420 h 982"/>
                <a:gd name="T28" fmla="*/ 370 w 802"/>
                <a:gd name="T29" fmla="*/ 448 h 982"/>
                <a:gd name="T30" fmla="*/ 352 w 802"/>
                <a:gd name="T31" fmla="*/ 450 h 982"/>
                <a:gd name="T32" fmla="*/ 343 w 802"/>
                <a:gd name="T33" fmla="*/ 484 h 982"/>
                <a:gd name="T34" fmla="*/ 343 w 802"/>
                <a:gd name="T35" fmla="*/ 532 h 982"/>
                <a:gd name="T36" fmla="*/ 285 w 802"/>
                <a:gd name="T37" fmla="*/ 613 h 982"/>
                <a:gd name="T38" fmla="*/ 86 w 802"/>
                <a:gd name="T39" fmla="*/ 542 h 982"/>
                <a:gd name="T40" fmla="*/ 0 w 802"/>
                <a:gd name="T41" fmla="*/ 550 h 982"/>
                <a:gd name="T42" fmla="*/ 88 w 802"/>
                <a:gd name="T43" fmla="*/ 661 h 982"/>
                <a:gd name="T44" fmla="*/ 163 w 802"/>
                <a:gd name="T45" fmla="*/ 701 h 982"/>
                <a:gd name="T46" fmla="*/ 142 w 802"/>
                <a:gd name="T47" fmla="*/ 797 h 982"/>
                <a:gd name="T48" fmla="*/ 66 w 802"/>
                <a:gd name="T49" fmla="*/ 898 h 982"/>
                <a:gd name="T50" fmla="*/ 118 w 802"/>
                <a:gd name="T51" fmla="*/ 898 h 982"/>
                <a:gd name="T52" fmla="*/ 161 w 802"/>
                <a:gd name="T53" fmla="*/ 970 h 982"/>
                <a:gd name="T54" fmla="*/ 237 w 802"/>
                <a:gd name="T55" fmla="*/ 940 h 982"/>
                <a:gd name="T56" fmla="*/ 303 w 802"/>
                <a:gd name="T57" fmla="*/ 972 h 982"/>
                <a:gd name="T58" fmla="*/ 347 w 802"/>
                <a:gd name="T59" fmla="*/ 966 h 982"/>
                <a:gd name="T60" fmla="*/ 349 w 802"/>
                <a:gd name="T61" fmla="*/ 930 h 982"/>
                <a:gd name="T62" fmla="*/ 362 w 802"/>
                <a:gd name="T63" fmla="*/ 902 h 982"/>
                <a:gd name="T64" fmla="*/ 349 w 802"/>
                <a:gd name="T65" fmla="*/ 878 h 982"/>
                <a:gd name="T66" fmla="*/ 388 w 802"/>
                <a:gd name="T67" fmla="*/ 827 h 982"/>
                <a:gd name="T68" fmla="*/ 428 w 802"/>
                <a:gd name="T69" fmla="*/ 799 h 982"/>
                <a:gd name="T70" fmla="*/ 438 w 802"/>
                <a:gd name="T71" fmla="*/ 769 h 982"/>
                <a:gd name="T72" fmla="*/ 414 w 802"/>
                <a:gd name="T73" fmla="*/ 745 h 982"/>
                <a:gd name="T74" fmla="*/ 374 w 802"/>
                <a:gd name="T75" fmla="*/ 719 h 982"/>
                <a:gd name="T76" fmla="*/ 392 w 802"/>
                <a:gd name="T77" fmla="*/ 665 h 982"/>
                <a:gd name="T78" fmla="*/ 504 w 802"/>
                <a:gd name="T79" fmla="*/ 687 h 982"/>
                <a:gd name="T80" fmla="*/ 645 w 802"/>
                <a:gd name="T81" fmla="*/ 659 h 982"/>
                <a:gd name="T82" fmla="*/ 677 w 802"/>
                <a:gd name="T83" fmla="*/ 591 h 982"/>
                <a:gd name="T84" fmla="*/ 645 w 802"/>
                <a:gd name="T85" fmla="*/ 564 h 982"/>
                <a:gd name="T86" fmla="*/ 627 w 802"/>
                <a:gd name="T87" fmla="*/ 548 h 982"/>
                <a:gd name="T88" fmla="*/ 625 w 802"/>
                <a:gd name="T89" fmla="*/ 496 h 982"/>
                <a:gd name="T90" fmla="*/ 607 w 802"/>
                <a:gd name="T91" fmla="*/ 464 h 982"/>
                <a:gd name="T92" fmla="*/ 619 w 802"/>
                <a:gd name="T93" fmla="*/ 412 h 982"/>
                <a:gd name="T94" fmla="*/ 651 w 802"/>
                <a:gd name="T95" fmla="*/ 380 h 982"/>
                <a:gd name="T96" fmla="*/ 655 w 802"/>
                <a:gd name="T97" fmla="*/ 368 h 982"/>
                <a:gd name="T98" fmla="*/ 665 w 802"/>
                <a:gd name="T99" fmla="*/ 324 h 982"/>
                <a:gd name="T100" fmla="*/ 683 w 802"/>
                <a:gd name="T101" fmla="*/ 305 h 982"/>
                <a:gd name="T102" fmla="*/ 703 w 802"/>
                <a:gd name="T103" fmla="*/ 273 h 982"/>
                <a:gd name="T104" fmla="*/ 721 w 802"/>
                <a:gd name="T105" fmla="*/ 247 h 982"/>
                <a:gd name="T106" fmla="*/ 750 w 802"/>
                <a:gd name="T107" fmla="*/ 201 h 982"/>
                <a:gd name="T108" fmla="*/ 778 w 802"/>
                <a:gd name="T109" fmla="*/ 161 h 982"/>
                <a:gd name="T110" fmla="*/ 772 w 802"/>
                <a:gd name="T111" fmla="*/ 133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02" h="982">
                  <a:moveTo>
                    <a:pt x="802" y="103"/>
                  </a:moveTo>
                  <a:lnTo>
                    <a:pt x="800" y="87"/>
                  </a:lnTo>
                  <a:lnTo>
                    <a:pt x="800" y="87"/>
                  </a:lnTo>
                  <a:lnTo>
                    <a:pt x="794" y="79"/>
                  </a:lnTo>
                  <a:lnTo>
                    <a:pt x="794" y="79"/>
                  </a:lnTo>
                  <a:lnTo>
                    <a:pt x="786" y="44"/>
                  </a:lnTo>
                  <a:lnTo>
                    <a:pt x="792" y="32"/>
                  </a:lnTo>
                  <a:lnTo>
                    <a:pt x="794" y="0"/>
                  </a:lnTo>
                  <a:lnTo>
                    <a:pt x="774" y="0"/>
                  </a:lnTo>
                  <a:lnTo>
                    <a:pt x="756" y="30"/>
                  </a:lnTo>
                  <a:lnTo>
                    <a:pt x="746" y="44"/>
                  </a:lnTo>
                  <a:lnTo>
                    <a:pt x="746" y="49"/>
                  </a:lnTo>
                  <a:lnTo>
                    <a:pt x="731" y="69"/>
                  </a:lnTo>
                  <a:lnTo>
                    <a:pt x="731" y="73"/>
                  </a:lnTo>
                  <a:lnTo>
                    <a:pt x="719" y="93"/>
                  </a:lnTo>
                  <a:lnTo>
                    <a:pt x="705" y="109"/>
                  </a:lnTo>
                  <a:lnTo>
                    <a:pt x="699" y="117"/>
                  </a:lnTo>
                  <a:lnTo>
                    <a:pt x="681" y="131"/>
                  </a:lnTo>
                  <a:lnTo>
                    <a:pt x="669" y="131"/>
                  </a:lnTo>
                  <a:lnTo>
                    <a:pt x="617" y="155"/>
                  </a:lnTo>
                  <a:lnTo>
                    <a:pt x="597" y="197"/>
                  </a:lnTo>
                  <a:lnTo>
                    <a:pt x="593" y="199"/>
                  </a:lnTo>
                  <a:lnTo>
                    <a:pt x="593" y="221"/>
                  </a:lnTo>
                  <a:lnTo>
                    <a:pt x="587" y="241"/>
                  </a:lnTo>
                  <a:lnTo>
                    <a:pt x="577" y="257"/>
                  </a:lnTo>
                  <a:lnTo>
                    <a:pt x="575" y="259"/>
                  </a:lnTo>
                  <a:lnTo>
                    <a:pt x="571" y="271"/>
                  </a:lnTo>
                  <a:lnTo>
                    <a:pt x="553" y="279"/>
                  </a:lnTo>
                  <a:lnTo>
                    <a:pt x="541" y="283"/>
                  </a:lnTo>
                  <a:lnTo>
                    <a:pt x="538" y="299"/>
                  </a:lnTo>
                  <a:lnTo>
                    <a:pt x="534" y="309"/>
                  </a:lnTo>
                  <a:lnTo>
                    <a:pt x="520" y="316"/>
                  </a:lnTo>
                  <a:lnTo>
                    <a:pt x="502" y="330"/>
                  </a:lnTo>
                  <a:lnTo>
                    <a:pt x="498" y="342"/>
                  </a:lnTo>
                  <a:lnTo>
                    <a:pt x="496" y="376"/>
                  </a:lnTo>
                  <a:lnTo>
                    <a:pt x="476" y="390"/>
                  </a:lnTo>
                  <a:lnTo>
                    <a:pt x="476" y="390"/>
                  </a:lnTo>
                  <a:lnTo>
                    <a:pt x="454" y="394"/>
                  </a:lnTo>
                  <a:lnTo>
                    <a:pt x="454" y="394"/>
                  </a:lnTo>
                  <a:lnTo>
                    <a:pt x="432" y="398"/>
                  </a:lnTo>
                  <a:lnTo>
                    <a:pt x="386" y="430"/>
                  </a:lnTo>
                  <a:lnTo>
                    <a:pt x="384" y="420"/>
                  </a:lnTo>
                  <a:lnTo>
                    <a:pt x="376" y="422"/>
                  </a:lnTo>
                  <a:lnTo>
                    <a:pt x="376" y="422"/>
                  </a:lnTo>
                  <a:lnTo>
                    <a:pt x="370" y="448"/>
                  </a:lnTo>
                  <a:lnTo>
                    <a:pt x="370" y="448"/>
                  </a:lnTo>
                  <a:lnTo>
                    <a:pt x="358" y="454"/>
                  </a:lnTo>
                  <a:lnTo>
                    <a:pt x="352" y="450"/>
                  </a:lnTo>
                  <a:lnTo>
                    <a:pt x="350" y="456"/>
                  </a:lnTo>
                  <a:lnTo>
                    <a:pt x="349" y="480"/>
                  </a:lnTo>
                  <a:lnTo>
                    <a:pt x="343" y="484"/>
                  </a:lnTo>
                  <a:lnTo>
                    <a:pt x="341" y="492"/>
                  </a:lnTo>
                  <a:lnTo>
                    <a:pt x="350" y="502"/>
                  </a:lnTo>
                  <a:lnTo>
                    <a:pt x="343" y="532"/>
                  </a:lnTo>
                  <a:lnTo>
                    <a:pt x="331" y="542"/>
                  </a:lnTo>
                  <a:lnTo>
                    <a:pt x="325" y="536"/>
                  </a:lnTo>
                  <a:lnTo>
                    <a:pt x="285" y="613"/>
                  </a:lnTo>
                  <a:lnTo>
                    <a:pt x="181" y="560"/>
                  </a:lnTo>
                  <a:lnTo>
                    <a:pt x="132" y="546"/>
                  </a:lnTo>
                  <a:lnTo>
                    <a:pt x="86" y="542"/>
                  </a:lnTo>
                  <a:lnTo>
                    <a:pt x="46" y="538"/>
                  </a:lnTo>
                  <a:lnTo>
                    <a:pt x="20" y="542"/>
                  </a:lnTo>
                  <a:lnTo>
                    <a:pt x="0" y="550"/>
                  </a:lnTo>
                  <a:lnTo>
                    <a:pt x="4" y="568"/>
                  </a:lnTo>
                  <a:lnTo>
                    <a:pt x="28" y="593"/>
                  </a:lnTo>
                  <a:lnTo>
                    <a:pt x="88" y="661"/>
                  </a:lnTo>
                  <a:lnTo>
                    <a:pt x="114" y="687"/>
                  </a:lnTo>
                  <a:lnTo>
                    <a:pt x="146" y="691"/>
                  </a:lnTo>
                  <a:lnTo>
                    <a:pt x="163" y="701"/>
                  </a:lnTo>
                  <a:lnTo>
                    <a:pt x="163" y="735"/>
                  </a:lnTo>
                  <a:lnTo>
                    <a:pt x="146" y="763"/>
                  </a:lnTo>
                  <a:lnTo>
                    <a:pt x="142" y="797"/>
                  </a:lnTo>
                  <a:lnTo>
                    <a:pt x="118" y="815"/>
                  </a:lnTo>
                  <a:lnTo>
                    <a:pt x="72" y="868"/>
                  </a:lnTo>
                  <a:lnTo>
                    <a:pt x="66" y="898"/>
                  </a:lnTo>
                  <a:lnTo>
                    <a:pt x="76" y="924"/>
                  </a:lnTo>
                  <a:lnTo>
                    <a:pt x="94" y="910"/>
                  </a:lnTo>
                  <a:lnTo>
                    <a:pt x="118" y="898"/>
                  </a:lnTo>
                  <a:lnTo>
                    <a:pt x="136" y="922"/>
                  </a:lnTo>
                  <a:lnTo>
                    <a:pt x="144" y="958"/>
                  </a:lnTo>
                  <a:lnTo>
                    <a:pt x="161" y="970"/>
                  </a:lnTo>
                  <a:lnTo>
                    <a:pt x="185" y="974"/>
                  </a:lnTo>
                  <a:lnTo>
                    <a:pt x="215" y="952"/>
                  </a:lnTo>
                  <a:lnTo>
                    <a:pt x="237" y="940"/>
                  </a:lnTo>
                  <a:lnTo>
                    <a:pt x="285" y="964"/>
                  </a:lnTo>
                  <a:lnTo>
                    <a:pt x="285" y="964"/>
                  </a:lnTo>
                  <a:lnTo>
                    <a:pt x="303" y="972"/>
                  </a:lnTo>
                  <a:lnTo>
                    <a:pt x="321" y="982"/>
                  </a:lnTo>
                  <a:lnTo>
                    <a:pt x="331" y="974"/>
                  </a:lnTo>
                  <a:lnTo>
                    <a:pt x="347" y="966"/>
                  </a:lnTo>
                  <a:lnTo>
                    <a:pt x="341" y="952"/>
                  </a:lnTo>
                  <a:lnTo>
                    <a:pt x="352" y="942"/>
                  </a:lnTo>
                  <a:lnTo>
                    <a:pt x="349" y="930"/>
                  </a:lnTo>
                  <a:lnTo>
                    <a:pt x="354" y="922"/>
                  </a:lnTo>
                  <a:lnTo>
                    <a:pt x="354" y="912"/>
                  </a:lnTo>
                  <a:lnTo>
                    <a:pt x="362" y="902"/>
                  </a:lnTo>
                  <a:lnTo>
                    <a:pt x="362" y="896"/>
                  </a:lnTo>
                  <a:lnTo>
                    <a:pt x="350" y="898"/>
                  </a:lnTo>
                  <a:lnTo>
                    <a:pt x="349" y="878"/>
                  </a:lnTo>
                  <a:lnTo>
                    <a:pt x="358" y="856"/>
                  </a:lnTo>
                  <a:lnTo>
                    <a:pt x="380" y="852"/>
                  </a:lnTo>
                  <a:lnTo>
                    <a:pt x="388" y="827"/>
                  </a:lnTo>
                  <a:lnTo>
                    <a:pt x="396" y="819"/>
                  </a:lnTo>
                  <a:lnTo>
                    <a:pt x="428" y="807"/>
                  </a:lnTo>
                  <a:lnTo>
                    <a:pt x="428" y="799"/>
                  </a:lnTo>
                  <a:lnTo>
                    <a:pt x="442" y="789"/>
                  </a:lnTo>
                  <a:lnTo>
                    <a:pt x="444" y="777"/>
                  </a:lnTo>
                  <a:lnTo>
                    <a:pt x="438" y="769"/>
                  </a:lnTo>
                  <a:lnTo>
                    <a:pt x="436" y="763"/>
                  </a:lnTo>
                  <a:lnTo>
                    <a:pt x="428" y="751"/>
                  </a:lnTo>
                  <a:lnTo>
                    <a:pt x="414" y="745"/>
                  </a:lnTo>
                  <a:lnTo>
                    <a:pt x="410" y="735"/>
                  </a:lnTo>
                  <a:lnTo>
                    <a:pt x="394" y="719"/>
                  </a:lnTo>
                  <a:lnTo>
                    <a:pt x="374" y="719"/>
                  </a:lnTo>
                  <a:lnTo>
                    <a:pt x="366" y="709"/>
                  </a:lnTo>
                  <a:lnTo>
                    <a:pt x="374" y="697"/>
                  </a:lnTo>
                  <a:lnTo>
                    <a:pt x="392" y="665"/>
                  </a:lnTo>
                  <a:lnTo>
                    <a:pt x="414" y="665"/>
                  </a:lnTo>
                  <a:lnTo>
                    <a:pt x="482" y="683"/>
                  </a:lnTo>
                  <a:lnTo>
                    <a:pt x="504" y="687"/>
                  </a:lnTo>
                  <a:lnTo>
                    <a:pt x="528" y="683"/>
                  </a:lnTo>
                  <a:lnTo>
                    <a:pt x="619" y="679"/>
                  </a:lnTo>
                  <a:lnTo>
                    <a:pt x="645" y="659"/>
                  </a:lnTo>
                  <a:lnTo>
                    <a:pt x="689" y="615"/>
                  </a:lnTo>
                  <a:lnTo>
                    <a:pt x="689" y="615"/>
                  </a:lnTo>
                  <a:lnTo>
                    <a:pt x="677" y="591"/>
                  </a:lnTo>
                  <a:lnTo>
                    <a:pt x="657" y="570"/>
                  </a:lnTo>
                  <a:lnTo>
                    <a:pt x="657" y="570"/>
                  </a:lnTo>
                  <a:lnTo>
                    <a:pt x="645" y="564"/>
                  </a:lnTo>
                  <a:lnTo>
                    <a:pt x="645" y="564"/>
                  </a:lnTo>
                  <a:lnTo>
                    <a:pt x="643" y="550"/>
                  </a:lnTo>
                  <a:lnTo>
                    <a:pt x="627" y="548"/>
                  </a:lnTo>
                  <a:lnTo>
                    <a:pt x="623" y="534"/>
                  </a:lnTo>
                  <a:lnTo>
                    <a:pt x="621" y="518"/>
                  </a:lnTo>
                  <a:lnTo>
                    <a:pt x="625" y="496"/>
                  </a:lnTo>
                  <a:lnTo>
                    <a:pt x="615" y="486"/>
                  </a:lnTo>
                  <a:lnTo>
                    <a:pt x="615" y="470"/>
                  </a:lnTo>
                  <a:lnTo>
                    <a:pt x="607" y="464"/>
                  </a:lnTo>
                  <a:lnTo>
                    <a:pt x="605" y="442"/>
                  </a:lnTo>
                  <a:lnTo>
                    <a:pt x="621" y="422"/>
                  </a:lnTo>
                  <a:lnTo>
                    <a:pt x="619" y="412"/>
                  </a:lnTo>
                  <a:lnTo>
                    <a:pt x="631" y="402"/>
                  </a:lnTo>
                  <a:lnTo>
                    <a:pt x="637" y="392"/>
                  </a:lnTo>
                  <a:lnTo>
                    <a:pt x="651" y="380"/>
                  </a:lnTo>
                  <a:lnTo>
                    <a:pt x="651" y="380"/>
                  </a:lnTo>
                  <a:lnTo>
                    <a:pt x="655" y="368"/>
                  </a:lnTo>
                  <a:lnTo>
                    <a:pt x="655" y="368"/>
                  </a:lnTo>
                  <a:lnTo>
                    <a:pt x="655" y="358"/>
                  </a:lnTo>
                  <a:lnTo>
                    <a:pt x="665" y="350"/>
                  </a:lnTo>
                  <a:lnTo>
                    <a:pt x="665" y="324"/>
                  </a:lnTo>
                  <a:lnTo>
                    <a:pt x="679" y="318"/>
                  </a:lnTo>
                  <a:lnTo>
                    <a:pt x="681" y="314"/>
                  </a:lnTo>
                  <a:lnTo>
                    <a:pt x="683" y="305"/>
                  </a:lnTo>
                  <a:lnTo>
                    <a:pt x="697" y="295"/>
                  </a:lnTo>
                  <a:lnTo>
                    <a:pt x="699" y="283"/>
                  </a:lnTo>
                  <a:lnTo>
                    <a:pt x="703" y="273"/>
                  </a:lnTo>
                  <a:lnTo>
                    <a:pt x="713" y="259"/>
                  </a:lnTo>
                  <a:lnTo>
                    <a:pt x="717" y="255"/>
                  </a:lnTo>
                  <a:lnTo>
                    <a:pt x="721" y="247"/>
                  </a:lnTo>
                  <a:lnTo>
                    <a:pt x="721" y="235"/>
                  </a:lnTo>
                  <a:lnTo>
                    <a:pt x="750" y="201"/>
                  </a:lnTo>
                  <a:lnTo>
                    <a:pt x="750" y="201"/>
                  </a:lnTo>
                  <a:lnTo>
                    <a:pt x="748" y="189"/>
                  </a:lnTo>
                  <a:lnTo>
                    <a:pt x="748" y="189"/>
                  </a:lnTo>
                  <a:lnTo>
                    <a:pt x="778" y="161"/>
                  </a:lnTo>
                  <a:lnTo>
                    <a:pt x="778" y="153"/>
                  </a:lnTo>
                  <a:lnTo>
                    <a:pt x="770" y="141"/>
                  </a:lnTo>
                  <a:lnTo>
                    <a:pt x="772" y="133"/>
                  </a:lnTo>
                  <a:lnTo>
                    <a:pt x="802" y="103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28" name="Freeform 50">
              <a:extLst>
                <a:ext uri="{FF2B5EF4-FFF2-40B4-BE49-F238E27FC236}">
                  <a16:creationId xmlns:a16="http://schemas.microsoft.com/office/drawing/2014/main" id="{26EFA6D3-3AE1-4583-3FA7-90018FEF6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3311525"/>
              <a:ext cx="849312" cy="1066800"/>
            </a:xfrm>
            <a:custGeom>
              <a:avLst/>
              <a:gdLst>
                <a:gd name="T0" fmla="*/ 507 w 535"/>
                <a:gd name="T1" fmla="*/ 323 h 672"/>
                <a:gd name="T2" fmla="*/ 457 w 535"/>
                <a:gd name="T3" fmla="*/ 291 h 672"/>
                <a:gd name="T4" fmla="*/ 438 w 535"/>
                <a:gd name="T5" fmla="*/ 271 h 672"/>
                <a:gd name="T6" fmla="*/ 440 w 535"/>
                <a:gd name="T7" fmla="*/ 217 h 672"/>
                <a:gd name="T8" fmla="*/ 442 w 535"/>
                <a:gd name="T9" fmla="*/ 187 h 672"/>
                <a:gd name="T10" fmla="*/ 449 w 535"/>
                <a:gd name="T11" fmla="*/ 166 h 672"/>
                <a:gd name="T12" fmla="*/ 459 w 535"/>
                <a:gd name="T13" fmla="*/ 156 h 672"/>
                <a:gd name="T14" fmla="*/ 477 w 535"/>
                <a:gd name="T15" fmla="*/ 144 h 672"/>
                <a:gd name="T16" fmla="*/ 493 w 535"/>
                <a:gd name="T17" fmla="*/ 120 h 672"/>
                <a:gd name="T18" fmla="*/ 483 w 535"/>
                <a:gd name="T19" fmla="*/ 84 h 672"/>
                <a:gd name="T20" fmla="*/ 473 w 535"/>
                <a:gd name="T21" fmla="*/ 84 h 672"/>
                <a:gd name="T22" fmla="*/ 445 w 535"/>
                <a:gd name="T23" fmla="*/ 98 h 672"/>
                <a:gd name="T24" fmla="*/ 392 w 535"/>
                <a:gd name="T25" fmla="*/ 84 h 672"/>
                <a:gd name="T26" fmla="*/ 392 w 535"/>
                <a:gd name="T27" fmla="*/ 70 h 672"/>
                <a:gd name="T28" fmla="*/ 372 w 535"/>
                <a:gd name="T29" fmla="*/ 42 h 672"/>
                <a:gd name="T30" fmla="*/ 372 w 535"/>
                <a:gd name="T31" fmla="*/ 26 h 672"/>
                <a:gd name="T32" fmla="*/ 360 w 535"/>
                <a:gd name="T33" fmla="*/ 32 h 672"/>
                <a:gd name="T34" fmla="*/ 326 w 535"/>
                <a:gd name="T35" fmla="*/ 44 h 672"/>
                <a:gd name="T36" fmla="*/ 302 w 535"/>
                <a:gd name="T37" fmla="*/ 36 h 672"/>
                <a:gd name="T38" fmla="*/ 235 w 535"/>
                <a:gd name="T39" fmla="*/ 6 h 672"/>
                <a:gd name="T40" fmla="*/ 125 w 535"/>
                <a:gd name="T41" fmla="*/ 0 h 672"/>
                <a:gd name="T42" fmla="*/ 87 w 535"/>
                <a:gd name="T43" fmla="*/ 10 h 672"/>
                <a:gd name="T44" fmla="*/ 77 w 535"/>
                <a:gd name="T45" fmla="*/ 30 h 672"/>
                <a:gd name="T46" fmla="*/ 69 w 535"/>
                <a:gd name="T47" fmla="*/ 54 h 672"/>
                <a:gd name="T48" fmla="*/ 87 w 535"/>
                <a:gd name="T49" fmla="*/ 134 h 672"/>
                <a:gd name="T50" fmla="*/ 79 w 535"/>
                <a:gd name="T51" fmla="*/ 172 h 672"/>
                <a:gd name="T52" fmla="*/ 48 w 535"/>
                <a:gd name="T53" fmla="*/ 172 h 672"/>
                <a:gd name="T54" fmla="*/ 0 w 535"/>
                <a:gd name="T55" fmla="*/ 166 h 672"/>
                <a:gd name="T56" fmla="*/ 22 w 535"/>
                <a:gd name="T57" fmla="*/ 195 h 672"/>
                <a:gd name="T58" fmla="*/ 48 w 535"/>
                <a:gd name="T59" fmla="*/ 217 h 672"/>
                <a:gd name="T60" fmla="*/ 103 w 535"/>
                <a:gd name="T61" fmla="*/ 277 h 672"/>
                <a:gd name="T62" fmla="*/ 103 w 535"/>
                <a:gd name="T63" fmla="*/ 317 h 672"/>
                <a:gd name="T64" fmla="*/ 127 w 535"/>
                <a:gd name="T65" fmla="*/ 379 h 672"/>
                <a:gd name="T66" fmla="*/ 195 w 535"/>
                <a:gd name="T67" fmla="*/ 427 h 672"/>
                <a:gd name="T68" fmla="*/ 201 w 535"/>
                <a:gd name="T69" fmla="*/ 435 h 672"/>
                <a:gd name="T70" fmla="*/ 207 w 535"/>
                <a:gd name="T71" fmla="*/ 444 h 672"/>
                <a:gd name="T72" fmla="*/ 221 w 535"/>
                <a:gd name="T73" fmla="*/ 470 h 672"/>
                <a:gd name="T74" fmla="*/ 254 w 535"/>
                <a:gd name="T75" fmla="*/ 528 h 672"/>
                <a:gd name="T76" fmla="*/ 272 w 535"/>
                <a:gd name="T77" fmla="*/ 552 h 672"/>
                <a:gd name="T78" fmla="*/ 258 w 535"/>
                <a:gd name="T79" fmla="*/ 598 h 672"/>
                <a:gd name="T80" fmla="*/ 284 w 535"/>
                <a:gd name="T81" fmla="*/ 624 h 672"/>
                <a:gd name="T82" fmla="*/ 332 w 535"/>
                <a:gd name="T83" fmla="*/ 624 h 672"/>
                <a:gd name="T84" fmla="*/ 370 w 535"/>
                <a:gd name="T85" fmla="*/ 652 h 672"/>
                <a:gd name="T86" fmla="*/ 390 w 535"/>
                <a:gd name="T87" fmla="*/ 666 h 672"/>
                <a:gd name="T88" fmla="*/ 406 w 535"/>
                <a:gd name="T89" fmla="*/ 666 h 672"/>
                <a:gd name="T90" fmla="*/ 406 w 535"/>
                <a:gd name="T91" fmla="*/ 636 h 672"/>
                <a:gd name="T92" fmla="*/ 400 w 535"/>
                <a:gd name="T93" fmla="*/ 622 h 672"/>
                <a:gd name="T94" fmla="*/ 404 w 535"/>
                <a:gd name="T95" fmla="*/ 584 h 672"/>
                <a:gd name="T96" fmla="*/ 432 w 535"/>
                <a:gd name="T97" fmla="*/ 574 h 672"/>
                <a:gd name="T98" fmla="*/ 436 w 535"/>
                <a:gd name="T99" fmla="*/ 570 h 672"/>
                <a:gd name="T100" fmla="*/ 447 w 535"/>
                <a:gd name="T101" fmla="*/ 566 h 672"/>
                <a:gd name="T102" fmla="*/ 461 w 535"/>
                <a:gd name="T103" fmla="*/ 550 h 672"/>
                <a:gd name="T104" fmla="*/ 477 w 535"/>
                <a:gd name="T105" fmla="*/ 536 h 672"/>
                <a:gd name="T106" fmla="*/ 503 w 535"/>
                <a:gd name="T107" fmla="*/ 516 h 672"/>
                <a:gd name="T108" fmla="*/ 487 w 535"/>
                <a:gd name="T109" fmla="*/ 480 h 672"/>
                <a:gd name="T110" fmla="*/ 477 w 535"/>
                <a:gd name="T111" fmla="*/ 442 h 672"/>
                <a:gd name="T112" fmla="*/ 483 w 535"/>
                <a:gd name="T113" fmla="*/ 409 h 672"/>
                <a:gd name="T114" fmla="*/ 505 w 535"/>
                <a:gd name="T115" fmla="*/ 403 h 672"/>
                <a:gd name="T116" fmla="*/ 525 w 535"/>
                <a:gd name="T117" fmla="*/ 363 h 672"/>
                <a:gd name="T118" fmla="*/ 535 w 535"/>
                <a:gd name="T119" fmla="*/ 337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35" h="672">
                  <a:moveTo>
                    <a:pt x="529" y="327"/>
                  </a:moveTo>
                  <a:lnTo>
                    <a:pt x="507" y="323"/>
                  </a:lnTo>
                  <a:lnTo>
                    <a:pt x="473" y="293"/>
                  </a:lnTo>
                  <a:lnTo>
                    <a:pt x="457" y="291"/>
                  </a:lnTo>
                  <a:lnTo>
                    <a:pt x="440" y="279"/>
                  </a:lnTo>
                  <a:lnTo>
                    <a:pt x="438" y="271"/>
                  </a:lnTo>
                  <a:lnTo>
                    <a:pt x="442" y="253"/>
                  </a:lnTo>
                  <a:lnTo>
                    <a:pt x="440" y="217"/>
                  </a:lnTo>
                  <a:lnTo>
                    <a:pt x="434" y="201"/>
                  </a:lnTo>
                  <a:lnTo>
                    <a:pt x="442" y="187"/>
                  </a:lnTo>
                  <a:lnTo>
                    <a:pt x="442" y="170"/>
                  </a:lnTo>
                  <a:lnTo>
                    <a:pt x="449" y="166"/>
                  </a:lnTo>
                  <a:lnTo>
                    <a:pt x="453" y="158"/>
                  </a:lnTo>
                  <a:lnTo>
                    <a:pt x="459" y="156"/>
                  </a:lnTo>
                  <a:lnTo>
                    <a:pt x="465" y="144"/>
                  </a:lnTo>
                  <a:lnTo>
                    <a:pt x="477" y="144"/>
                  </a:lnTo>
                  <a:lnTo>
                    <a:pt x="487" y="126"/>
                  </a:lnTo>
                  <a:lnTo>
                    <a:pt x="493" y="120"/>
                  </a:lnTo>
                  <a:lnTo>
                    <a:pt x="501" y="108"/>
                  </a:lnTo>
                  <a:lnTo>
                    <a:pt x="483" y="84"/>
                  </a:lnTo>
                  <a:lnTo>
                    <a:pt x="473" y="84"/>
                  </a:lnTo>
                  <a:lnTo>
                    <a:pt x="473" y="84"/>
                  </a:lnTo>
                  <a:lnTo>
                    <a:pt x="445" y="98"/>
                  </a:lnTo>
                  <a:lnTo>
                    <a:pt x="445" y="98"/>
                  </a:lnTo>
                  <a:lnTo>
                    <a:pt x="424" y="96"/>
                  </a:lnTo>
                  <a:lnTo>
                    <a:pt x="392" y="84"/>
                  </a:lnTo>
                  <a:lnTo>
                    <a:pt x="392" y="70"/>
                  </a:lnTo>
                  <a:lnTo>
                    <a:pt x="392" y="70"/>
                  </a:lnTo>
                  <a:lnTo>
                    <a:pt x="372" y="42"/>
                  </a:lnTo>
                  <a:lnTo>
                    <a:pt x="372" y="42"/>
                  </a:lnTo>
                  <a:lnTo>
                    <a:pt x="372" y="26"/>
                  </a:lnTo>
                  <a:lnTo>
                    <a:pt x="372" y="26"/>
                  </a:lnTo>
                  <a:lnTo>
                    <a:pt x="360" y="32"/>
                  </a:lnTo>
                  <a:lnTo>
                    <a:pt x="360" y="32"/>
                  </a:lnTo>
                  <a:lnTo>
                    <a:pt x="342" y="40"/>
                  </a:lnTo>
                  <a:lnTo>
                    <a:pt x="326" y="44"/>
                  </a:lnTo>
                  <a:lnTo>
                    <a:pt x="326" y="44"/>
                  </a:lnTo>
                  <a:lnTo>
                    <a:pt x="302" y="36"/>
                  </a:lnTo>
                  <a:lnTo>
                    <a:pt x="282" y="28"/>
                  </a:lnTo>
                  <a:lnTo>
                    <a:pt x="235" y="6"/>
                  </a:lnTo>
                  <a:lnTo>
                    <a:pt x="195" y="4"/>
                  </a:lnTo>
                  <a:lnTo>
                    <a:pt x="125" y="0"/>
                  </a:lnTo>
                  <a:lnTo>
                    <a:pt x="87" y="10"/>
                  </a:lnTo>
                  <a:lnTo>
                    <a:pt x="87" y="10"/>
                  </a:lnTo>
                  <a:lnTo>
                    <a:pt x="81" y="18"/>
                  </a:lnTo>
                  <a:lnTo>
                    <a:pt x="77" y="30"/>
                  </a:lnTo>
                  <a:lnTo>
                    <a:pt x="77" y="30"/>
                  </a:lnTo>
                  <a:lnTo>
                    <a:pt x="69" y="54"/>
                  </a:lnTo>
                  <a:lnTo>
                    <a:pt x="75" y="68"/>
                  </a:lnTo>
                  <a:lnTo>
                    <a:pt x="87" y="134"/>
                  </a:lnTo>
                  <a:lnTo>
                    <a:pt x="87" y="164"/>
                  </a:lnTo>
                  <a:lnTo>
                    <a:pt x="79" y="172"/>
                  </a:lnTo>
                  <a:lnTo>
                    <a:pt x="58" y="179"/>
                  </a:lnTo>
                  <a:lnTo>
                    <a:pt x="48" y="172"/>
                  </a:lnTo>
                  <a:lnTo>
                    <a:pt x="18" y="164"/>
                  </a:lnTo>
                  <a:lnTo>
                    <a:pt x="0" y="166"/>
                  </a:lnTo>
                  <a:lnTo>
                    <a:pt x="0" y="166"/>
                  </a:lnTo>
                  <a:lnTo>
                    <a:pt x="22" y="195"/>
                  </a:lnTo>
                  <a:lnTo>
                    <a:pt x="30" y="213"/>
                  </a:lnTo>
                  <a:lnTo>
                    <a:pt x="48" y="217"/>
                  </a:lnTo>
                  <a:lnTo>
                    <a:pt x="71" y="249"/>
                  </a:lnTo>
                  <a:lnTo>
                    <a:pt x="103" y="277"/>
                  </a:lnTo>
                  <a:lnTo>
                    <a:pt x="101" y="291"/>
                  </a:lnTo>
                  <a:lnTo>
                    <a:pt x="103" y="317"/>
                  </a:lnTo>
                  <a:lnTo>
                    <a:pt x="119" y="347"/>
                  </a:lnTo>
                  <a:lnTo>
                    <a:pt x="127" y="379"/>
                  </a:lnTo>
                  <a:lnTo>
                    <a:pt x="145" y="397"/>
                  </a:lnTo>
                  <a:lnTo>
                    <a:pt x="195" y="427"/>
                  </a:lnTo>
                  <a:lnTo>
                    <a:pt x="195" y="427"/>
                  </a:lnTo>
                  <a:lnTo>
                    <a:pt x="201" y="435"/>
                  </a:lnTo>
                  <a:lnTo>
                    <a:pt x="207" y="444"/>
                  </a:lnTo>
                  <a:lnTo>
                    <a:pt x="207" y="444"/>
                  </a:lnTo>
                  <a:lnTo>
                    <a:pt x="213" y="458"/>
                  </a:lnTo>
                  <a:lnTo>
                    <a:pt x="221" y="470"/>
                  </a:lnTo>
                  <a:lnTo>
                    <a:pt x="254" y="528"/>
                  </a:lnTo>
                  <a:lnTo>
                    <a:pt x="254" y="528"/>
                  </a:lnTo>
                  <a:lnTo>
                    <a:pt x="272" y="552"/>
                  </a:lnTo>
                  <a:lnTo>
                    <a:pt x="272" y="552"/>
                  </a:lnTo>
                  <a:lnTo>
                    <a:pt x="274" y="570"/>
                  </a:lnTo>
                  <a:lnTo>
                    <a:pt x="258" y="598"/>
                  </a:lnTo>
                  <a:lnTo>
                    <a:pt x="272" y="622"/>
                  </a:lnTo>
                  <a:lnTo>
                    <a:pt x="284" y="624"/>
                  </a:lnTo>
                  <a:lnTo>
                    <a:pt x="302" y="628"/>
                  </a:lnTo>
                  <a:lnTo>
                    <a:pt x="332" y="624"/>
                  </a:lnTo>
                  <a:lnTo>
                    <a:pt x="358" y="640"/>
                  </a:lnTo>
                  <a:lnTo>
                    <a:pt x="370" y="652"/>
                  </a:lnTo>
                  <a:lnTo>
                    <a:pt x="380" y="654"/>
                  </a:lnTo>
                  <a:lnTo>
                    <a:pt x="390" y="666"/>
                  </a:lnTo>
                  <a:lnTo>
                    <a:pt x="410" y="672"/>
                  </a:lnTo>
                  <a:lnTo>
                    <a:pt x="406" y="666"/>
                  </a:lnTo>
                  <a:lnTo>
                    <a:pt x="396" y="644"/>
                  </a:lnTo>
                  <a:lnTo>
                    <a:pt x="406" y="636"/>
                  </a:lnTo>
                  <a:lnTo>
                    <a:pt x="408" y="626"/>
                  </a:lnTo>
                  <a:lnTo>
                    <a:pt x="400" y="622"/>
                  </a:lnTo>
                  <a:lnTo>
                    <a:pt x="396" y="594"/>
                  </a:lnTo>
                  <a:lnTo>
                    <a:pt x="404" y="584"/>
                  </a:lnTo>
                  <a:lnTo>
                    <a:pt x="404" y="584"/>
                  </a:lnTo>
                  <a:lnTo>
                    <a:pt x="432" y="574"/>
                  </a:lnTo>
                  <a:lnTo>
                    <a:pt x="432" y="574"/>
                  </a:lnTo>
                  <a:lnTo>
                    <a:pt x="436" y="570"/>
                  </a:lnTo>
                  <a:lnTo>
                    <a:pt x="438" y="566"/>
                  </a:lnTo>
                  <a:lnTo>
                    <a:pt x="447" y="566"/>
                  </a:lnTo>
                  <a:lnTo>
                    <a:pt x="457" y="560"/>
                  </a:lnTo>
                  <a:lnTo>
                    <a:pt x="461" y="550"/>
                  </a:lnTo>
                  <a:lnTo>
                    <a:pt x="471" y="548"/>
                  </a:lnTo>
                  <a:lnTo>
                    <a:pt x="477" y="536"/>
                  </a:lnTo>
                  <a:lnTo>
                    <a:pt x="497" y="528"/>
                  </a:lnTo>
                  <a:lnTo>
                    <a:pt x="503" y="516"/>
                  </a:lnTo>
                  <a:lnTo>
                    <a:pt x="495" y="498"/>
                  </a:lnTo>
                  <a:lnTo>
                    <a:pt x="487" y="480"/>
                  </a:lnTo>
                  <a:lnTo>
                    <a:pt x="493" y="460"/>
                  </a:lnTo>
                  <a:lnTo>
                    <a:pt x="477" y="442"/>
                  </a:lnTo>
                  <a:lnTo>
                    <a:pt x="481" y="435"/>
                  </a:lnTo>
                  <a:lnTo>
                    <a:pt x="483" y="409"/>
                  </a:lnTo>
                  <a:lnTo>
                    <a:pt x="493" y="407"/>
                  </a:lnTo>
                  <a:lnTo>
                    <a:pt x="505" y="403"/>
                  </a:lnTo>
                  <a:lnTo>
                    <a:pt x="505" y="391"/>
                  </a:lnTo>
                  <a:lnTo>
                    <a:pt x="525" y="363"/>
                  </a:lnTo>
                  <a:lnTo>
                    <a:pt x="533" y="363"/>
                  </a:lnTo>
                  <a:lnTo>
                    <a:pt x="535" y="337"/>
                  </a:lnTo>
                  <a:lnTo>
                    <a:pt x="529" y="327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29" name="Freeform 51">
              <a:extLst>
                <a:ext uri="{FF2B5EF4-FFF2-40B4-BE49-F238E27FC236}">
                  <a16:creationId xmlns:a16="http://schemas.microsoft.com/office/drawing/2014/main" id="{465C13F9-C442-CCDA-17D8-704A99E99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3350" y="2466975"/>
              <a:ext cx="1395412" cy="1135063"/>
            </a:xfrm>
            <a:custGeom>
              <a:avLst/>
              <a:gdLst>
                <a:gd name="T0" fmla="*/ 814 w 879"/>
                <a:gd name="T1" fmla="*/ 209 h 715"/>
                <a:gd name="T2" fmla="*/ 768 w 879"/>
                <a:gd name="T3" fmla="*/ 166 h 715"/>
                <a:gd name="T4" fmla="*/ 746 w 879"/>
                <a:gd name="T5" fmla="*/ 160 h 715"/>
                <a:gd name="T6" fmla="*/ 718 w 879"/>
                <a:gd name="T7" fmla="*/ 187 h 715"/>
                <a:gd name="T8" fmla="*/ 527 w 879"/>
                <a:gd name="T9" fmla="*/ 217 h 715"/>
                <a:gd name="T10" fmla="*/ 388 w 879"/>
                <a:gd name="T11" fmla="*/ 229 h 715"/>
                <a:gd name="T12" fmla="*/ 346 w 879"/>
                <a:gd name="T13" fmla="*/ 68 h 715"/>
                <a:gd name="T14" fmla="*/ 332 w 879"/>
                <a:gd name="T15" fmla="*/ 38 h 715"/>
                <a:gd name="T16" fmla="*/ 245 w 879"/>
                <a:gd name="T17" fmla="*/ 34 h 715"/>
                <a:gd name="T18" fmla="*/ 153 w 879"/>
                <a:gd name="T19" fmla="*/ 26 h 715"/>
                <a:gd name="T20" fmla="*/ 82 w 879"/>
                <a:gd name="T21" fmla="*/ 42 h 715"/>
                <a:gd name="T22" fmla="*/ 36 w 879"/>
                <a:gd name="T23" fmla="*/ 134 h 715"/>
                <a:gd name="T24" fmla="*/ 80 w 879"/>
                <a:gd name="T25" fmla="*/ 195 h 715"/>
                <a:gd name="T26" fmla="*/ 0 w 879"/>
                <a:gd name="T27" fmla="*/ 243 h 715"/>
                <a:gd name="T28" fmla="*/ 74 w 879"/>
                <a:gd name="T29" fmla="*/ 305 h 715"/>
                <a:gd name="T30" fmla="*/ 89 w 879"/>
                <a:gd name="T31" fmla="*/ 371 h 715"/>
                <a:gd name="T32" fmla="*/ 105 w 879"/>
                <a:gd name="T33" fmla="*/ 415 h 715"/>
                <a:gd name="T34" fmla="*/ 121 w 879"/>
                <a:gd name="T35" fmla="*/ 468 h 715"/>
                <a:gd name="T36" fmla="*/ 141 w 879"/>
                <a:gd name="T37" fmla="*/ 464 h 715"/>
                <a:gd name="T38" fmla="*/ 147 w 879"/>
                <a:gd name="T39" fmla="*/ 488 h 715"/>
                <a:gd name="T40" fmla="*/ 193 w 879"/>
                <a:gd name="T41" fmla="*/ 502 h 715"/>
                <a:gd name="T42" fmla="*/ 183 w 879"/>
                <a:gd name="T43" fmla="*/ 512 h 715"/>
                <a:gd name="T44" fmla="*/ 173 w 879"/>
                <a:gd name="T45" fmla="*/ 542 h 715"/>
                <a:gd name="T46" fmla="*/ 221 w 879"/>
                <a:gd name="T47" fmla="*/ 568 h 715"/>
                <a:gd name="T48" fmla="*/ 255 w 879"/>
                <a:gd name="T49" fmla="*/ 598 h 715"/>
                <a:gd name="T50" fmla="*/ 275 w 879"/>
                <a:gd name="T51" fmla="*/ 618 h 715"/>
                <a:gd name="T52" fmla="*/ 286 w 879"/>
                <a:gd name="T53" fmla="*/ 630 h 715"/>
                <a:gd name="T54" fmla="*/ 312 w 879"/>
                <a:gd name="T55" fmla="*/ 634 h 715"/>
                <a:gd name="T56" fmla="*/ 404 w 879"/>
                <a:gd name="T57" fmla="*/ 672 h 715"/>
                <a:gd name="T58" fmla="*/ 448 w 879"/>
                <a:gd name="T59" fmla="*/ 690 h 715"/>
                <a:gd name="T60" fmla="*/ 481 w 879"/>
                <a:gd name="T61" fmla="*/ 696 h 715"/>
                <a:gd name="T62" fmla="*/ 517 w 879"/>
                <a:gd name="T63" fmla="*/ 684 h 715"/>
                <a:gd name="T64" fmla="*/ 539 w 879"/>
                <a:gd name="T65" fmla="*/ 684 h 715"/>
                <a:gd name="T66" fmla="*/ 569 w 879"/>
                <a:gd name="T67" fmla="*/ 709 h 715"/>
                <a:gd name="T68" fmla="*/ 615 w 879"/>
                <a:gd name="T69" fmla="*/ 700 h 715"/>
                <a:gd name="T70" fmla="*/ 674 w 879"/>
                <a:gd name="T71" fmla="*/ 707 h 715"/>
                <a:gd name="T72" fmla="*/ 688 w 879"/>
                <a:gd name="T73" fmla="*/ 711 h 715"/>
                <a:gd name="T74" fmla="*/ 696 w 879"/>
                <a:gd name="T75" fmla="*/ 686 h 715"/>
                <a:gd name="T76" fmla="*/ 754 w 879"/>
                <a:gd name="T77" fmla="*/ 680 h 715"/>
                <a:gd name="T78" fmla="*/ 786 w 879"/>
                <a:gd name="T79" fmla="*/ 670 h 715"/>
                <a:gd name="T80" fmla="*/ 800 w 879"/>
                <a:gd name="T81" fmla="*/ 608 h 715"/>
                <a:gd name="T82" fmla="*/ 849 w 879"/>
                <a:gd name="T83" fmla="*/ 588 h 715"/>
                <a:gd name="T84" fmla="*/ 867 w 879"/>
                <a:gd name="T85" fmla="*/ 570 h 715"/>
                <a:gd name="T86" fmla="*/ 879 w 879"/>
                <a:gd name="T87" fmla="*/ 478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9" h="715">
                  <a:moveTo>
                    <a:pt x="832" y="413"/>
                  </a:moveTo>
                  <a:lnTo>
                    <a:pt x="810" y="355"/>
                  </a:lnTo>
                  <a:lnTo>
                    <a:pt x="814" y="209"/>
                  </a:lnTo>
                  <a:lnTo>
                    <a:pt x="784" y="176"/>
                  </a:lnTo>
                  <a:lnTo>
                    <a:pt x="784" y="176"/>
                  </a:lnTo>
                  <a:lnTo>
                    <a:pt x="768" y="166"/>
                  </a:lnTo>
                  <a:lnTo>
                    <a:pt x="754" y="160"/>
                  </a:lnTo>
                  <a:lnTo>
                    <a:pt x="750" y="160"/>
                  </a:lnTo>
                  <a:lnTo>
                    <a:pt x="746" y="160"/>
                  </a:lnTo>
                  <a:lnTo>
                    <a:pt x="746" y="160"/>
                  </a:lnTo>
                  <a:lnTo>
                    <a:pt x="732" y="174"/>
                  </a:lnTo>
                  <a:lnTo>
                    <a:pt x="718" y="187"/>
                  </a:lnTo>
                  <a:lnTo>
                    <a:pt x="678" y="209"/>
                  </a:lnTo>
                  <a:lnTo>
                    <a:pt x="579" y="227"/>
                  </a:lnTo>
                  <a:lnTo>
                    <a:pt x="527" y="217"/>
                  </a:lnTo>
                  <a:lnTo>
                    <a:pt x="467" y="243"/>
                  </a:lnTo>
                  <a:lnTo>
                    <a:pt x="428" y="213"/>
                  </a:lnTo>
                  <a:lnTo>
                    <a:pt x="388" y="229"/>
                  </a:lnTo>
                  <a:lnTo>
                    <a:pt x="338" y="185"/>
                  </a:lnTo>
                  <a:lnTo>
                    <a:pt x="338" y="185"/>
                  </a:lnTo>
                  <a:lnTo>
                    <a:pt x="346" y="68"/>
                  </a:lnTo>
                  <a:lnTo>
                    <a:pt x="346" y="68"/>
                  </a:lnTo>
                  <a:lnTo>
                    <a:pt x="342" y="58"/>
                  </a:lnTo>
                  <a:lnTo>
                    <a:pt x="332" y="38"/>
                  </a:lnTo>
                  <a:lnTo>
                    <a:pt x="318" y="10"/>
                  </a:lnTo>
                  <a:lnTo>
                    <a:pt x="271" y="0"/>
                  </a:lnTo>
                  <a:lnTo>
                    <a:pt x="245" y="34"/>
                  </a:lnTo>
                  <a:lnTo>
                    <a:pt x="211" y="38"/>
                  </a:lnTo>
                  <a:lnTo>
                    <a:pt x="167" y="38"/>
                  </a:lnTo>
                  <a:lnTo>
                    <a:pt x="153" y="26"/>
                  </a:lnTo>
                  <a:lnTo>
                    <a:pt x="133" y="26"/>
                  </a:lnTo>
                  <a:lnTo>
                    <a:pt x="109" y="26"/>
                  </a:lnTo>
                  <a:lnTo>
                    <a:pt x="82" y="42"/>
                  </a:lnTo>
                  <a:lnTo>
                    <a:pt x="42" y="90"/>
                  </a:lnTo>
                  <a:lnTo>
                    <a:pt x="34" y="110"/>
                  </a:lnTo>
                  <a:lnTo>
                    <a:pt x="36" y="134"/>
                  </a:lnTo>
                  <a:lnTo>
                    <a:pt x="78" y="146"/>
                  </a:lnTo>
                  <a:lnTo>
                    <a:pt x="87" y="164"/>
                  </a:lnTo>
                  <a:lnTo>
                    <a:pt x="80" y="195"/>
                  </a:lnTo>
                  <a:lnTo>
                    <a:pt x="50" y="211"/>
                  </a:lnTo>
                  <a:lnTo>
                    <a:pt x="12" y="217"/>
                  </a:lnTo>
                  <a:lnTo>
                    <a:pt x="0" y="243"/>
                  </a:lnTo>
                  <a:lnTo>
                    <a:pt x="10" y="267"/>
                  </a:lnTo>
                  <a:lnTo>
                    <a:pt x="40" y="289"/>
                  </a:lnTo>
                  <a:lnTo>
                    <a:pt x="74" y="305"/>
                  </a:lnTo>
                  <a:lnTo>
                    <a:pt x="103" y="333"/>
                  </a:lnTo>
                  <a:lnTo>
                    <a:pt x="99" y="361"/>
                  </a:lnTo>
                  <a:lnTo>
                    <a:pt x="89" y="371"/>
                  </a:lnTo>
                  <a:lnTo>
                    <a:pt x="89" y="371"/>
                  </a:lnTo>
                  <a:lnTo>
                    <a:pt x="97" y="387"/>
                  </a:lnTo>
                  <a:lnTo>
                    <a:pt x="105" y="415"/>
                  </a:lnTo>
                  <a:lnTo>
                    <a:pt x="93" y="439"/>
                  </a:lnTo>
                  <a:lnTo>
                    <a:pt x="99" y="454"/>
                  </a:lnTo>
                  <a:lnTo>
                    <a:pt x="121" y="468"/>
                  </a:lnTo>
                  <a:lnTo>
                    <a:pt x="121" y="468"/>
                  </a:lnTo>
                  <a:lnTo>
                    <a:pt x="141" y="464"/>
                  </a:lnTo>
                  <a:lnTo>
                    <a:pt x="141" y="464"/>
                  </a:lnTo>
                  <a:lnTo>
                    <a:pt x="145" y="470"/>
                  </a:lnTo>
                  <a:lnTo>
                    <a:pt x="147" y="478"/>
                  </a:lnTo>
                  <a:lnTo>
                    <a:pt x="147" y="488"/>
                  </a:lnTo>
                  <a:lnTo>
                    <a:pt x="183" y="494"/>
                  </a:lnTo>
                  <a:lnTo>
                    <a:pt x="183" y="494"/>
                  </a:lnTo>
                  <a:lnTo>
                    <a:pt x="193" y="502"/>
                  </a:lnTo>
                  <a:lnTo>
                    <a:pt x="193" y="502"/>
                  </a:lnTo>
                  <a:lnTo>
                    <a:pt x="181" y="510"/>
                  </a:lnTo>
                  <a:lnTo>
                    <a:pt x="183" y="512"/>
                  </a:lnTo>
                  <a:lnTo>
                    <a:pt x="189" y="522"/>
                  </a:lnTo>
                  <a:lnTo>
                    <a:pt x="169" y="530"/>
                  </a:lnTo>
                  <a:lnTo>
                    <a:pt x="173" y="542"/>
                  </a:lnTo>
                  <a:lnTo>
                    <a:pt x="203" y="546"/>
                  </a:lnTo>
                  <a:lnTo>
                    <a:pt x="209" y="560"/>
                  </a:lnTo>
                  <a:lnTo>
                    <a:pt x="221" y="568"/>
                  </a:lnTo>
                  <a:lnTo>
                    <a:pt x="235" y="578"/>
                  </a:lnTo>
                  <a:lnTo>
                    <a:pt x="245" y="590"/>
                  </a:lnTo>
                  <a:lnTo>
                    <a:pt x="255" y="598"/>
                  </a:lnTo>
                  <a:lnTo>
                    <a:pt x="263" y="610"/>
                  </a:lnTo>
                  <a:lnTo>
                    <a:pt x="263" y="610"/>
                  </a:lnTo>
                  <a:lnTo>
                    <a:pt x="275" y="618"/>
                  </a:lnTo>
                  <a:lnTo>
                    <a:pt x="275" y="618"/>
                  </a:lnTo>
                  <a:lnTo>
                    <a:pt x="282" y="624"/>
                  </a:lnTo>
                  <a:lnTo>
                    <a:pt x="286" y="630"/>
                  </a:lnTo>
                  <a:lnTo>
                    <a:pt x="296" y="630"/>
                  </a:lnTo>
                  <a:lnTo>
                    <a:pt x="296" y="630"/>
                  </a:lnTo>
                  <a:lnTo>
                    <a:pt x="312" y="634"/>
                  </a:lnTo>
                  <a:lnTo>
                    <a:pt x="312" y="634"/>
                  </a:lnTo>
                  <a:lnTo>
                    <a:pt x="350" y="664"/>
                  </a:lnTo>
                  <a:lnTo>
                    <a:pt x="404" y="672"/>
                  </a:lnTo>
                  <a:lnTo>
                    <a:pt x="414" y="678"/>
                  </a:lnTo>
                  <a:lnTo>
                    <a:pt x="426" y="682"/>
                  </a:lnTo>
                  <a:lnTo>
                    <a:pt x="448" y="690"/>
                  </a:lnTo>
                  <a:lnTo>
                    <a:pt x="458" y="688"/>
                  </a:lnTo>
                  <a:lnTo>
                    <a:pt x="467" y="692"/>
                  </a:lnTo>
                  <a:lnTo>
                    <a:pt x="481" y="696"/>
                  </a:lnTo>
                  <a:lnTo>
                    <a:pt x="503" y="694"/>
                  </a:lnTo>
                  <a:lnTo>
                    <a:pt x="517" y="684"/>
                  </a:lnTo>
                  <a:lnTo>
                    <a:pt x="517" y="684"/>
                  </a:lnTo>
                  <a:lnTo>
                    <a:pt x="533" y="678"/>
                  </a:lnTo>
                  <a:lnTo>
                    <a:pt x="533" y="678"/>
                  </a:lnTo>
                  <a:lnTo>
                    <a:pt x="539" y="684"/>
                  </a:lnTo>
                  <a:lnTo>
                    <a:pt x="543" y="690"/>
                  </a:lnTo>
                  <a:lnTo>
                    <a:pt x="565" y="700"/>
                  </a:lnTo>
                  <a:lnTo>
                    <a:pt x="569" y="709"/>
                  </a:lnTo>
                  <a:lnTo>
                    <a:pt x="585" y="715"/>
                  </a:lnTo>
                  <a:lnTo>
                    <a:pt x="599" y="704"/>
                  </a:lnTo>
                  <a:lnTo>
                    <a:pt x="615" y="700"/>
                  </a:lnTo>
                  <a:lnTo>
                    <a:pt x="637" y="694"/>
                  </a:lnTo>
                  <a:lnTo>
                    <a:pt x="657" y="709"/>
                  </a:lnTo>
                  <a:lnTo>
                    <a:pt x="674" y="707"/>
                  </a:lnTo>
                  <a:lnTo>
                    <a:pt x="688" y="711"/>
                  </a:lnTo>
                  <a:lnTo>
                    <a:pt x="688" y="711"/>
                  </a:lnTo>
                  <a:lnTo>
                    <a:pt x="688" y="711"/>
                  </a:lnTo>
                  <a:lnTo>
                    <a:pt x="688" y="707"/>
                  </a:lnTo>
                  <a:lnTo>
                    <a:pt x="692" y="696"/>
                  </a:lnTo>
                  <a:lnTo>
                    <a:pt x="696" y="686"/>
                  </a:lnTo>
                  <a:lnTo>
                    <a:pt x="706" y="678"/>
                  </a:lnTo>
                  <a:lnTo>
                    <a:pt x="730" y="686"/>
                  </a:lnTo>
                  <a:lnTo>
                    <a:pt x="754" y="680"/>
                  </a:lnTo>
                  <a:lnTo>
                    <a:pt x="774" y="680"/>
                  </a:lnTo>
                  <a:lnTo>
                    <a:pt x="782" y="676"/>
                  </a:lnTo>
                  <a:lnTo>
                    <a:pt x="786" y="670"/>
                  </a:lnTo>
                  <a:lnTo>
                    <a:pt x="796" y="656"/>
                  </a:lnTo>
                  <a:lnTo>
                    <a:pt x="800" y="628"/>
                  </a:lnTo>
                  <a:lnTo>
                    <a:pt x="800" y="608"/>
                  </a:lnTo>
                  <a:lnTo>
                    <a:pt x="822" y="598"/>
                  </a:lnTo>
                  <a:lnTo>
                    <a:pt x="840" y="590"/>
                  </a:lnTo>
                  <a:lnTo>
                    <a:pt x="849" y="588"/>
                  </a:lnTo>
                  <a:lnTo>
                    <a:pt x="855" y="586"/>
                  </a:lnTo>
                  <a:lnTo>
                    <a:pt x="859" y="574"/>
                  </a:lnTo>
                  <a:lnTo>
                    <a:pt x="867" y="570"/>
                  </a:lnTo>
                  <a:lnTo>
                    <a:pt x="871" y="556"/>
                  </a:lnTo>
                  <a:lnTo>
                    <a:pt x="877" y="542"/>
                  </a:lnTo>
                  <a:lnTo>
                    <a:pt x="879" y="478"/>
                  </a:lnTo>
                  <a:lnTo>
                    <a:pt x="832" y="413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30" name="Freeform 52">
              <a:extLst>
                <a:ext uri="{FF2B5EF4-FFF2-40B4-BE49-F238E27FC236}">
                  <a16:creationId xmlns:a16="http://schemas.microsoft.com/office/drawing/2014/main" id="{45F77D60-6912-3753-A190-53987950C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3750" y="2730500"/>
              <a:ext cx="2784475" cy="2805113"/>
            </a:xfrm>
            <a:custGeom>
              <a:avLst/>
              <a:gdLst>
                <a:gd name="T0" fmla="*/ 1754 w 1754"/>
                <a:gd name="T1" fmla="*/ 1028 h 1767"/>
                <a:gd name="T2" fmla="*/ 1733 w 1754"/>
                <a:gd name="T3" fmla="*/ 892 h 1767"/>
                <a:gd name="T4" fmla="*/ 1723 w 1754"/>
                <a:gd name="T5" fmla="*/ 810 h 1767"/>
                <a:gd name="T6" fmla="*/ 1709 w 1754"/>
                <a:gd name="T7" fmla="*/ 536 h 1767"/>
                <a:gd name="T8" fmla="*/ 1647 w 1754"/>
                <a:gd name="T9" fmla="*/ 233 h 1767"/>
                <a:gd name="T10" fmla="*/ 1549 w 1754"/>
                <a:gd name="T11" fmla="*/ 131 h 1767"/>
                <a:gd name="T12" fmla="*/ 1520 w 1754"/>
                <a:gd name="T13" fmla="*/ 117 h 1767"/>
                <a:gd name="T14" fmla="*/ 1382 w 1754"/>
                <a:gd name="T15" fmla="*/ 151 h 1767"/>
                <a:gd name="T16" fmla="*/ 1341 w 1754"/>
                <a:gd name="T17" fmla="*/ 249 h 1767"/>
                <a:gd name="T18" fmla="*/ 1108 w 1754"/>
                <a:gd name="T19" fmla="*/ 247 h 1767"/>
                <a:gd name="T20" fmla="*/ 891 w 1754"/>
                <a:gd name="T21" fmla="*/ 89 h 1767"/>
                <a:gd name="T22" fmla="*/ 787 w 1754"/>
                <a:gd name="T23" fmla="*/ 75 h 1767"/>
                <a:gd name="T24" fmla="*/ 672 w 1754"/>
                <a:gd name="T25" fmla="*/ 0 h 1767"/>
                <a:gd name="T26" fmla="*/ 620 w 1754"/>
                <a:gd name="T27" fmla="*/ 17 h 1767"/>
                <a:gd name="T28" fmla="*/ 467 w 1754"/>
                <a:gd name="T29" fmla="*/ 225 h 1767"/>
                <a:gd name="T30" fmla="*/ 151 w 1754"/>
                <a:gd name="T31" fmla="*/ 265 h 1767"/>
                <a:gd name="T32" fmla="*/ 17 w 1754"/>
                <a:gd name="T33" fmla="*/ 516 h 1767"/>
                <a:gd name="T34" fmla="*/ 139 w 1754"/>
                <a:gd name="T35" fmla="*/ 643 h 1767"/>
                <a:gd name="T36" fmla="*/ 165 w 1754"/>
                <a:gd name="T37" fmla="*/ 661 h 1767"/>
                <a:gd name="T38" fmla="*/ 230 w 1754"/>
                <a:gd name="T39" fmla="*/ 605 h 1767"/>
                <a:gd name="T40" fmla="*/ 290 w 1754"/>
                <a:gd name="T41" fmla="*/ 615 h 1767"/>
                <a:gd name="T42" fmla="*/ 300 w 1754"/>
                <a:gd name="T43" fmla="*/ 641 h 1767"/>
                <a:gd name="T44" fmla="*/ 310 w 1754"/>
                <a:gd name="T45" fmla="*/ 876 h 1767"/>
                <a:gd name="T46" fmla="*/ 314 w 1754"/>
                <a:gd name="T47" fmla="*/ 934 h 1767"/>
                <a:gd name="T48" fmla="*/ 344 w 1754"/>
                <a:gd name="T49" fmla="*/ 982 h 1767"/>
                <a:gd name="T50" fmla="*/ 368 w 1754"/>
                <a:gd name="T51" fmla="*/ 1020 h 1767"/>
                <a:gd name="T52" fmla="*/ 413 w 1754"/>
                <a:gd name="T53" fmla="*/ 1014 h 1767"/>
                <a:gd name="T54" fmla="*/ 439 w 1754"/>
                <a:gd name="T55" fmla="*/ 1026 h 1767"/>
                <a:gd name="T56" fmla="*/ 469 w 1754"/>
                <a:gd name="T57" fmla="*/ 1064 h 1767"/>
                <a:gd name="T58" fmla="*/ 469 w 1754"/>
                <a:gd name="T59" fmla="*/ 1131 h 1767"/>
                <a:gd name="T60" fmla="*/ 499 w 1754"/>
                <a:gd name="T61" fmla="*/ 1209 h 1767"/>
                <a:gd name="T62" fmla="*/ 503 w 1754"/>
                <a:gd name="T63" fmla="*/ 1267 h 1767"/>
                <a:gd name="T64" fmla="*/ 489 w 1754"/>
                <a:gd name="T65" fmla="*/ 1293 h 1767"/>
                <a:gd name="T66" fmla="*/ 519 w 1754"/>
                <a:gd name="T67" fmla="*/ 1315 h 1767"/>
                <a:gd name="T68" fmla="*/ 549 w 1754"/>
                <a:gd name="T69" fmla="*/ 1323 h 1767"/>
                <a:gd name="T70" fmla="*/ 579 w 1754"/>
                <a:gd name="T71" fmla="*/ 1366 h 1767"/>
                <a:gd name="T72" fmla="*/ 604 w 1754"/>
                <a:gd name="T73" fmla="*/ 1416 h 1767"/>
                <a:gd name="T74" fmla="*/ 616 w 1754"/>
                <a:gd name="T75" fmla="*/ 1494 h 1767"/>
                <a:gd name="T76" fmla="*/ 622 w 1754"/>
                <a:gd name="T77" fmla="*/ 1512 h 1767"/>
                <a:gd name="T78" fmla="*/ 644 w 1754"/>
                <a:gd name="T79" fmla="*/ 1518 h 1767"/>
                <a:gd name="T80" fmla="*/ 670 w 1754"/>
                <a:gd name="T81" fmla="*/ 1542 h 1767"/>
                <a:gd name="T82" fmla="*/ 720 w 1754"/>
                <a:gd name="T83" fmla="*/ 1544 h 1767"/>
                <a:gd name="T84" fmla="*/ 734 w 1754"/>
                <a:gd name="T85" fmla="*/ 1560 h 1767"/>
                <a:gd name="T86" fmla="*/ 770 w 1754"/>
                <a:gd name="T87" fmla="*/ 1544 h 1767"/>
                <a:gd name="T88" fmla="*/ 813 w 1754"/>
                <a:gd name="T89" fmla="*/ 1542 h 1767"/>
                <a:gd name="T90" fmla="*/ 861 w 1754"/>
                <a:gd name="T91" fmla="*/ 1570 h 1767"/>
                <a:gd name="T92" fmla="*/ 883 w 1754"/>
                <a:gd name="T93" fmla="*/ 1595 h 1767"/>
                <a:gd name="T94" fmla="*/ 937 w 1754"/>
                <a:gd name="T95" fmla="*/ 1627 h 1767"/>
                <a:gd name="T96" fmla="*/ 992 w 1754"/>
                <a:gd name="T97" fmla="*/ 1647 h 1767"/>
                <a:gd name="T98" fmla="*/ 1088 w 1754"/>
                <a:gd name="T99" fmla="*/ 1697 h 1767"/>
                <a:gd name="T100" fmla="*/ 1177 w 1754"/>
                <a:gd name="T101" fmla="*/ 1651 h 1767"/>
                <a:gd name="T102" fmla="*/ 1227 w 1754"/>
                <a:gd name="T103" fmla="*/ 1725 h 1767"/>
                <a:gd name="T104" fmla="*/ 1303 w 1754"/>
                <a:gd name="T105" fmla="*/ 1767 h 1767"/>
                <a:gd name="T106" fmla="*/ 1376 w 1754"/>
                <a:gd name="T107" fmla="*/ 1737 h 1767"/>
                <a:gd name="T108" fmla="*/ 1625 w 1754"/>
                <a:gd name="T109" fmla="*/ 1516 h 1767"/>
                <a:gd name="T110" fmla="*/ 1742 w 1754"/>
                <a:gd name="T111" fmla="*/ 1311 h 1767"/>
                <a:gd name="T112" fmla="*/ 1740 w 1754"/>
                <a:gd name="T113" fmla="*/ 1281 h 1767"/>
                <a:gd name="T114" fmla="*/ 1723 w 1754"/>
                <a:gd name="T115" fmla="*/ 1225 h 1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754" h="1767">
                  <a:moveTo>
                    <a:pt x="1723" y="1225"/>
                  </a:moveTo>
                  <a:lnTo>
                    <a:pt x="1711" y="1187"/>
                  </a:lnTo>
                  <a:lnTo>
                    <a:pt x="1729" y="1107"/>
                  </a:lnTo>
                  <a:lnTo>
                    <a:pt x="1754" y="1028"/>
                  </a:lnTo>
                  <a:lnTo>
                    <a:pt x="1748" y="944"/>
                  </a:lnTo>
                  <a:lnTo>
                    <a:pt x="1748" y="944"/>
                  </a:lnTo>
                  <a:lnTo>
                    <a:pt x="1733" y="892"/>
                  </a:lnTo>
                  <a:lnTo>
                    <a:pt x="1733" y="892"/>
                  </a:lnTo>
                  <a:lnTo>
                    <a:pt x="1723" y="866"/>
                  </a:lnTo>
                  <a:lnTo>
                    <a:pt x="1715" y="840"/>
                  </a:lnTo>
                  <a:lnTo>
                    <a:pt x="1715" y="840"/>
                  </a:lnTo>
                  <a:lnTo>
                    <a:pt x="1723" y="810"/>
                  </a:lnTo>
                  <a:lnTo>
                    <a:pt x="1744" y="757"/>
                  </a:lnTo>
                  <a:lnTo>
                    <a:pt x="1742" y="689"/>
                  </a:lnTo>
                  <a:lnTo>
                    <a:pt x="1707" y="603"/>
                  </a:lnTo>
                  <a:lnTo>
                    <a:pt x="1709" y="536"/>
                  </a:lnTo>
                  <a:lnTo>
                    <a:pt x="1711" y="428"/>
                  </a:lnTo>
                  <a:lnTo>
                    <a:pt x="1685" y="360"/>
                  </a:lnTo>
                  <a:lnTo>
                    <a:pt x="1655" y="292"/>
                  </a:lnTo>
                  <a:lnTo>
                    <a:pt x="1647" y="233"/>
                  </a:lnTo>
                  <a:lnTo>
                    <a:pt x="1631" y="177"/>
                  </a:lnTo>
                  <a:lnTo>
                    <a:pt x="1577" y="139"/>
                  </a:lnTo>
                  <a:lnTo>
                    <a:pt x="1577" y="139"/>
                  </a:lnTo>
                  <a:lnTo>
                    <a:pt x="1549" y="131"/>
                  </a:lnTo>
                  <a:lnTo>
                    <a:pt x="1530" y="123"/>
                  </a:lnTo>
                  <a:lnTo>
                    <a:pt x="1522" y="119"/>
                  </a:lnTo>
                  <a:lnTo>
                    <a:pt x="1520" y="117"/>
                  </a:lnTo>
                  <a:lnTo>
                    <a:pt x="1520" y="117"/>
                  </a:lnTo>
                  <a:lnTo>
                    <a:pt x="1498" y="63"/>
                  </a:lnTo>
                  <a:lnTo>
                    <a:pt x="1482" y="49"/>
                  </a:lnTo>
                  <a:lnTo>
                    <a:pt x="1382" y="151"/>
                  </a:lnTo>
                  <a:lnTo>
                    <a:pt x="1382" y="151"/>
                  </a:lnTo>
                  <a:lnTo>
                    <a:pt x="1372" y="223"/>
                  </a:lnTo>
                  <a:lnTo>
                    <a:pt x="1372" y="223"/>
                  </a:lnTo>
                  <a:lnTo>
                    <a:pt x="1362" y="231"/>
                  </a:lnTo>
                  <a:lnTo>
                    <a:pt x="1341" y="249"/>
                  </a:lnTo>
                  <a:lnTo>
                    <a:pt x="1311" y="275"/>
                  </a:lnTo>
                  <a:lnTo>
                    <a:pt x="1229" y="312"/>
                  </a:lnTo>
                  <a:lnTo>
                    <a:pt x="1164" y="292"/>
                  </a:lnTo>
                  <a:lnTo>
                    <a:pt x="1108" y="247"/>
                  </a:lnTo>
                  <a:lnTo>
                    <a:pt x="1058" y="195"/>
                  </a:lnTo>
                  <a:lnTo>
                    <a:pt x="1054" y="107"/>
                  </a:lnTo>
                  <a:lnTo>
                    <a:pt x="1034" y="91"/>
                  </a:lnTo>
                  <a:lnTo>
                    <a:pt x="891" y="89"/>
                  </a:lnTo>
                  <a:lnTo>
                    <a:pt x="863" y="65"/>
                  </a:lnTo>
                  <a:lnTo>
                    <a:pt x="863" y="65"/>
                  </a:lnTo>
                  <a:lnTo>
                    <a:pt x="787" y="75"/>
                  </a:lnTo>
                  <a:lnTo>
                    <a:pt x="787" y="75"/>
                  </a:lnTo>
                  <a:lnTo>
                    <a:pt x="756" y="73"/>
                  </a:lnTo>
                  <a:lnTo>
                    <a:pt x="728" y="69"/>
                  </a:lnTo>
                  <a:lnTo>
                    <a:pt x="712" y="23"/>
                  </a:lnTo>
                  <a:lnTo>
                    <a:pt x="672" y="0"/>
                  </a:lnTo>
                  <a:lnTo>
                    <a:pt x="672" y="0"/>
                  </a:lnTo>
                  <a:lnTo>
                    <a:pt x="648" y="8"/>
                  </a:lnTo>
                  <a:lnTo>
                    <a:pt x="620" y="17"/>
                  </a:lnTo>
                  <a:lnTo>
                    <a:pt x="620" y="17"/>
                  </a:lnTo>
                  <a:lnTo>
                    <a:pt x="557" y="79"/>
                  </a:lnTo>
                  <a:lnTo>
                    <a:pt x="545" y="135"/>
                  </a:lnTo>
                  <a:lnTo>
                    <a:pt x="515" y="197"/>
                  </a:lnTo>
                  <a:lnTo>
                    <a:pt x="467" y="225"/>
                  </a:lnTo>
                  <a:lnTo>
                    <a:pt x="370" y="233"/>
                  </a:lnTo>
                  <a:lnTo>
                    <a:pt x="296" y="233"/>
                  </a:lnTo>
                  <a:lnTo>
                    <a:pt x="205" y="269"/>
                  </a:lnTo>
                  <a:lnTo>
                    <a:pt x="151" y="265"/>
                  </a:lnTo>
                  <a:lnTo>
                    <a:pt x="59" y="328"/>
                  </a:lnTo>
                  <a:lnTo>
                    <a:pt x="25" y="358"/>
                  </a:lnTo>
                  <a:lnTo>
                    <a:pt x="21" y="444"/>
                  </a:lnTo>
                  <a:lnTo>
                    <a:pt x="17" y="516"/>
                  </a:lnTo>
                  <a:lnTo>
                    <a:pt x="0" y="559"/>
                  </a:lnTo>
                  <a:lnTo>
                    <a:pt x="59" y="601"/>
                  </a:lnTo>
                  <a:lnTo>
                    <a:pt x="107" y="629"/>
                  </a:lnTo>
                  <a:lnTo>
                    <a:pt x="139" y="643"/>
                  </a:lnTo>
                  <a:lnTo>
                    <a:pt x="139" y="643"/>
                  </a:lnTo>
                  <a:lnTo>
                    <a:pt x="151" y="653"/>
                  </a:lnTo>
                  <a:lnTo>
                    <a:pt x="161" y="659"/>
                  </a:lnTo>
                  <a:lnTo>
                    <a:pt x="165" y="661"/>
                  </a:lnTo>
                  <a:lnTo>
                    <a:pt x="165" y="661"/>
                  </a:lnTo>
                  <a:lnTo>
                    <a:pt x="185" y="647"/>
                  </a:lnTo>
                  <a:lnTo>
                    <a:pt x="201" y="633"/>
                  </a:lnTo>
                  <a:lnTo>
                    <a:pt x="230" y="605"/>
                  </a:lnTo>
                  <a:lnTo>
                    <a:pt x="258" y="595"/>
                  </a:lnTo>
                  <a:lnTo>
                    <a:pt x="280" y="605"/>
                  </a:lnTo>
                  <a:lnTo>
                    <a:pt x="280" y="605"/>
                  </a:lnTo>
                  <a:lnTo>
                    <a:pt x="290" y="615"/>
                  </a:lnTo>
                  <a:lnTo>
                    <a:pt x="300" y="627"/>
                  </a:lnTo>
                  <a:lnTo>
                    <a:pt x="300" y="627"/>
                  </a:lnTo>
                  <a:lnTo>
                    <a:pt x="300" y="633"/>
                  </a:lnTo>
                  <a:lnTo>
                    <a:pt x="300" y="641"/>
                  </a:lnTo>
                  <a:lnTo>
                    <a:pt x="300" y="649"/>
                  </a:lnTo>
                  <a:lnTo>
                    <a:pt x="294" y="731"/>
                  </a:lnTo>
                  <a:lnTo>
                    <a:pt x="294" y="818"/>
                  </a:lnTo>
                  <a:lnTo>
                    <a:pt x="310" y="876"/>
                  </a:lnTo>
                  <a:lnTo>
                    <a:pt x="296" y="914"/>
                  </a:lnTo>
                  <a:lnTo>
                    <a:pt x="310" y="912"/>
                  </a:lnTo>
                  <a:lnTo>
                    <a:pt x="310" y="930"/>
                  </a:lnTo>
                  <a:lnTo>
                    <a:pt x="314" y="934"/>
                  </a:lnTo>
                  <a:lnTo>
                    <a:pt x="322" y="950"/>
                  </a:lnTo>
                  <a:lnTo>
                    <a:pt x="324" y="968"/>
                  </a:lnTo>
                  <a:lnTo>
                    <a:pt x="332" y="980"/>
                  </a:lnTo>
                  <a:lnTo>
                    <a:pt x="344" y="982"/>
                  </a:lnTo>
                  <a:lnTo>
                    <a:pt x="344" y="982"/>
                  </a:lnTo>
                  <a:lnTo>
                    <a:pt x="366" y="1008"/>
                  </a:lnTo>
                  <a:lnTo>
                    <a:pt x="366" y="1008"/>
                  </a:lnTo>
                  <a:lnTo>
                    <a:pt x="368" y="1020"/>
                  </a:lnTo>
                  <a:lnTo>
                    <a:pt x="368" y="1020"/>
                  </a:lnTo>
                  <a:lnTo>
                    <a:pt x="378" y="1026"/>
                  </a:lnTo>
                  <a:lnTo>
                    <a:pt x="396" y="1022"/>
                  </a:lnTo>
                  <a:lnTo>
                    <a:pt x="413" y="1014"/>
                  </a:lnTo>
                  <a:lnTo>
                    <a:pt x="425" y="1014"/>
                  </a:lnTo>
                  <a:lnTo>
                    <a:pt x="433" y="1022"/>
                  </a:lnTo>
                  <a:lnTo>
                    <a:pt x="433" y="1022"/>
                  </a:lnTo>
                  <a:lnTo>
                    <a:pt x="439" y="1026"/>
                  </a:lnTo>
                  <a:lnTo>
                    <a:pt x="439" y="1026"/>
                  </a:lnTo>
                  <a:lnTo>
                    <a:pt x="461" y="1030"/>
                  </a:lnTo>
                  <a:lnTo>
                    <a:pt x="463" y="1048"/>
                  </a:lnTo>
                  <a:lnTo>
                    <a:pt x="469" y="1064"/>
                  </a:lnTo>
                  <a:lnTo>
                    <a:pt x="469" y="1087"/>
                  </a:lnTo>
                  <a:lnTo>
                    <a:pt x="463" y="1101"/>
                  </a:lnTo>
                  <a:lnTo>
                    <a:pt x="469" y="1115"/>
                  </a:lnTo>
                  <a:lnTo>
                    <a:pt x="469" y="1131"/>
                  </a:lnTo>
                  <a:lnTo>
                    <a:pt x="473" y="1135"/>
                  </a:lnTo>
                  <a:lnTo>
                    <a:pt x="477" y="1153"/>
                  </a:lnTo>
                  <a:lnTo>
                    <a:pt x="487" y="1175"/>
                  </a:lnTo>
                  <a:lnTo>
                    <a:pt x="499" y="1209"/>
                  </a:lnTo>
                  <a:lnTo>
                    <a:pt x="505" y="1221"/>
                  </a:lnTo>
                  <a:lnTo>
                    <a:pt x="501" y="1233"/>
                  </a:lnTo>
                  <a:lnTo>
                    <a:pt x="507" y="1255"/>
                  </a:lnTo>
                  <a:lnTo>
                    <a:pt x="503" y="1267"/>
                  </a:lnTo>
                  <a:lnTo>
                    <a:pt x="489" y="1283"/>
                  </a:lnTo>
                  <a:lnTo>
                    <a:pt x="489" y="1283"/>
                  </a:lnTo>
                  <a:lnTo>
                    <a:pt x="489" y="1293"/>
                  </a:lnTo>
                  <a:lnTo>
                    <a:pt x="489" y="1293"/>
                  </a:lnTo>
                  <a:lnTo>
                    <a:pt x="495" y="1311"/>
                  </a:lnTo>
                  <a:lnTo>
                    <a:pt x="507" y="1315"/>
                  </a:lnTo>
                  <a:lnTo>
                    <a:pt x="513" y="1311"/>
                  </a:lnTo>
                  <a:lnTo>
                    <a:pt x="519" y="1315"/>
                  </a:lnTo>
                  <a:lnTo>
                    <a:pt x="525" y="1317"/>
                  </a:lnTo>
                  <a:lnTo>
                    <a:pt x="539" y="1315"/>
                  </a:lnTo>
                  <a:lnTo>
                    <a:pt x="545" y="1315"/>
                  </a:lnTo>
                  <a:lnTo>
                    <a:pt x="549" y="1323"/>
                  </a:lnTo>
                  <a:lnTo>
                    <a:pt x="557" y="1329"/>
                  </a:lnTo>
                  <a:lnTo>
                    <a:pt x="561" y="1338"/>
                  </a:lnTo>
                  <a:lnTo>
                    <a:pt x="575" y="1346"/>
                  </a:lnTo>
                  <a:lnTo>
                    <a:pt x="579" y="1366"/>
                  </a:lnTo>
                  <a:lnTo>
                    <a:pt x="592" y="1380"/>
                  </a:lnTo>
                  <a:lnTo>
                    <a:pt x="596" y="1400"/>
                  </a:lnTo>
                  <a:lnTo>
                    <a:pt x="600" y="1406"/>
                  </a:lnTo>
                  <a:lnTo>
                    <a:pt x="604" y="1416"/>
                  </a:lnTo>
                  <a:lnTo>
                    <a:pt x="622" y="1440"/>
                  </a:lnTo>
                  <a:lnTo>
                    <a:pt x="618" y="1466"/>
                  </a:lnTo>
                  <a:lnTo>
                    <a:pt x="620" y="1474"/>
                  </a:lnTo>
                  <a:lnTo>
                    <a:pt x="616" y="1494"/>
                  </a:lnTo>
                  <a:lnTo>
                    <a:pt x="616" y="1494"/>
                  </a:lnTo>
                  <a:lnTo>
                    <a:pt x="622" y="1504"/>
                  </a:lnTo>
                  <a:lnTo>
                    <a:pt x="622" y="1504"/>
                  </a:lnTo>
                  <a:lnTo>
                    <a:pt x="622" y="1512"/>
                  </a:lnTo>
                  <a:lnTo>
                    <a:pt x="622" y="1512"/>
                  </a:lnTo>
                  <a:lnTo>
                    <a:pt x="628" y="1524"/>
                  </a:lnTo>
                  <a:lnTo>
                    <a:pt x="628" y="1524"/>
                  </a:lnTo>
                  <a:lnTo>
                    <a:pt x="644" y="1518"/>
                  </a:lnTo>
                  <a:lnTo>
                    <a:pt x="644" y="1518"/>
                  </a:lnTo>
                  <a:lnTo>
                    <a:pt x="644" y="1530"/>
                  </a:lnTo>
                  <a:lnTo>
                    <a:pt x="656" y="1542"/>
                  </a:lnTo>
                  <a:lnTo>
                    <a:pt x="670" y="1542"/>
                  </a:lnTo>
                  <a:lnTo>
                    <a:pt x="686" y="1542"/>
                  </a:lnTo>
                  <a:lnTo>
                    <a:pt x="690" y="1554"/>
                  </a:lnTo>
                  <a:lnTo>
                    <a:pt x="706" y="1554"/>
                  </a:lnTo>
                  <a:lnTo>
                    <a:pt x="720" y="1544"/>
                  </a:lnTo>
                  <a:lnTo>
                    <a:pt x="720" y="1544"/>
                  </a:lnTo>
                  <a:lnTo>
                    <a:pt x="732" y="1554"/>
                  </a:lnTo>
                  <a:lnTo>
                    <a:pt x="732" y="1554"/>
                  </a:lnTo>
                  <a:lnTo>
                    <a:pt x="734" y="1560"/>
                  </a:lnTo>
                  <a:lnTo>
                    <a:pt x="748" y="1566"/>
                  </a:lnTo>
                  <a:lnTo>
                    <a:pt x="752" y="1556"/>
                  </a:lnTo>
                  <a:lnTo>
                    <a:pt x="764" y="1542"/>
                  </a:lnTo>
                  <a:lnTo>
                    <a:pt x="770" y="1544"/>
                  </a:lnTo>
                  <a:lnTo>
                    <a:pt x="782" y="1544"/>
                  </a:lnTo>
                  <a:lnTo>
                    <a:pt x="797" y="1544"/>
                  </a:lnTo>
                  <a:lnTo>
                    <a:pt x="805" y="1544"/>
                  </a:lnTo>
                  <a:lnTo>
                    <a:pt x="813" y="1542"/>
                  </a:lnTo>
                  <a:lnTo>
                    <a:pt x="833" y="1538"/>
                  </a:lnTo>
                  <a:lnTo>
                    <a:pt x="853" y="1548"/>
                  </a:lnTo>
                  <a:lnTo>
                    <a:pt x="851" y="1554"/>
                  </a:lnTo>
                  <a:lnTo>
                    <a:pt x="861" y="1570"/>
                  </a:lnTo>
                  <a:lnTo>
                    <a:pt x="867" y="1578"/>
                  </a:lnTo>
                  <a:lnTo>
                    <a:pt x="873" y="1590"/>
                  </a:lnTo>
                  <a:lnTo>
                    <a:pt x="879" y="1592"/>
                  </a:lnTo>
                  <a:lnTo>
                    <a:pt x="883" y="1595"/>
                  </a:lnTo>
                  <a:lnTo>
                    <a:pt x="907" y="1617"/>
                  </a:lnTo>
                  <a:lnTo>
                    <a:pt x="913" y="1615"/>
                  </a:lnTo>
                  <a:lnTo>
                    <a:pt x="925" y="1625"/>
                  </a:lnTo>
                  <a:lnTo>
                    <a:pt x="937" y="1627"/>
                  </a:lnTo>
                  <a:lnTo>
                    <a:pt x="937" y="1627"/>
                  </a:lnTo>
                  <a:lnTo>
                    <a:pt x="963" y="1619"/>
                  </a:lnTo>
                  <a:lnTo>
                    <a:pt x="982" y="1643"/>
                  </a:lnTo>
                  <a:lnTo>
                    <a:pt x="992" y="1647"/>
                  </a:lnTo>
                  <a:lnTo>
                    <a:pt x="1010" y="1689"/>
                  </a:lnTo>
                  <a:lnTo>
                    <a:pt x="1020" y="1691"/>
                  </a:lnTo>
                  <a:lnTo>
                    <a:pt x="1048" y="1699"/>
                  </a:lnTo>
                  <a:lnTo>
                    <a:pt x="1088" y="1697"/>
                  </a:lnTo>
                  <a:lnTo>
                    <a:pt x="1130" y="1675"/>
                  </a:lnTo>
                  <a:lnTo>
                    <a:pt x="1154" y="1653"/>
                  </a:lnTo>
                  <a:lnTo>
                    <a:pt x="1162" y="1635"/>
                  </a:lnTo>
                  <a:lnTo>
                    <a:pt x="1177" y="1651"/>
                  </a:lnTo>
                  <a:lnTo>
                    <a:pt x="1205" y="1697"/>
                  </a:lnTo>
                  <a:lnTo>
                    <a:pt x="1209" y="1711"/>
                  </a:lnTo>
                  <a:lnTo>
                    <a:pt x="1227" y="1725"/>
                  </a:lnTo>
                  <a:lnTo>
                    <a:pt x="1227" y="1725"/>
                  </a:lnTo>
                  <a:lnTo>
                    <a:pt x="1227" y="1747"/>
                  </a:lnTo>
                  <a:lnTo>
                    <a:pt x="1227" y="1747"/>
                  </a:lnTo>
                  <a:lnTo>
                    <a:pt x="1257" y="1745"/>
                  </a:lnTo>
                  <a:lnTo>
                    <a:pt x="1303" y="1767"/>
                  </a:lnTo>
                  <a:lnTo>
                    <a:pt x="1358" y="1749"/>
                  </a:lnTo>
                  <a:lnTo>
                    <a:pt x="1380" y="1747"/>
                  </a:lnTo>
                  <a:lnTo>
                    <a:pt x="1380" y="1747"/>
                  </a:lnTo>
                  <a:lnTo>
                    <a:pt x="1376" y="1737"/>
                  </a:lnTo>
                  <a:lnTo>
                    <a:pt x="1390" y="1699"/>
                  </a:lnTo>
                  <a:lnTo>
                    <a:pt x="1450" y="1671"/>
                  </a:lnTo>
                  <a:lnTo>
                    <a:pt x="1548" y="1609"/>
                  </a:lnTo>
                  <a:lnTo>
                    <a:pt x="1625" y="1516"/>
                  </a:lnTo>
                  <a:lnTo>
                    <a:pt x="1695" y="1406"/>
                  </a:lnTo>
                  <a:lnTo>
                    <a:pt x="1740" y="1336"/>
                  </a:lnTo>
                  <a:lnTo>
                    <a:pt x="1740" y="1336"/>
                  </a:lnTo>
                  <a:lnTo>
                    <a:pt x="1742" y="1311"/>
                  </a:lnTo>
                  <a:lnTo>
                    <a:pt x="1742" y="1293"/>
                  </a:lnTo>
                  <a:lnTo>
                    <a:pt x="1742" y="1285"/>
                  </a:lnTo>
                  <a:lnTo>
                    <a:pt x="1740" y="1281"/>
                  </a:lnTo>
                  <a:lnTo>
                    <a:pt x="1740" y="1281"/>
                  </a:lnTo>
                  <a:lnTo>
                    <a:pt x="1737" y="1269"/>
                  </a:lnTo>
                  <a:lnTo>
                    <a:pt x="1731" y="1251"/>
                  </a:lnTo>
                  <a:lnTo>
                    <a:pt x="1723" y="1225"/>
                  </a:lnTo>
                  <a:lnTo>
                    <a:pt x="1723" y="1225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31" name="Freeform 53">
              <a:extLst>
                <a:ext uri="{FF2B5EF4-FFF2-40B4-BE49-F238E27FC236}">
                  <a16:creationId xmlns:a16="http://schemas.microsoft.com/office/drawing/2014/main" id="{09F72EE7-B062-643E-610B-89E9C3DE6A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1275" y="5118100"/>
              <a:ext cx="1401762" cy="1389063"/>
            </a:xfrm>
            <a:custGeom>
              <a:avLst/>
              <a:gdLst>
                <a:gd name="T0" fmla="*/ 852 w 883"/>
                <a:gd name="T1" fmla="*/ 454 h 875"/>
                <a:gd name="T2" fmla="*/ 830 w 883"/>
                <a:gd name="T3" fmla="*/ 436 h 875"/>
                <a:gd name="T4" fmla="*/ 800 w 883"/>
                <a:gd name="T5" fmla="*/ 420 h 875"/>
                <a:gd name="T6" fmla="*/ 778 w 883"/>
                <a:gd name="T7" fmla="*/ 400 h 875"/>
                <a:gd name="T8" fmla="*/ 768 w 883"/>
                <a:gd name="T9" fmla="*/ 396 h 875"/>
                <a:gd name="T10" fmla="*/ 758 w 883"/>
                <a:gd name="T11" fmla="*/ 390 h 875"/>
                <a:gd name="T12" fmla="*/ 748 w 883"/>
                <a:gd name="T13" fmla="*/ 356 h 875"/>
                <a:gd name="T14" fmla="*/ 722 w 883"/>
                <a:gd name="T15" fmla="*/ 329 h 875"/>
                <a:gd name="T16" fmla="*/ 684 w 883"/>
                <a:gd name="T17" fmla="*/ 277 h 875"/>
                <a:gd name="T18" fmla="*/ 673 w 883"/>
                <a:gd name="T19" fmla="*/ 263 h 875"/>
                <a:gd name="T20" fmla="*/ 671 w 883"/>
                <a:gd name="T21" fmla="*/ 255 h 875"/>
                <a:gd name="T22" fmla="*/ 665 w 883"/>
                <a:gd name="T23" fmla="*/ 251 h 875"/>
                <a:gd name="T24" fmla="*/ 601 w 883"/>
                <a:gd name="T25" fmla="*/ 217 h 875"/>
                <a:gd name="T26" fmla="*/ 555 w 883"/>
                <a:gd name="T27" fmla="*/ 195 h 875"/>
                <a:gd name="T28" fmla="*/ 555 w 883"/>
                <a:gd name="T29" fmla="*/ 129 h 875"/>
                <a:gd name="T30" fmla="*/ 539 w 883"/>
                <a:gd name="T31" fmla="*/ 97 h 875"/>
                <a:gd name="T32" fmla="*/ 466 w 883"/>
                <a:gd name="T33" fmla="*/ 50 h 875"/>
                <a:gd name="T34" fmla="*/ 430 w 883"/>
                <a:gd name="T35" fmla="*/ 0 h 875"/>
                <a:gd name="T36" fmla="*/ 368 w 883"/>
                <a:gd name="T37" fmla="*/ 6 h 875"/>
                <a:gd name="T38" fmla="*/ 340 w 883"/>
                <a:gd name="T39" fmla="*/ 16 h 875"/>
                <a:gd name="T40" fmla="*/ 267 w 883"/>
                <a:gd name="T41" fmla="*/ 48 h 875"/>
                <a:gd name="T42" fmla="*/ 187 w 883"/>
                <a:gd name="T43" fmla="*/ 72 h 875"/>
                <a:gd name="T44" fmla="*/ 153 w 883"/>
                <a:gd name="T45" fmla="*/ 151 h 875"/>
                <a:gd name="T46" fmla="*/ 106 w 883"/>
                <a:gd name="T47" fmla="*/ 241 h 875"/>
                <a:gd name="T48" fmla="*/ 56 w 883"/>
                <a:gd name="T49" fmla="*/ 295 h 875"/>
                <a:gd name="T50" fmla="*/ 44 w 883"/>
                <a:gd name="T51" fmla="*/ 295 h 875"/>
                <a:gd name="T52" fmla="*/ 46 w 883"/>
                <a:gd name="T53" fmla="*/ 370 h 875"/>
                <a:gd name="T54" fmla="*/ 28 w 883"/>
                <a:gd name="T55" fmla="*/ 418 h 875"/>
                <a:gd name="T56" fmla="*/ 14 w 883"/>
                <a:gd name="T57" fmla="*/ 478 h 875"/>
                <a:gd name="T58" fmla="*/ 0 w 883"/>
                <a:gd name="T59" fmla="*/ 534 h 875"/>
                <a:gd name="T60" fmla="*/ 20 w 883"/>
                <a:gd name="T61" fmla="*/ 576 h 875"/>
                <a:gd name="T62" fmla="*/ 78 w 883"/>
                <a:gd name="T63" fmla="*/ 631 h 875"/>
                <a:gd name="T64" fmla="*/ 100 w 883"/>
                <a:gd name="T65" fmla="*/ 711 h 875"/>
                <a:gd name="T66" fmla="*/ 68 w 883"/>
                <a:gd name="T67" fmla="*/ 759 h 875"/>
                <a:gd name="T68" fmla="*/ 66 w 883"/>
                <a:gd name="T69" fmla="*/ 801 h 875"/>
                <a:gd name="T70" fmla="*/ 10 w 883"/>
                <a:gd name="T71" fmla="*/ 815 h 875"/>
                <a:gd name="T72" fmla="*/ 18 w 883"/>
                <a:gd name="T73" fmla="*/ 851 h 875"/>
                <a:gd name="T74" fmla="*/ 40 w 883"/>
                <a:gd name="T75" fmla="*/ 875 h 875"/>
                <a:gd name="T76" fmla="*/ 66 w 883"/>
                <a:gd name="T77" fmla="*/ 873 h 875"/>
                <a:gd name="T78" fmla="*/ 74 w 883"/>
                <a:gd name="T79" fmla="*/ 871 h 875"/>
                <a:gd name="T80" fmla="*/ 82 w 883"/>
                <a:gd name="T81" fmla="*/ 863 h 875"/>
                <a:gd name="T82" fmla="*/ 102 w 883"/>
                <a:gd name="T83" fmla="*/ 833 h 875"/>
                <a:gd name="T84" fmla="*/ 161 w 883"/>
                <a:gd name="T85" fmla="*/ 791 h 875"/>
                <a:gd name="T86" fmla="*/ 239 w 883"/>
                <a:gd name="T87" fmla="*/ 795 h 875"/>
                <a:gd name="T88" fmla="*/ 306 w 883"/>
                <a:gd name="T89" fmla="*/ 859 h 875"/>
                <a:gd name="T90" fmla="*/ 376 w 883"/>
                <a:gd name="T91" fmla="*/ 825 h 875"/>
                <a:gd name="T92" fmla="*/ 414 w 883"/>
                <a:gd name="T93" fmla="*/ 793 h 875"/>
                <a:gd name="T94" fmla="*/ 462 w 883"/>
                <a:gd name="T95" fmla="*/ 775 h 875"/>
                <a:gd name="T96" fmla="*/ 517 w 883"/>
                <a:gd name="T97" fmla="*/ 743 h 875"/>
                <a:gd name="T98" fmla="*/ 521 w 883"/>
                <a:gd name="T99" fmla="*/ 739 h 875"/>
                <a:gd name="T100" fmla="*/ 525 w 883"/>
                <a:gd name="T101" fmla="*/ 725 h 875"/>
                <a:gd name="T102" fmla="*/ 537 w 883"/>
                <a:gd name="T103" fmla="*/ 721 h 875"/>
                <a:gd name="T104" fmla="*/ 553 w 883"/>
                <a:gd name="T105" fmla="*/ 719 h 875"/>
                <a:gd name="T106" fmla="*/ 575 w 883"/>
                <a:gd name="T107" fmla="*/ 727 h 875"/>
                <a:gd name="T108" fmla="*/ 647 w 883"/>
                <a:gd name="T109" fmla="*/ 755 h 875"/>
                <a:gd name="T110" fmla="*/ 679 w 883"/>
                <a:gd name="T111" fmla="*/ 749 h 875"/>
                <a:gd name="T112" fmla="*/ 748 w 883"/>
                <a:gd name="T113" fmla="*/ 727 h 875"/>
                <a:gd name="T114" fmla="*/ 784 w 883"/>
                <a:gd name="T115" fmla="*/ 681 h 875"/>
                <a:gd name="T116" fmla="*/ 840 w 883"/>
                <a:gd name="T117" fmla="*/ 590 h 875"/>
                <a:gd name="T118" fmla="*/ 879 w 883"/>
                <a:gd name="T119" fmla="*/ 534 h 875"/>
                <a:gd name="T120" fmla="*/ 883 w 883"/>
                <a:gd name="T121" fmla="*/ 460 h 875"/>
                <a:gd name="T122" fmla="*/ 872 w 883"/>
                <a:gd name="T123" fmla="*/ 454 h 8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83" h="875">
                  <a:moveTo>
                    <a:pt x="872" y="454"/>
                  </a:moveTo>
                  <a:lnTo>
                    <a:pt x="852" y="454"/>
                  </a:lnTo>
                  <a:lnTo>
                    <a:pt x="838" y="448"/>
                  </a:lnTo>
                  <a:lnTo>
                    <a:pt x="830" y="436"/>
                  </a:lnTo>
                  <a:lnTo>
                    <a:pt x="818" y="436"/>
                  </a:lnTo>
                  <a:lnTo>
                    <a:pt x="800" y="420"/>
                  </a:lnTo>
                  <a:lnTo>
                    <a:pt x="792" y="410"/>
                  </a:lnTo>
                  <a:lnTo>
                    <a:pt x="778" y="400"/>
                  </a:lnTo>
                  <a:lnTo>
                    <a:pt x="778" y="400"/>
                  </a:lnTo>
                  <a:lnTo>
                    <a:pt x="768" y="396"/>
                  </a:lnTo>
                  <a:lnTo>
                    <a:pt x="768" y="396"/>
                  </a:lnTo>
                  <a:lnTo>
                    <a:pt x="758" y="390"/>
                  </a:lnTo>
                  <a:lnTo>
                    <a:pt x="756" y="380"/>
                  </a:lnTo>
                  <a:lnTo>
                    <a:pt x="748" y="356"/>
                  </a:lnTo>
                  <a:lnTo>
                    <a:pt x="742" y="347"/>
                  </a:lnTo>
                  <a:lnTo>
                    <a:pt x="722" y="329"/>
                  </a:lnTo>
                  <a:lnTo>
                    <a:pt x="716" y="321"/>
                  </a:lnTo>
                  <a:lnTo>
                    <a:pt x="684" y="277"/>
                  </a:lnTo>
                  <a:lnTo>
                    <a:pt x="679" y="271"/>
                  </a:lnTo>
                  <a:lnTo>
                    <a:pt x="673" y="263"/>
                  </a:lnTo>
                  <a:lnTo>
                    <a:pt x="673" y="263"/>
                  </a:lnTo>
                  <a:lnTo>
                    <a:pt x="671" y="255"/>
                  </a:lnTo>
                  <a:lnTo>
                    <a:pt x="671" y="255"/>
                  </a:lnTo>
                  <a:lnTo>
                    <a:pt x="665" y="251"/>
                  </a:lnTo>
                  <a:lnTo>
                    <a:pt x="655" y="245"/>
                  </a:lnTo>
                  <a:lnTo>
                    <a:pt x="601" y="217"/>
                  </a:lnTo>
                  <a:lnTo>
                    <a:pt x="567" y="203"/>
                  </a:lnTo>
                  <a:lnTo>
                    <a:pt x="555" y="195"/>
                  </a:lnTo>
                  <a:lnTo>
                    <a:pt x="565" y="167"/>
                  </a:lnTo>
                  <a:lnTo>
                    <a:pt x="555" y="129"/>
                  </a:lnTo>
                  <a:lnTo>
                    <a:pt x="551" y="97"/>
                  </a:lnTo>
                  <a:lnTo>
                    <a:pt x="539" y="97"/>
                  </a:lnTo>
                  <a:lnTo>
                    <a:pt x="497" y="70"/>
                  </a:lnTo>
                  <a:lnTo>
                    <a:pt x="466" y="50"/>
                  </a:lnTo>
                  <a:lnTo>
                    <a:pt x="444" y="26"/>
                  </a:lnTo>
                  <a:lnTo>
                    <a:pt x="430" y="0"/>
                  </a:lnTo>
                  <a:lnTo>
                    <a:pt x="368" y="6"/>
                  </a:lnTo>
                  <a:lnTo>
                    <a:pt x="368" y="6"/>
                  </a:lnTo>
                  <a:lnTo>
                    <a:pt x="340" y="16"/>
                  </a:lnTo>
                  <a:lnTo>
                    <a:pt x="340" y="16"/>
                  </a:lnTo>
                  <a:lnTo>
                    <a:pt x="308" y="34"/>
                  </a:lnTo>
                  <a:lnTo>
                    <a:pt x="267" y="48"/>
                  </a:lnTo>
                  <a:lnTo>
                    <a:pt x="203" y="54"/>
                  </a:lnTo>
                  <a:lnTo>
                    <a:pt x="187" y="72"/>
                  </a:lnTo>
                  <a:lnTo>
                    <a:pt x="161" y="109"/>
                  </a:lnTo>
                  <a:lnTo>
                    <a:pt x="153" y="151"/>
                  </a:lnTo>
                  <a:lnTo>
                    <a:pt x="131" y="179"/>
                  </a:lnTo>
                  <a:lnTo>
                    <a:pt x="106" y="241"/>
                  </a:lnTo>
                  <a:lnTo>
                    <a:pt x="82" y="279"/>
                  </a:lnTo>
                  <a:lnTo>
                    <a:pt x="56" y="295"/>
                  </a:lnTo>
                  <a:lnTo>
                    <a:pt x="44" y="295"/>
                  </a:lnTo>
                  <a:lnTo>
                    <a:pt x="44" y="295"/>
                  </a:lnTo>
                  <a:lnTo>
                    <a:pt x="50" y="341"/>
                  </a:lnTo>
                  <a:lnTo>
                    <a:pt x="46" y="370"/>
                  </a:lnTo>
                  <a:lnTo>
                    <a:pt x="38" y="396"/>
                  </a:lnTo>
                  <a:lnTo>
                    <a:pt x="28" y="418"/>
                  </a:lnTo>
                  <a:lnTo>
                    <a:pt x="6" y="434"/>
                  </a:lnTo>
                  <a:lnTo>
                    <a:pt x="14" y="478"/>
                  </a:lnTo>
                  <a:lnTo>
                    <a:pt x="20" y="524"/>
                  </a:lnTo>
                  <a:lnTo>
                    <a:pt x="0" y="534"/>
                  </a:lnTo>
                  <a:lnTo>
                    <a:pt x="0" y="552"/>
                  </a:lnTo>
                  <a:lnTo>
                    <a:pt x="20" y="576"/>
                  </a:lnTo>
                  <a:lnTo>
                    <a:pt x="72" y="608"/>
                  </a:lnTo>
                  <a:lnTo>
                    <a:pt x="78" y="631"/>
                  </a:lnTo>
                  <a:lnTo>
                    <a:pt x="98" y="667"/>
                  </a:lnTo>
                  <a:lnTo>
                    <a:pt x="100" y="711"/>
                  </a:lnTo>
                  <a:lnTo>
                    <a:pt x="82" y="725"/>
                  </a:lnTo>
                  <a:lnTo>
                    <a:pt x="68" y="759"/>
                  </a:lnTo>
                  <a:lnTo>
                    <a:pt x="66" y="785"/>
                  </a:lnTo>
                  <a:lnTo>
                    <a:pt x="66" y="801"/>
                  </a:lnTo>
                  <a:lnTo>
                    <a:pt x="50" y="817"/>
                  </a:lnTo>
                  <a:lnTo>
                    <a:pt x="10" y="815"/>
                  </a:lnTo>
                  <a:lnTo>
                    <a:pt x="10" y="831"/>
                  </a:lnTo>
                  <a:lnTo>
                    <a:pt x="18" y="851"/>
                  </a:lnTo>
                  <a:lnTo>
                    <a:pt x="40" y="875"/>
                  </a:lnTo>
                  <a:lnTo>
                    <a:pt x="40" y="875"/>
                  </a:lnTo>
                  <a:lnTo>
                    <a:pt x="54" y="873"/>
                  </a:lnTo>
                  <a:lnTo>
                    <a:pt x="66" y="873"/>
                  </a:lnTo>
                  <a:lnTo>
                    <a:pt x="74" y="871"/>
                  </a:lnTo>
                  <a:lnTo>
                    <a:pt x="74" y="871"/>
                  </a:lnTo>
                  <a:lnTo>
                    <a:pt x="78" y="867"/>
                  </a:lnTo>
                  <a:lnTo>
                    <a:pt x="82" y="863"/>
                  </a:lnTo>
                  <a:lnTo>
                    <a:pt x="92" y="851"/>
                  </a:lnTo>
                  <a:lnTo>
                    <a:pt x="102" y="833"/>
                  </a:lnTo>
                  <a:lnTo>
                    <a:pt x="135" y="799"/>
                  </a:lnTo>
                  <a:lnTo>
                    <a:pt x="161" y="791"/>
                  </a:lnTo>
                  <a:lnTo>
                    <a:pt x="185" y="795"/>
                  </a:lnTo>
                  <a:lnTo>
                    <a:pt x="239" y="795"/>
                  </a:lnTo>
                  <a:lnTo>
                    <a:pt x="279" y="827"/>
                  </a:lnTo>
                  <a:lnTo>
                    <a:pt x="306" y="859"/>
                  </a:lnTo>
                  <a:lnTo>
                    <a:pt x="356" y="853"/>
                  </a:lnTo>
                  <a:lnTo>
                    <a:pt x="376" y="825"/>
                  </a:lnTo>
                  <a:lnTo>
                    <a:pt x="414" y="793"/>
                  </a:lnTo>
                  <a:lnTo>
                    <a:pt x="414" y="793"/>
                  </a:lnTo>
                  <a:lnTo>
                    <a:pt x="462" y="775"/>
                  </a:lnTo>
                  <a:lnTo>
                    <a:pt x="462" y="775"/>
                  </a:lnTo>
                  <a:lnTo>
                    <a:pt x="490" y="759"/>
                  </a:lnTo>
                  <a:lnTo>
                    <a:pt x="517" y="743"/>
                  </a:lnTo>
                  <a:lnTo>
                    <a:pt x="517" y="743"/>
                  </a:lnTo>
                  <a:lnTo>
                    <a:pt x="521" y="739"/>
                  </a:lnTo>
                  <a:lnTo>
                    <a:pt x="523" y="733"/>
                  </a:lnTo>
                  <a:lnTo>
                    <a:pt x="525" y="725"/>
                  </a:lnTo>
                  <a:lnTo>
                    <a:pt x="525" y="725"/>
                  </a:lnTo>
                  <a:lnTo>
                    <a:pt x="537" y="721"/>
                  </a:lnTo>
                  <a:lnTo>
                    <a:pt x="553" y="719"/>
                  </a:lnTo>
                  <a:lnTo>
                    <a:pt x="553" y="719"/>
                  </a:lnTo>
                  <a:lnTo>
                    <a:pt x="565" y="723"/>
                  </a:lnTo>
                  <a:lnTo>
                    <a:pt x="575" y="727"/>
                  </a:lnTo>
                  <a:lnTo>
                    <a:pt x="603" y="741"/>
                  </a:lnTo>
                  <a:lnTo>
                    <a:pt x="647" y="755"/>
                  </a:lnTo>
                  <a:lnTo>
                    <a:pt x="653" y="765"/>
                  </a:lnTo>
                  <a:lnTo>
                    <a:pt x="679" y="749"/>
                  </a:lnTo>
                  <a:lnTo>
                    <a:pt x="704" y="745"/>
                  </a:lnTo>
                  <a:lnTo>
                    <a:pt x="748" y="727"/>
                  </a:lnTo>
                  <a:lnTo>
                    <a:pt x="764" y="703"/>
                  </a:lnTo>
                  <a:lnTo>
                    <a:pt x="784" y="681"/>
                  </a:lnTo>
                  <a:lnTo>
                    <a:pt x="822" y="616"/>
                  </a:lnTo>
                  <a:lnTo>
                    <a:pt x="840" y="590"/>
                  </a:lnTo>
                  <a:lnTo>
                    <a:pt x="854" y="580"/>
                  </a:lnTo>
                  <a:lnTo>
                    <a:pt x="879" y="534"/>
                  </a:lnTo>
                  <a:lnTo>
                    <a:pt x="883" y="514"/>
                  </a:lnTo>
                  <a:lnTo>
                    <a:pt x="883" y="460"/>
                  </a:lnTo>
                  <a:lnTo>
                    <a:pt x="872" y="460"/>
                  </a:lnTo>
                  <a:lnTo>
                    <a:pt x="872" y="454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32" name="Freeform 54">
              <a:extLst>
                <a:ext uri="{FF2B5EF4-FFF2-40B4-BE49-F238E27FC236}">
                  <a16:creationId xmlns:a16="http://schemas.microsoft.com/office/drawing/2014/main" id="{A1342748-8ABC-AF19-9BD1-FEDDC3FA1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8788" y="5522913"/>
              <a:ext cx="1389062" cy="2246313"/>
            </a:xfrm>
            <a:custGeom>
              <a:avLst/>
              <a:gdLst>
                <a:gd name="T0" fmla="*/ 790 w 875"/>
                <a:gd name="T1" fmla="*/ 1317 h 1415"/>
                <a:gd name="T2" fmla="*/ 814 w 875"/>
                <a:gd name="T3" fmla="*/ 1279 h 1415"/>
                <a:gd name="T4" fmla="*/ 843 w 875"/>
                <a:gd name="T5" fmla="*/ 1193 h 1415"/>
                <a:gd name="T6" fmla="*/ 859 w 875"/>
                <a:gd name="T7" fmla="*/ 1157 h 1415"/>
                <a:gd name="T8" fmla="*/ 855 w 875"/>
                <a:gd name="T9" fmla="*/ 1134 h 1415"/>
                <a:gd name="T10" fmla="*/ 845 w 875"/>
                <a:gd name="T11" fmla="*/ 1048 h 1415"/>
                <a:gd name="T12" fmla="*/ 851 w 875"/>
                <a:gd name="T13" fmla="*/ 990 h 1415"/>
                <a:gd name="T14" fmla="*/ 875 w 875"/>
                <a:gd name="T15" fmla="*/ 873 h 1415"/>
                <a:gd name="T16" fmla="*/ 865 w 875"/>
                <a:gd name="T17" fmla="*/ 855 h 1415"/>
                <a:gd name="T18" fmla="*/ 784 w 875"/>
                <a:gd name="T19" fmla="*/ 831 h 1415"/>
                <a:gd name="T20" fmla="*/ 722 w 875"/>
                <a:gd name="T21" fmla="*/ 777 h 1415"/>
                <a:gd name="T22" fmla="*/ 694 w 875"/>
                <a:gd name="T23" fmla="*/ 735 h 1415"/>
                <a:gd name="T24" fmla="*/ 664 w 875"/>
                <a:gd name="T25" fmla="*/ 681 h 1415"/>
                <a:gd name="T26" fmla="*/ 595 w 875"/>
                <a:gd name="T27" fmla="*/ 631 h 1415"/>
                <a:gd name="T28" fmla="*/ 577 w 875"/>
                <a:gd name="T29" fmla="*/ 620 h 1415"/>
                <a:gd name="T30" fmla="*/ 547 w 875"/>
                <a:gd name="T31" fmla="*/ 560 h 1415"/>
                <a:gd name="T32" fmla="*/ 603 w 875"/>
                <a:gd name="T33" fmla="*/ 530 h 1415"/>
                <a:gd name="T34" fmla="*/ 637 w 875"/>
                <a:gd name="T35" fmla="*/ 456 h 1415"/>
                <a:gd name="T36" fmla="*/ 609 w 875"/>
                <a:gd name="T37" fmla="*/ 353 h 1415"/>
                <a:gd name="T38" fmla="*/ 537 w 875"/>
                <a:gd name="T39" fmla="*/ 279 h 1415"/>
                <a:gd name="T40" fmla="*/ 543 w 875"/>
                <a:gd name="T41" fmla="*/ 179 h 1415"/>
                <a:gd name="T42" fmla="*/ 583 w 875"/>
                <a:gd name="T43" fmla="*/ 115 h 1415"/>
                <a:gd name="T44" fmla="*/ 581 w 875"/>
                <a:gd name="T45" fmla="*/ 40 h 1415"/>
                <a:gd name="T46" fmla="*/ 551 w 875"/>
                <a:gd name="T47" fmla="*/ 0 h 1415"/>
                <a:gd name="T48" fmla="*/ 481 w 875"/>
                <a:gd name="T49" fmla="*/ 44 h 1415"/>
                <a:gd name="T50" fmla="*/ 436 w 875"/>
                <a:gd name="T51" fmla="*/ 62 h 1415"/>
                <a:gd name="T52" fmla="*/ 420 w 875"/>
                <a:gd name="T53" fmla="*/ 62 h 1415"/>
                <a:gd name="T54" fmla="*/ 390 w 875"/>
                <a:gd name="T55" fmla="*/ 72 h 1415"/>
                <a:gd name="T56" fmla="*/ 358 w 875"/>
                <a:gd name="T57" fmla="*/ 72 h 1415"/>
                <a:gd name="T58" fmla="*/ 344 w 875"/>
                <a:gd name="T59" fmla="*/ 84 h 1415"/>
                <a:gd name="T60" fmla="*/ 264 w 875"/>
                <a:gd name="T61" fmla="*/ 169 h 1415"/>
                <a:gd name="T62" fmla="*/ 237 w 875"/>
                <a:gd name="T63" fmla="*/ 219 h 1415"/>
                <a:gd name="T64" fmla="*/ 185 w 875"/>
                <a:gd name="T65" fmla="*/ 229 h 1415"/>
                <a:gd name="T66" fmla="*/ 83 w 875"/>
                <a:gd name="T67" fmla="*/ 261 h 1415"/>
                <a:gd name="T68" fmla="*/ 32 w 875"/>
                <a:gd name="T69" fmla="*/ 315 h 1415"/>
                <a:gd name="T70" fmla="*/ 18 w 875"/>
                <a:gd name="T71" fmla="*/ 394 h 1415"/>
                <a:gd name="T72" fmla="*/ 42 w 875"/>
                <a:gd name="T73" fmla="*/ 496 h 1415"/>
                <a:gd name="T74" fmla="*/ 103 w 875"/>
                <a:gd name="T75" fmla="*/ 600 h 1415"/>
                <a:gd name="T76" fmla="*/ 175 w 875"/>
                <a:gd name="T77" fmla="*/ 689 h 1415"/>
                <a:gd name="T78" fmla="*/ 213 w 875"/>
                <a:gd name="T79" fmla="*/ 791 h 1415"/>
                <a:gd name="T80" fmla="*/ 316 w 875"/>
                <a:gd name="T81" fmla="*/ 847 h 1415"/>
                <a:gd name="T82" fmla="*/ 374 w 875"/>
                <a:gd name="T83" fmla="*/ 924 h 1415"/>
                <a:gd name="T84" fmla="*/ 406 w 875"/>
                <a:gd name="T85" fmla="*/ 958 h 1415"/>
                <a:gd name="T86" fmla="*/ 436 w 875"/>
                <a:gd name="T87" fmla="*/ 1082 h 1415"/>
                <a:gd name="T88" fmla="*/ 410 w 875"/>
                <a:gd name="T89" fmla="*/ 1130 h 1415"/>
                <a:gd name="T90" fmla="*/ 430 w 875"/>
                <a:gd name="T91" fmla="*/ 1163 h 1415"/>
                <a:gd name="T92" fmla="*/ 424 w 875"/>
                <a:gd name="T93" fmla="*/ 1193 h 1415"/>
                <a:gd name="T94" fmla="*/ 416 w 875"/>
                <a:gd name="T95" fmla="*/ 1229 h 1415"/>
                <a:gd name="T96" fmla="*/ 455 w 875"/>
                <a:gd name="T97" fmla="*/ 1223 h 1415"/>
                <a:gd name="T98" fmla="*/ 481 w 875"/>
                <a:gd name="T99" fmla="*/ 1241 h 1415"/>
                <a:gd name="T100" fmla="*/ 495 w 875"/>
                <a:gd name="T101" fmla="*/ 1267 h 1415"/>
                <a:gd name="T102" fmla="*/ 521 w 875"/>
                <a:gd name="T103" fmla="*/ 1293 h 1415"/>
                <a:gd name="T104" fmla="*/ 563 w 875"/>
                <a:gd name="T105" fmla="*/ 1351 h 1415"/>
                <a:gd name="T106" fmla="*/ 587 w 875"/>
                <a:gd name="T107" fmla="*/ 1381 h 1415"/>
                <a:gd name="T108" fmla="*/ 605 w 875"/>
                <a:gd name="T109" fmla="*/ 1395 h 1415"/>
                <a:gd name="T110" fmla="*/ 637 w 875"/>
                <a:gd name="T111" fmla="*/ 1413 h 1415"/>
                <a:gd name="T112" fmla="*/ 676 w 875"/>
                <a:gd name="T113" fmla="*/ 1387 h 1415"/>
                <a:gd name="T114" fmla="*/ 716 w 875"/>
                <a:gd name="T115" fmla="*/ 1387 h 1415"/>
                <a:gd name="T116" fmla="*/ 724 w 875"/>
                <a:gd name="T117" fmla="*/ 1405 h 1415"/>
                <a:gd name="T118" fmla="*/ 744 w 875"/>
                <a:gd name="T119" fmla="*/ 1377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75" h="1415">
                  <a:moveTo>
                    <a:pt x="764" y="1349"/>
                  </a:moveTo>
                  <a:lnTo>
                    <a:pt x="774" y="1345"/>
                  </a:lnTo>
                  <a:lnTo>
                    <a:pt x="790" y="1317"/>
                  </a:lnTo>
                  <a:lnTo>
                    <a:pt x="804" y="1309"/>
                  </a:lnTo>
                  <a:lnTo>
                    <a:pt x="810" y="1293"/>
                  </a:lnTo>
                  <a:lnTo>
                    <a:pt x="814" y="1279"/>
                  </a:lnTo>
                  <a:lnTo>
                    <a:pt x="837" y="1261"/>
                  </a:lnTo>
                  <a:lnTo>
                    <a:pt x="845" y="1237"/>
                  </a:lnTo>
                  <a:lnTo>
                    <a:pt x="843" y="1193"/>
                  </a:lnTo>
                  <a:lnTo>
                    <a:pt x="857" y="1163"/>
                  </a:lnTo>
                  <a:lnTo>
                    <a:pt x="857" y="1163"/>
                  </a:lnTo>
                  <a:lnTo>
                    <a:pt x="859" y="1157"/>
                  </a:lnTo>
                  <a:lnTo>
                    <a:pt x="861" y="1148"/>
                  </a:lnTo>
                  <a:lnTo>
                    <a:pt x="861" y="1148"/>
                  </a:lnTo>
                  <a:lnTo>
                    <a:pt x="855" y="1134"/>
                  </a:lnTo>
                  <a:lnTo>
                    <a:pt x="849" y="1100"/>
                  </a:lnTo>
                  <a:lnTo>
                    <a:pt x="849" y="1074"/>
                  </a:lnTo>
                  <a:lnTo>
                    <a:pt x="845" y="1048"/>
                  </a:lnTo>
                  <a:lnTo>
                    <a:pt x="839" y="1024"/>
                  </a:lnTo>
                  <a:lnTo>
                    <a:pt x="839" y="1008"/>
                  </a:lnTo>
                  <a:lnTo>
                    <a:pt x="851" y="990"/>
                  </a:lnTo>
                  <a:lnTo>
                    <a:pt x="863" y="976"/>
                  </a:lnTo>
                  <a:lnTo>
                    <a:pt x="865" y="922"/>
                  </a:lnTo>
                  <a:lnTo>
                    <a:pt x="875" y="873"/>
                  </a:lnTo>
                  <a:lnTo>
                    <a:pt x="875" y="873"/>
                  </a:lnTo>
                  <a:lnTo>
                    <a:pt x="865" y="855"/>
                  </a:lnTo>
                  <a:lnTo>
                    <a:pt x="865" y="855"/>
                  </a:lnTo>
                  <a:lnTo>
                    <a:pt x="830" y="839"/>
                  </a:lnTo>
                  <a:lnTo>
                    <a:pt x="806" y="839"/>
                  </a:lnTo>
                  <a:lnTo>
                    <a:pt x="784" y="831"/>
                  </a:lnTo>
                  <a:lnTo>
                    <a:pt x="772" y="819"/>
                  </a:lnTo>
                  <a:lnTo>
                    <a:pt x="732" y="791"/>
                  </a:lnTo>
                  <a:lnTo>
                    <a:pt x="722" y="777"/>
                  </a:lnTo>
                  <a:lnTo>
                    <a:pt x="714" y="769"/>
                  </a:lnTo>
                  <a:lnTo>
                    <a:pt x="712" y="757"/>
                  </a:lnTo>
                  <a:lnTo>
                    <a:pt x="694" y="735"/>
                  </a:lnTo>
                  <a:lnTo>
                    <a:pt x="686" y="709"/>
                  </a:lnTo>
                  <a:lnTo>
                    <a:pt x="676" y="691"/>
                  </a:lnTo>
                  <a:lnTo>
                    <a:pt x="664" y="681"/>
                  </a:lnTo>
                  <a:lnTo>
                    <a:pt x="631" y="665"/>
                  </a:lnTo>
                  <a:lnTo>
                    <a:pt x="611" y="653"/>
                  </a:lnTo>
                  <a:lnTo>
                    <a:pt x="595" y="631"/>
                  </a:lnTo>
                  <a:lnTo>
                    <a:pt x="589" y="618"/>
                  </a:lnTo>
                  <a:lnTo>
                    <a:pt x="589" y="618"/>
                  </a:lnTo>
                  <a:lnTo>
                    <a:pt x="577" y="620"/>
                  </a:lnTo>
                  <a:lnTo>
                    <a:pt x="555" y="596"/>
                  </a:lnTo>
                  <a:lnTo>
                    <a:pt x="547" y="576"/>
                  </a:lnTo>
                  <a:lnTo>
                    <a:pt x="547" y="560"/>
                  </a:lnTo>
                  <a:lnTo>
                    <a:pt x="587" y="562"/>
                  </a:lnTo>
                  <a:lnTo>
                    <a:pt x="603" y="546"/>
                  </a:lnTo>
                  <a:lnTo>
                    <a:pt x="603" y="530"/>
                  </a:lnTo>
                  <a:lnTo>
                    <a:pt x="605" y="504"/>
                  </a:lnTo>
                  <a:lnTo>
                    <a:pt x="619" y="470"/>
                  </a:lnTo>
                  <a:lnTo>
                    <a:pt x="637" y="456"/>
                  </a:lnTo>
                  <a:lnTo>
                    <a:pt x="635" y="412"/>
                  </a:lnTo>
                  <a:lnTo>
                    <a:pt x="615" y="376"/>
                  </a:lnTo>
                  <a:lnTo>
                    <a:pt x="609" y="353"/>
                  </a:lnTo>
                  <a:lnTo>
                    <a:pt x="557" y="321"/>
                  </a:lnTo>
                  <a:lnTo>
                    <a:pt x="537" y="297"/>
                  </a:lnTo>
                  <a:lnTo>
                    <a:pt x="537" y="279"/>
                  </a:lnTo>
                  <a:lnTo>
                    <a:pt x="557" y="269"/>
                  </a:lnTo>
                  <a:lnTo>
                    <a:pt x="551" y="223"/>
                  </a:lnTo>
                  <a:lnTo>
                    <a:pt x="543" y="179"/>
                  </a:lnTo>
                  <a:lnTo>
                    <a:pt x="565" y="163"/>
                  </a:lnTo>
                  <a:lnTo>
                    <a:pt x="575" y="141"/>
                  </a:lnTo>
                  <a:lnTo>
                    <a:pt x="583" y="115"/>
                  </a:lnTo>
                  <a:lnTo>
                    <a:pt x="587" y="86"/>
                  </a:lnTo>
                  <a:lnTo>
                    <a:pt x="587" y="86"/>
                  </a:lnTo>
                  <a:lnTo>
                    <a:pt x="581" y="40"/>
                  </a:lnTo>
                  <a:lnTo>
                    <a:pt x="571" y="42"/>
                  </a:lnTo>
                  <a:lnTo>
                    <a:pt x="563" y="10"/>
                  </a:lnTo>
                  <a:lnTo>
                    <a:pt x="551" y="0"/>
                  </a:lnTo>
                  <a:lnTo>
                    <a:pt x="517" y="0"/>
                  </a:lnTo>
                  <a:lnTo>
                    <a:pt x="481" y="16"/>
                  </a:lnTo>
                  <a:lnTo>
                    <a:pt x="481" y="44"/>
                  </a:lnTo>
                  <a:lnTo>
                    <a:pt x="450" y="62"/>
                  </a:lnTo>
                  <a:lnTo>
                    <a:pt x="450" y="62"/>
                  </a:lnTo>
                  <a:lnTo>
                    <a:pt x="436" y="62"/>
                  </a:lnTo>
                  <a:lnTo>
                    <a:pt x="426" y="62"/>
                  </a:lnTo>
                  <a:lnTo>
                    <a:pt x="420" y="62"/>
                  </a:lnTo>
                  <a:lnTo>
                    <a:pt x="420" y="62"/>
                  </a:lnTo>
                  <a:lnTo>
                    <a:pt x="404" y="68"/>
                  </a:lnTo>
                  <a:lnTo>
                    <a:pt x="390" y="72"/>
                  </a:lnTo>
                  <a:lnTo>
                    <a:pt x="390" y="72"/>
                  </a:lnTo>
                  <a:lnTo>
                    <a:pt x="376" y="72"/>
                  </a:lnTo>
                  <a:lnTo>
                    <a:pt x="366" y="72"/>
                  </a:lnTo>
                  <a:lnTo>
                    <a:pt x="358" y="72"/>
                  </a:lnTo>
                  <a:lnTo>
                    <a:pt x="358" y="72"/>
                  </a:lnTo>
                  <a:lnTo>
                    <a:pt x="352" y="76"/>
                  </a:lnTo>
                  <a:lnTo>
                    <a:pt x="344" y="84"/>
                  </a:lnTo>
                  <a:lnTo>
                    <a:pt x="334" y="92"/>
                  </a:lnTo>
                  <a:lnTo>
                    <a:pt x="318" y="121"/>
                  </a:lnTo>
                  <a:lnTo>
                    <a:pt x="264" y="169"/>
                  </a:lnTo>
                  <a:lnTo>
                    <a:pt x="245" y="189"/>
                  </a:lnTo>
                  <a:lnTo>
                    <a:pt x="237" y="219"/>
                  </a:lnTo>
                  <a:lnTo>
                    <a:pt x="237" y="219"/>
                  </a:lnTo>
                  <a:lnTo>
                    <a:pt x="213" y="219"/>
                  </a:lnTo>
                  <a:lnTo>
                    <a:pt x="213" y="219"/>
                  </a:lnTo>
                  <a:lnTo>
                    <a:pt x="185" y="229"/>
                  </a:lnTo>
                  <a:lnTo>
                    <a:pt x="149" y="247"/>
                  </a:lnTo>
                  <a:lnTo>
                    <a:pt x="111" y="247"/>
                  </a:lnTo>
                  <a:lnTo>
                    <a:pt x="83" y="261"/>
                  </a:lnTo>
                  <a:lnTo>
                    <a:pt x="50" y="283"/>
                  </a:lnTo>
                  <a:lnTo>
                    <a:pt x="50" y="283"/>
                  </a:lnTo>
                  <a:lnTo>
                    <a:pt x="32" y="315"/>
                  </a:lnTo>
                  <a:lnTo>
                    <a:pt x="32" y="315"/>
                  </a:lnTo>
                  <a:lnTo>
                    <a:pt x="20" y="351"/>
                  </a:lnTo>
                  <a:lnTo>
                    <a:pt x="18" y="394"/>
                  </a:lnTo>
                  <a:lnTo>
                    <a:pt x="0" y="446"/>
                  </a:lnTo>
                  <a:lnTo>
                    <a:pt x="8" y="472"/>
                  </a:lnTo>
                  <a:lnTo>
                    <a:pt x="42" y="496"/>
                  </a:lnTo>
                  <a:lnTo>
                    <a:pt x="91" y="534"/>
                  </a:lnTo>
                  <a:lnTo>
                    <a:pt x="91" y="560"/>
                  </a:lnTo>
                  <a:lnTo>
                    <a:pt x="103" y="600"/>
                  </a:lnTo>
                  <a:lnTo>
                    <a:pt x="125" y="620"/>
                  </a:lnTo>
                  <a:lnTo>
                    <a:pt x="151" y="653"/>
                  </a:lnTo>
                  <a:lnTo>
                    <a:pt x="175" y="689"/>
                  </a:lnTo>
                  <a:lnTo>
                    <a:pt x="177" y="711"/>
                  </a:lnTo>
                  <a:lnTo>
                    <a:pt x="181" y="743"/>
                  </a:lnTo>
                  <a:lnTo>
                    <a:pt x="213" y="791"/>
                  </a:lnTo>
                  <a:lnTo>
                    <a:pt x="255" y="821"/>
                  </a:lnTo>
                  <a:lnTo>
                    <a:pt x="288" y="831"/>
                  </a:lnTo>
                  <a:lnTo>
                    <a:pt x="316" y="847"/>
                  </a:lnTo>
                  <a:lnTo>
                    <a:pt x="350" y="894"/>
                  </a:lnTo>
                  <a:lnTo>
                    <a:pt x="374" y="924"/>
                  </a:lnTo>
                  <a:lnTo>
                    <a:pt x="374" y="924"/>
                  </a:lnTo>
                  <a:lnTo>
                    <a:pt x="390" y="940"/>
                  </a:lnTo>
                  <a:lnTo>
                    <a:pt x="406" y="958"/>
                  </a:lnTo>
                  <a:lnTo>
                    <a:pt x="406" y="958"/>
                  </a:lnTo>
                  <a:lnTo>
                    <a:pt x="420" y="982"/>
                  </a:lnTo>
                  <a:lnTo>
                    <a:pt x="436" y="1002"/>
                  </a:lnTo>
                  <a:lnTo>
                    <a:pt x="436" y="1082"/>
                  </a:lnTo>
                  <a:lnTo>
                    <a:pt x="422" y="1100"/>
                  </a:lnTo>
                  <a:lnTo>
                    <a:pt x="422" y="1100"/>
                  </a:lnTo>
                  <a:lnTo>
                    <a:pt x="410" y="1130"/>
                  </a:lnTo>
                  <a:lnTo>
                    <a:pt x="410" y="1130"/>
                  </a:lnTo>
                  <a:lnTo>
                    <a:pt x="412" y="1144"/>
                  </a:lnTo>
                  <a:lnTo>
                    <a:pt x="430" y="1163"/>
                  </a:lnTo>
                  <a:lnTo>
                    <a:pt x="432" y="1181"/>
                  </a:lnTo>
                  <a:lnTo>
                    <a:pt x="424" y="1193"/>
                  </a:lnTo>
                  <a:lnTo>
                    <a:pt x="424" y="1193"/>
                  </a:lnTo>
                  <a:lnTo>
                    <a:pt x="416" y="1215"/>
                  </a:lnTo>
                  <a:lnTo>
                    <a:pt x="416" y="1215"/>
                  </a:lnTo>
                  <a:lnTo>
                    <a:pt x="416" y="1229"/>
                  </a:lnTo>
                  <a:lnTo>
                    <a:pt x="432" y="1225"/>
                  </a:lnTo>
                  <a:lnTo>
                    <a:pt x="440" y="1225"/>
                  </a:lnTo>
                  <a:lnTo>
                    <a:pt x="455" y="1223"/>
                  </a:lnTo>
                  <a:lnTo>
                    <a:pt x="477" y="1231"/>
                  </a:lnTo>
                  <a:lnTo>
                    <a:pt x="481" y="1241"/>
                  </a:lnTo>
                  <a:lnTo>
                    <a:pt x="481" y="1241"/>
                  </a:lnTo>
                  <a:lnTo>
                    <a:pt x="489" y="1259"/>
                  </a:lnTo>
                  <a:lnTo>
                    <a:pt x="489" y="1259"/>
                  </a:lnTo>
                  <a:lnTo>
                    <a:pt x="495" y="1267"/>
                  </a:lnTo>
                  <a:lnTo>
                    <a:pt x="509" y="1267"/>
                  </a:lnTo>
                  <a:lnTo>
                    <a:pt x="513" y="1281"/>
                  </a:lnTo>
                  <a:lnTo>
                    <a:pt x="521" y="1293"/>
                  </a:lnTo>
                  <a:lnTo>
                    <a:pt x="537" y="1293"/>
                  </a:lnTo>
                  <a:lnTo>
                    <a:pt x="553" y="1331"/>
                  </a:lnTo>
                  <a:lnTo>
                    <a:pt x="563" y="1351"/>
                  </a:lnTo>
                  <a:lnTo>
                    <a:pt x="563" y="1351"/>
                  </a:lnTo>
                  <a:lnTo>
                    <a:pt x="587" y="1381"/>
                  </a:lnTo>
                  <a:lnTo>
                    <a:pt x="587" y="1381"/>
                  </a:lnTo>
                  <a:lnTo>
                    <a:pt x="599" y="1387"/>
                  </a:lnTo>
                  <a:lnTo>
                    <a:pt x="599" y="1387"/>
                  </a:lnTo>
                  <a:lnTo>
                    <a:pt x="605" y="1395"/>
                  </a:lnTo>
                  <a:lnTo>
                    <a:pt x="605" y="1395"/>
                  </a:lnTo>
                  <a:lnTo>
                    <a:pt x="615" y="1401"/>
                  </a:lnTo>
                  <a:lnTo>
                    <a:pt x="637" y="1413"/>
                  </a:lnTo>
                  <a:lnTo>
                    <a:pt x="658" y="1387"/>
                  </a:lnTo>
                  <a:lnTo>
                    <a:pt x="658" y="1387"/>
                  </a:lnTo>
                  <a:lnTo>
                    <a:pt x="676" y="1387"/>
                  </a:lnTo>
                  <a:lnTo>
                    <a:pt x="692" y="1387"/>
                  </a:lnTo>
                  <a:lnTo>
                    <a:pt x="692" y="1387"/>
                  </a:lnTo>
                  <a:lnTo>
                    <a:pt x="716" y="1387"/>
                  </a:lnTo>
                  <a:lnTo>
                    <a:pt x="716" y="1387"/>
                  </a:lnTo>
                  <a:lnTo>
                    <a:pt x="720" y="1395"/>
                  </a:lnTo>
                  <a:lnTo>
                    <a:pt x="724" y="1405"/>
                  </a:lnTo>
                  <a:lnTo>
                    <a:pt x="722" y="1413"/>
                  </a:lnTo>
                  <a:lnTo>
                    <a:pt x="726" y="1415"/>
                  </a:lnTo>
                  <a:lnTo>
                    <a:pt x="744" y="1377"/>
                  </a:lnTo>
                  <a:lnTo>
                    <a:pt x="764" y="1349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33" name="Freeform 55">
              <a:extLst>
                <a:ext uri="{FF2B5EF4-FFF2-40B4-BE49-F238E27FC236}">
                  <a16:creationId xmlns:a16="http://schemas.microsoft.com/office/drawing/2014/main" id="{2514F7C3-B6F1-CA0E-FA1E-282EF1FA7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6788" y="3327400"/>
              <a:ext cx="1589087" cy="2262188"/>
            </a:xfrm>
            <a:custGeom>
              <a:avLst/>
              <a:gdLst>
                <a:gd name="T0" fmla="*/ 991 w 1001"/>
                <a:gd name="T1" fmla="*/ 273 h 1425"/>
                <a:gd name="T2" fmla="*/ 991 w 1001"/>
                <a:gd name="T3" fmla="*/ 251 h 1425"/>
                <a:gd name="T4" fmla="*/ 921 w 1001"/>
                <a:gd name="T5" fmla="*/ 229 h 1425"/>
                <a:gd name="T6" fmla="*/ 856 w 1001"/>
                <a:gd name="T7" fmla="*/ 285 h 1425"/>
                <a:gd name="T8" fmla="*/ 830 w 1001"/>
                <a:gd name="T9" fmla="*/ 267 h 1425"/>
                <a:gd name="T10" fmla="*/ 691 w 1001"/>
                <a:gd name="T11" fmla="*/ 185 h 1425"/>
                <a:gd name="T12" fmla="*/ 557 w 1001"/>
                <a:gd name="T13" fmla="*/ 110 h 1425"/>
                <a:gd name="T14" fmla="*/ 436 w 1001"/>
                <a:gd name="T15" fmla="*/ 98 h 1425"/>
                <a:gd name="T16" fmla="*/ 388 w 1001"/>
                <a:gd name="T17" fmla="*/ 42 h 1425"/>
                <a:gd name="T18" fmla="*/ 342 w 1001"/>
                <a:gd name="T19" fmla="*/ 28 h 1425"/>
                <a:gd name="T20" fmla="*/ 315 w 1001"/>
                <a:gd name="T21" fmla="*/ 48 h 1425"/>
                <a:gd name="T22" fmla="*/ 271 w 1001"/>
                <a:gd name="T23" fmla="*/ 114 h 1425"/>
                <a:gd name="T24" fmla="*/ 229 w 1001"/>
                <a:gd name="T25" fmla="*/ 138 h 1425"/>
                <a:gd name="T26" fmla="*/ 167 w 1001"/>
                <a:gd name="T27" fmla="*/ 154 h 1425"/>
                <a:gd name="T28" fmla="*/ 163 w 1001"/>
                <a:gd name="T29" fmla="*/ 193 h 1425"/>
                <a:gd name="T30" fmla="*/ 137 w 1001"/>
                <a:gd name="T31" fmla="*/ 289 h 1425"/>
                <a:gd name="T32" fmla="*/ 114 w 1001"/>
                <a:gd name="T33" fmla="*/ 331 h 1425"/>
                <a:gd name="T34" fmla="*/ 92 w 1001"/>
                <a:gd name="T35" fmla="*/ 355 h 1425"/>
                <a:gd name="T36" fmla="*/ 94 w 1001"/>
                <a:gd name="T37" fmla="*/ 381 h 1425"/>
                <a:gd name="T38" fmla="*/ 86 w 1001"/>
                <a:gd name="T39" fmla="*/ 514 h 1425"/>
                <a:gd name="T40" fmla="*/ 110 w 1001"/>
                <a:gd name="T41" fmla="*/ 580 h 1425"/>
                <a:gd name="T42" fmla="*/ 102 w 1001"/>
                <a:gd name="T43" fmla="*/ 634 h 1425"/>
                <a:gd name="T44" fmla="*/ 54 w 1001"/>
                <a:gd name="T45" fmla="*/ 725 h 1425"/>
                <a:gd name="T46" fmla="*/ 92 w 1001"/>
                <a:gd name="T47" fmla="*/ 759 h 1425"/>
                <a:gd name="T48" fmla="*/ 102 w 1001"/>
                <a:gd name="T49" fmla="*/ 819 h 1425"/>
                <a:gd name="T50" fmla="*/ 36 w 1001"/>
                <a:gd name="T51" fmla="*/ 875 h 1425"/>
                <a:gd name="T52" fmla="*/ 0 w 1001"/>
                <a:gd name="T53" fmla="*/ 923 h 1425"/>
                <a:gd name="T54" fmla="*/ 4 w 1001"/>
                <a:gd name="T55" fmla="*/ 966 h 1425"/>
                <a:gd name="T56" fmla="*/ 34 w 1001"/>
                <a:gd name="T57" fmla="*/ 980 h 1425"/>
                <a:gd name="T58" fmla="*/ 86 w 1001"/>
                <a:gd name="T59" fmla="*/ 1030 h 1425"/>
                <a:gd name="T60" fmla="*/ 130 w 1001"/>
                <a:gd name="T61" fmla="*/ 1052 h 1425"/>
                <a:gd name="T62" fmla="*/ 157 w 1001"/>
                <a:gd name="T63" fmla="*/ 1080 h 1425"/>
                <a:gd name="T64" fmla="*/ 171 w 1001"/>
                <a:gd name="T65" fmla="*/ 1124 h 1425"/>
                <a:gd name="T66" fmla="*/ 179 w 1001"/>
                <a:gd name="T67" fmla="*/ 1194 h 1425"/>
                <a:gd name="T68" fmla="*/ 211 w 1001"/>
                <a:gd name="T69" fmla="*/ 1275 h 1425"/>
                <a:gd name="T70" fmla="*/ 243 w 1001"/>
                <a:gd name="T71" fmla="*/ 1393 h 1425"/>
                <a:gd name="T72" fmla="*/ 299 w 1001"/>
                <a:gd name="T73" fmla="*/ 1407 h 1425"/>
                <a:gd name="T74" fmla="*/ 378 w 1001"/>
                <a:gd name="T75" fmla="*/ 1237 h 1425"/>
                <a:gd name="T76" fmla="*/ 525 w 1001"/>
                <a:gd name="T77" fmla="*/ 1162 h 1425"/>
                <a:gd name="T78" fmla="*/ 585 w 1001"/>
                <a:gd name="T79" fmla="*/ 1134 h 1425"/>
                <a:gd name="T80" fmla="*/ 714 w 1001"/>
                <a:gd name="T81" fmla="*/ 1198 h 1425"/>
                <a:gd name="T82" fmla="*/ 844 w 1001"/>
                <a:gd name="T83" fmla="*/ 1168 h 1425"/>
                <a:gd name="T84" fmla="*/ 892 w 1001"/>
                <a:gd name="T85" fmla="*/ 1068 h 1425"/>
                <a:gd name="T86" fmla="*/ 822 w 1001"/>
                <a:gd name="T87" fmla="*/ 939 h 1425"/>
                <a:gd name="T88" fmla="*/ 838 w 1001"/>
                <a:gd name="T89" fmla="*/ 799 h 1425"/>
                <a:gd name="T90" fmla="*/ 804 w 1001"/>
                <a:gd name="T91" fmla="*/ 626 h 1425"/>
                <a:gd name="T92" fmla="*/ 828 w 1001"/>
                <a:gd name="T93" fmla="*/ 558 h 1425"/>
                <a:gd name="T94" fmla="*/ 894 w 1001"/>
                <a:gd name="T95" fmla="*/ 558 h 1425"/>
                <a:gd name="T96" fmla="*/ 987 w 1001"/>
                <a:gd name="T97" fmla="*/ 540 h 1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01" h="1425">
                  <a:moveTo>
                    <a:pt x="985" y="442"/>
                  </a:moveTo>
                  <a:lnTo>
                    <a:pt x="985" y="355"/>
                  </a:lnTo>
                  <a:lnTo>
                    <a:pt x="991" y="273"/>
                  </a:lnTo>
                  <a:lnTo>
                    <a:pt x="991" y="273"/>
                  </a:lnTo>
                  <a:lnTo>
                    <a:pt x="991" y="265"/>
                  </a:lnTo>
                  <a:lnTo>
                    <a:pt x="991" y="257"/>
                  </a:lnTo>
                  <a:lnTo>
                    <a:pt x="991" y="251"/>
                  </a:lnTo>
                  <a:lnTo>
                    <a:pt x="991" y="251"/>
                  </a:lnTo>
                  <a:lnTo>
                    <a:pt x="981" y="239"/>
                  </a:lnTo>
                  <a:lnTo>
                    <a:pt x="971" y="229"/>
                  </a:lnTo>
                  <a:lnTo>
                    <a:pt x="949" y="219"/>
                  </a:lnTo>
                  <a:lnTo>
                    <a:pt x="921" y="229"/>
                  </a:lnTo>
                  <a:lnTo>
                    <a:pt x="892" y="257"/>
                  </a:lnTo>
                  <a:lnTo>
                    <a:pt x="892" y="257"/>
                  </a:lnTo>
                  <a:lnTo>
                    <a:pt x="876" y="271"/>
                  </a:lnTo>
                  <a:lnTo>
                    <a:pt x="856" y="285"/>
                  </a:lnTo>
                  <a:lnTo>
                    <a:pt x="856" y="285"/>
                  </a:lnTo>
                  <a:lnTo>
                    <a:pt x="852" y="283"/>
                  </a:lnTo>
                  <a:lnTo>
                    <a:pt x="842" y="277"/>
                  </a:lnTo>
                  <a:lnTo>
                    <a:pt x="830" y="267"/>
                  </a:lnTo>
                  <a:lnTo>
                    <a:pt x="798" y="253"/>
                  </a:lnTo>
                  <a:lnTo>
                    <a:pt x="750" y="225"/>
                  </a:lnTo>
                  <a:lnTo>
                    <a:pt x="691" y="183"/>
                  </a:lnTo>
                  <a:lnTo>
                    <a:pt x="691" y="185"/>
                  </a:lnTo>
                  <a:lnTo>
                    <a:pt x="629" y="179"/>
                  </a:lnTo>
                  <a:lnTo>
                    <a:pt x="629" y="179"/>
                  </a:lnTo>
                  <a:lnTo>
                    <a:pt x="587" y="138"/>
                  </a:lnTo>
                  <a:lnTo>
                    <a:pt x="557" y="110"/>
                  </a:lnTo>
                  <a:lnTo>
                    <a:pt x="547" y="100"/>
                  </a:lnTo>
                  <a:lnTo>
                    <a:pt x="543" y="96"/>
                  </a:lnTo>
                  <a:lnTo>
                    <a:pt x="543" y="96"/>
                  </a:lnTo>
                  <a:lnTo>
                    <a:pt x="436" y="98"/>
                  </a:lnTo>
                  <a:lnTo>
                    <a:pt x="436" y="98"/>
                  </a:lnTo>
                  <a:lnTo>
                    <a:pt x="414" y="72"/>
                  </a:lnTo>
                  <a:lnTo>
                    <a:pt x="388" y="42"/>
                  </a:lnTo>
                  <a:lnTo>
                    <a:pt x="388" y="42"/>
                  </a:lnTo>
                  <a:lnTo>
                    <a:pt x="370" y="20"/>
                  </a:lnTo>
                  <a:lnTo>
                    <a:pt x="352" y="0"/>
                  </a:lnTo>
                  <a:lnTo>
                    <a:pt x="346" y="14"/>
                  </a:lnTo>
                  <a:lnTo>
                    <a:pt x="342" y="28"/>
                  </a:lnTo>
                  <a:lnTo>
                    <a:pt x="334" y="32"/>
                  </a:lnTo>
                  <a:lnTo>
                    <a:pt x="330" y="44"/>
                  </a:lnTo>
                  <a:lnTo>
                    <a:pt x="324" y="46"/>
                  </a:lnTo>
                  <a:lnTo>
                    <a:pt x="315" y="48"/>
                  </a:lnTo>
                  <a:lnTo>
                    <a:pt x="297" y="56"/>
                  </a:lnTo>
                  <a:lnTo>
                    <a:pt x="275" y="66"/>
                  </a:lnTo>
                  <a:lnTo>
                    <a:pt x="275" y="86"/>
                  </a:lnTo>
                  <a:lnTo>
                    <a:pt x="271" y="114"/>
                  </a:lnTo>
                  <a:lnTo>
                    <a:pt x="261" y="128"/>
                  </a:lnTo>
                  <a:lnTo>
                    <a:pt x="257" y="134"/>
                  </a:lnTo>
                  <a:lnTo>
                    <a:pt x="249" y="138"/>
                  </a:lnTo>
                  <a:lnTo>
                    <a:pt x="229" y="138"/>
                  </a:lnTo>
                  <a:lnTo>
                    <a:pt x="205" y="144"/>
                  </a:lnTo>
                  <a:lnTo>
                    <a:pt x="181" y="136"/>
                  </a:lnTo>
                  <a:lnTo>
                    <a:pt x="171" y="144"/>
                  </a:lnTo>
                  <a:lnTo>
                    <a:pt x="167" y="154"/>
                  </a:lnTo>
                  <a:lnTo>
                    <a:pt x="163" y="165"/>
                  </a:lnTo>
                  <a:lnTo>
                    <a:pt x="163" y="165"/>
                  </a:lnTo>
                  <a:lnTo>
                    <a:pt x="163" y="193"/>
                  </a:lnTo>
                  <a:lnTo>
                    <a:pt x="163" y="193"/>
                  </a:lnTo>
                  <a:lnTo>
                    <a:pt x="171" y="235"/>
                  </a:lnTo>
                  <a:lnTo>
                    <a:pt x="171" y="235"/>
                  </a:lnTo>
                  <a:lnTo>
                    <a:pt x="139" y="269"/>
                  </a:lnTo>
                  <a:lnTo>
                    <a:pt x="137" y="289"/>
                  </a:lnTo>
                  <a:lnTo>
                    <a:pt x="130" y="309"/>
                  </a:lnTo>
                  <a:lnTo>
                    <a:pt x="126" y="327"/>
                  </a:lnTo>
                  <a:lnTo>
                    <a:pt x="126" y="327"/>
                  </a:lnTo>
                  <a:lnTo>
                    <a:pt x="114" y="331"/>
                  </a:lnTo>
                  <a:lnTo>
                    <a:pt x="114" y="331"/>
                  </a:lnTo>
                  <a:lnTo>
                    <a:pt x="92" y="337"/>
                  </a:lnTo>
                  <a:lnTo>
                    <a:pt x="92" y="355"/>
                  </a:lnTo>
                  <a:lnTo>
                    <a:pt x="92" y="355"/>
                  </a:lnTo>
                  <a:lnTo>
                    <a:pt x="84" y="365"/>
                  </a:lnTo>
                  <a:lnTo>
                    <a:pt x="84" y="365"/>
                  </a:lnTo>
                  <a:lnTo>
                    <a:pt x="84" y="375"/>
                  </a:lnTo>
                  <a:lnTo>
                    <a:pt x="94" y="381"/>
                  </a:lnTo>
                  <a:lnTo>
                    <a:pt x="98" y="393"/>
                  </a:lnTo>
                  <a:lnTo>
                    <a:pt x="96" y="415"/>
                  </a:lnTo>
                  <a:lnTo>
                    <a:pt x="90" y="464"/>
                  </a:lnTo>
                  <a:lnTo>
                    <a:pt x="86" y="514"/>
                  </a:lnTo>
                  <a:lnTo>
                    <a:pt x="100" y="526"/>
                  </a:lnTo>
                  <a:lnTo>
                    <a:pt x="110" y="550"/>
                  </a:lnTo>
                  <a:lnTo>
                    <a:pt x="108" y="562"/>
                  </a:lnTo>
                  <a:lnTo>
                    <a:pt x="110" y="580"/>
                  </a:lnTo>
                  <a:lnTo>
                    <a:pt x="116" y="596"/>
                  </a:lnTo>
                  <a:lnTo>
                    <a:pt x="116" y="602"/>
                  </a:lnTo>
                  <a:lnTo>
                    <a:pt x="114" y="616"/>
                  </a:lnTo>
                  <a:lnTo>
                    <a:pt x="102" y="634"/>
                  </a:lnTo>
                  <a:lnTo>
                    <a:pt x="72" y="656"/>
                  </a:lnTo>
                  <a:lnTo>
                    <a:pt x="66" y="668"/>
                  </a:lnTo>
                  <a:lnTo>
                    <a:pt x="64" y="691"/>
                  </a:lnTo>
                  <a:lnTo>
                    <a:pt x="54" y="725"/>
                  </a:lnTo>
                  <a:lnTo>
                    <a:pt x="62" y="731"/>
                  </a:lnTo>
                  <a:lnTo>
                    <a:pt x="76" y="737"/>
                  </a:lnTo>
                  <a:lnTo>
                    <a:pt x="80" y="751"/>
                  </a:lnTo>
                  <a:lnTo>
                    <a:pt x="92" y="759"/>
                  </a:lnTo>
                  <a:lnTo>
                    <a:pt x="98" y="775"/>
                  </a:lnTo>
                  <a:lnTo>
                    <a:pt x="106" y="785"/>
                  </a:lnTo>
                  <a:lnTo>
                    <a:pt x="102" y="799"/>
                  </a:lnTo>
                  <a:lnTo>
                    <a:pt x="102" y="819"/>
                  </a:lnTo>
                  <a:lnTo>
                    <a:pt x="90" y="841"/>
                  </a:lnTo>
                  <a:lnTo>
                    <a:pt x="82" y="853"/>
                  </a:lnTo>
                  <a:lnTo>
                    <a:pt x="58" y="857"/>
                  </a:lnTo>
                  <a:lnTo>
                    <a:pt x="36" y="875"/>
                  </a:lnTo>
                  <a:lnTo>
                    <a:pt x="6" y="881"/>
                  </a:lnTo>
                  <a:lnTo>
                    <a:pt x="6" y="881"/>
                  </a:lnTo>
                  <a:lnTo>
                    <a:pt x="10" y="911"/>
                  </a:lnTo>
                  <a:lnTo>
                    <a:pt x="0" y="923"/>
                  </a:lnTo>
                  <a:lnTo>
                    <a:pt x="6" y="945"/>
                  </a:lnTo>
                  <a:lnTo>
                    <a:pt x="10" y="953"/>
                  </a:lnTo>
                  <a:lnTo>
                    <a:pt x="4" y="966"/>
                  </a:lnTo>
                  <a:lnTo>
                    <a:pt x="4" y="966"/>
                  </a:lnTo>
                  <a:lnTo>
                    <a:pt x="28" y="974"/>
                  </a:lnTo>
                  <a:lnTo>
                    <a:pt x="28" y="974"/>
                  </a:lnTo>
                  <a:lnTo>
                    <a:pt x="32" y="976"/>
                  </a:lnTo>
                  <a:lnTo>
                    <a:pt x="34" y="980"/>
                  </a:lnTo>
                  <a:lnTo>
                    <a:pt x="36" y="984"/>
                  </a:lnTo>
                  <a:lnTo>
                    <a:pt x="68" y="1004"/>
                  </a:lnTo>
                  <a:lnTo>
                    <a:pt x="68" y="1014"/>
                  </a:lnTo>
                  <a:lnTo>
                    <a:pt x="86" y="1030"/>
                  </a:lnTo>
                  <a:lnTo>
                    <a:pt x="80" y="1042"/>
                  </a:lnTo>
                  <a:lnTo>
                    <a:pt x="108" y="1044"/>
                  </a:lnTo>
                  <a:lnTo>
                    <a:pt x="108" y="1044"/>
                  </a:lnTo>
                  <a:lnTo>
                    <a:pt x="130" y="1052"/>
                  </a:lnTo>
                  <a:lnTo>
                    <a:pt x="130" y="1052"/>
                  </a:lnTo>
                  <a:lnTo>
                    <a:pt x="137" y="1064"/>
                  </a:lnTo>
                  <a:lnTo>
                    <a:pt x="157" y="1080"/>
                  </a:lnTo>
                  <a:lnTo>
                    <a:pt x="157" y="1080"/>
                  </a:lnTo>
                  <a:lnTo>
                    <a:pt x="153" y="1114"/>
                  </a:lnTo>
                  <a:lnTo>
                    <a:pt x="153" y="1114"/>
                  </a:lnTo>
                  <a:lnTo>
                    <a:pt x="161" y="1120"/>
                  </a:lnTo>
                  <a:lnTo>
                    <a:pt x="171" y="1124"/>
                  </a:lnTo>
                  <a:lnTo>
                    <a:pt x="177" y="1132"/>
                  </a:lnTo>
                  <a:lnTo>
                    <a:pt x="177" y="1142"/>
                  </a:lnTo>
                  <a:lnTo>
                    <a:pt x="177" y="1180"/>
                  </a:lnTo>
                  <a:lnTo>
                    <a:pt x="179" y="1194"/>
                  </a:lnTo>
                  <a:lnTo>
                    <a:pt x="197" y="1208"/>
                  </a:lnTo>
                  <a:lnTo>
                    <a:pt x="201" y="1223"/>
                  </a:lnTo>
                  <a:lnTo>
                    <a:pt x="195" y="1251"/>
                  </a:lnTo>
                  <a:lnTo>
                    <a:pt x="211" y="1275"/>
                  </a:lnTo>
                  <a:lnTo>
                    <a:pt x="217" y="1313"/>
                  </a:lnTo>
                  <a:lnTo>
                    <a:pt x="217" y="1341"/>
                  </a:lnTo>
                  <a:lnTo>
                    <a:pt x="231" y="1383"/>
                  </a:lnTo>
                  <a:lnTo>
                    <a:pt x="243" y="1393"/>
                  </a:lnTo>
                  <a:lnTo>
                    <a:pt x="251" y="1425"/>
                  </a:lnTo>
                  <a:lnTo>
                    <a:pt x="261" y="1423"/>
                  </a:lnTo>
                  <a:lnTo>
                    <a:pt x="273" y="1423"/>
                  </a:lnTo>
                  <a:lnTo>
                    <a:pt x="299" y="1407"/>
                  </a:lnTo>
                  <a:lnTo>
                    <a:pt x="323" y="1369"/>
                  </a:lnTo>
                  <a:lnTo>
                    <a:pt x="348" y="1307"/>
                  </a:lnTo>
                  <a:lnTo>
                    <a:pt x="370" y="1279"/>
                  </a:lnTo>
                  <a:lnTo>
                    <a:pt x="378" y="1237"/>
                  </a:lnTo>
                  <a:lnTo>
                    <a:pt x="404" y="1200"/>
                  </a:lnTo>
                  <a:lnTo>
                    <a:pt x="420" y="1182"/>
                  </a:lnTo>
                  <a:lnTo>
                    <a:pt x="484" y="1176"/>
                  </a:lnTo>
                  <a:lnTo>
                    <a:pt x="525" y="1162"/>
                  </a:lnTo>
                  <a:lnTo>
                    <a:pt x="525" y="1162"/>
                  </a:lnTo>
                  <a:lnTo>
                    <a:pt x="557" y="1144"/>
                  </a:lnTo>
                  <a:lnTo>
                    <a:pt x="557" y="1144"/>
                  </a:lnTo>
                  <a:lnTo>
                    <a:pt x="585" y="1134"/>
                  </a:lnTo>
                  <a:lnTo>
                    <a:pt x="647" y="1128"/>
                  </a:lnTo>
                  <a:lnTo>
                    <a:pt x="661" y="1154"/>
                  </a:lnTo>
                  <a:lnTo>
                    <a:pt x="683" y="1178"/>
                  </a:lnTo>
                  <a:lnTo>
                    <a:pt x="714" y="1198"/>
                  </a:lnTo>
                  <a:lnTo>
                    <a:pt x="756" y="1225"/>
                  </a:lnTo>
                  <a:lnTo>
                    <a:pt x="782" y="1227"/>
                  </a:lnTo>
                  <a:lnTo>
                    <a:pt x="814" y="1196"/>
                  </a:lnTo>
                  <a:lnTo>
                    <a:pt x="844" y="1168"/>
                  </a:lnTo>
                  <a:lnTo>
                    <a:pt x="866" y="1138"/>
                  </a:lnTo>
                  <a:lnTo>
                    <a:pt x="882" y="1128"/>
                  </a:lnTo>
                  <a:lnTo>
                    <a:pt x="886" y="1096"/>
                  </a:lnTo>
                  <a:lnTo>
                    <a:pt x="892" y="1068"/>
                  </a:lnTo>
                  <a:lnTo>
                    <a:pt x="872" y="1036"/>
                  </a:lnTo>
                  <a:lnTo>
                    <a:pt x="840" y="1008"/>
                  </a:lnTo>
                  <a:lnTo>
                    <a:pt x="822" y="984"/>
                  </a:lnTo>
                  <a:lnTo>
                    <a:pt x="822" y="939"/>
                  </a:lnTo>
                  <a:lnTo>
                    <a:pt x="806" y="907"/>
                  </a:lnTo>
                  <a:lnTo>
                    <a:pt x="804" y="877"/>
                  </a:lnTo>
                  <a:lnTo>
                    <a:pt x="822" y="847"/>
                  </a:lnTo>
                  <a:lnTo>
                    <a:pt x="838" y="799"/>
                  </a:lnTo>
                  <a:lnTo>
                    <a:pt x="830" y="775"/>
                  </a:lnTo>
                  <a:lnTo>
                    <a:pt x="808" y="733"/>
                  </a:lnTo>
                  <a:lnTo>
                    <a:pt x="800" y="707"/>
                  </a:lnTo>
                  <a:lnTo>
                    <a:pt x="804" y="626"/>
                  </a:lnTo>
                  <a:lnTo>
                    <a:pt x="804" y="626"/>
                  </a:lnTo>
                  <a:lnTo>
                    <a:pt x="812" y="600"/>
                  </a:lnTo>
                  <a:lnTo>
                    <a:pt x="812" y="600"/>
                  </a:lnTo>
                  <a:lnTo>
                    <a:pt x="828" y="558"/>
                  </a:lnTo>
                  <a:lnTo>
                    <a:pt x="846" y="546"/>
                  </a:lnTo>
                  <a:lnTo>
                    <a:pt x="886" y="554"/>
                  </a:lnTo>
                  <a:lnTo>
                    <a:pt x="886" y="554"/>
                  </a:lnTo>
                  <a:lnTo>
                    <a:pt x="894" y="558"/>
                  </a:lnTo>
                  <a:lnTo>
                    <a:pt x="901" y="560"/>
                  </a:lnTo>
                  <a:lnTo>
                    <a:pt x="901" y="560"/>
                  </a:lnTo>
                  <a:lnTo>
                    <a:pt x="963" y="546"/>
                  </a:lnTo>
                  <a:lnTo>
                    <a:pt x="987" y="540"/>
                  </a:lnTo>
                  <a:lnTo>
                    <a:pt x="1001" y="500"/>
                  </a:lnTo>
                  <a:lnTo>
                    <a:pt x="985" y="442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34" name="Freeform 56">
              <a:extLst>
                <a:ext uri="{FF2B5EF4-FFF2-40B4-BE49-F238E27FC236}">
                  <a16:creationId xmlns:a16="http://schemas.microsoft.com/office/drawing/2014/main" id="{A0A3968F-F911-833A-9F9C-FE2F63107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0900" y="4346575"/>
              <a:ext cx="1704975" cy="1033463"/>
            </a:xfrm>
            <a:custGeom>
              <a:avLst/>
              <a:gdLst>
                <a:gd name="T0" fmla="*/ 1050 w 1074"/>
                <a:gd name="T1" fmla="*/ 538 h 651"/>
                <a:gd name="T2" fmla="*/ 1044 w 1074"/>
                <a:gd name="T3" fmla="*/ 482 h 651"/>
                <a:gd name="T4" fmla="*/ 1026 w 1074"/>
                <a:gd name="T5" fmla="*/ 472 h 651"/>
                <a:gd name="T6" fmla="*/ 1010 w 1074"/>
                <a:gd name="T7" fmla="*/ 422 h 651"/>
                <a:gd name="T8" fmla="*/ 1003 w 1074"/>
                <a:gd name="T9" fmla="*/ 410 h 651"/>
                <a:gd name="T10" fmla="*/ 959 w 1074"/>
                <a:gd name="T11" fmla="*/ 388 h 651"/>
                <a:gd name="T12" fmla="*/ 909 w 1074"/>
                <a:gd name="T13" fmla="*/ 342 h 651"/>
                <a:gd name="T14" fmla="*/ 905 w 1074"/>
                <a:gd name="T15" fmla="*/ 334 h 651"/>
                <a:gd name="T16" fmla="*/ 877 w 1074"/>
                <a:gd name="T17" fmla="*/ 324 h 651"/>
                <a:gd name="T18" fmla="*/ 873 w 1074"/>
                <a:gd name="T19" fmla="*/ 281 h 651"/>
                <a:gd name="T20" fmla="*/ 863 w 1074"/>
                <a:gd name="T21" fmla="*/ 211 h 651"/>
                <a:gd name="T22" fmla="*/ 794 w 1074"/>
                <a:gd name="T23" fmla="*/ 189 h 651"/>
                <a:gd name="T24" fmla="*/ 776 w 1074"/>
                <a:gd name="T25" fmla="*/ 189 h 651"/>
                <a:gd name="T26" fmla="*/ 738 w 1074"/>
                <a:gd name="T27" fmla="*/ 147 h 651"/>
                <a:gd name="T28" fmla="*/ 716 w 1074"/>
                <a:gd name="T29" fmla="*/ 105 h 651"/>
                <a:gd name="T30" fmla="*/ 690 w 1074"/>
                <a:gd name="T31" fmla="*/ 73 h 651"/>
                <a:gd name="T32" fmla="*/ 648 w 1074"/>
                <a:gd name="T33" fmla="*/ 59 h 651"/>
                <a:gd name="T34" fmla="*/ 583 w 1074"/>
                <a:gd name="T35" fmla="*/ 10 h 651"/>
                <a:gd name="T36" fmla="*/ 529 w 1074"/>
                <a:gd name="T37" fmla="*/ 18 h 651"/>
                <a:gd name="T38" fmla="*/ 519 w 1074"/>
                <a:gd name="T39" fmla="*/ 65 h 651"/>
                <a:gd name="T40" fmla="*/ 487 w 1074"/>
                <a:gd name="T41" fmla="*/ 83 h 651"/>
                <a:gd name="T42" fmla="*/ 443 w 1074"/>
                <a:gd name="T43" fmla="*/ 75 h 651"/>
                <a:gd name="T44" fmla="*/ 392 w 1074"/>
                <a:gd name="T45" fmla="*/ 89 h 651"/>
                <a:gd name="T46" fmla="*/ 324 w 1074"/>
                <a:gd name="T47" fmla="*/ 107 h 651"/>
                <a:gd name="T48" fmla="*/ 266 w 1074"/>
                <a:gd name="T49" fmla="*/ 111 h 651"/>
                <a:gd name="T50" fmla="*/ 252 w 1074"/>
                <a:gd name="T51" fmla="*/ 121 h 651"/>
                <a:gd name="T52" fmla="*/ 225 w 1074"/>
                <a:gd name="T53" fmla="*/ 181 h 651"/>
                <a:gd name="T54" fmla="*/ 201 w 1074"/>
                <a:gd name="T55" fmla="*/ 227 h 651"/>
                <a:gd name="T56" fmla="*/ 153 w 1074"/>
                <a:gd name="T57" fmla="*/ 265 h 651"/>
                <a:gd name="T58" fmla="*/ 103 w 1074"/>
                <a:gd name="T59" fmla="*/ 289 h 651"/>
                <a:gd name="T60" fmla="*/ 73 w 1074"/>
                <a:gd name="T61" fmla="*/ 305 h 651"/>
                <a:gd name="T62" fmla="*/ 34 w 1074"/>
                <a:gd name="T63" fmla="*/ 324 h 651"/>
                <a:gd name="T64" fmla="*/ 6 w 1074"/>
                <a:gd name="T65" fmla="*/ 374 h 651"/>
                <a:gd name="T66" fmla="*/ 16 w 1074"/>
                <a:gd name="T67" fmla="*/ 452 h 651"/>
                <a:gd name="T68" fmla="*/ 59 w 1074"/>
                <a:gd name="T69" fmla="*/ 498 h 651"/>
                <a:gd name="T70" fmla="*/ 75 w 1074"/>
                <a:gd name="T71" fmla="*/ 512 h 651"/>
                <a:gd name="T72" fmla="*/ 159 w 1074"/>
                <a:gd name="T73" fmla="*/ 526 h 651"/>
                <a:gd name="T74" fmla="*/ 262 w 1074"/>
                <a:gd name="T75" fmla="*/ 530 h 651"/>
                <a:gd name="T76" fmla="*/ 515 w 1074"/>
                <a:gd name="T77" fmla="*/ 607 h 651"/>
                <a:gd name="T78" fmla="*/ 654 w 1074"/>
                <a:gd name="T79" fmla="*/ 649 h 651"/>
                <a:gd name="T80" fmla="*/ 718 w 1074"/>
                <a:gd name="T81" fmla="*/ 595 h 651"/>
                <a:gd name="T82" fmla="*/ 764 w 1074"/>
                <a:gd name="T83" fmla="*/ 587 h 651"/>
                <a:gd name="T84" fmla="*/ 861 w 1074"/>
                <a:gd name="T85" fmla="*/ 629 h 651"/>
                <a:gd name="T86" fmla="*/ 937 w 1074"/>
                <a:gd name="T87" fmla="*/ 587 h 651"/>
                <a:gd name="T88" fmla="*/ 1020 w 1074"/>
                <a:gd name="T89" fmla="*/ 603 h 651"/>
                <a:gd name="T90" fmla="*/ 1070 w 1074"/>
                <a:gd name="T91" fmla="*/ 566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074" h="651">
                  <a:moveTo>
                    <a:pt x="1070" y="566"/>
                  </a:moveTo>
                  <a:lnTo>
                    <a:pt x="1052" y="552"/>
                  </a:lnTo>
                  <a:lnTo>
                    <a:pt x="1050" y="538"/>
                  </a:lnTo>
                  <a:lnTo>
                    <a:pt x="1050" y="500"/>
                  </a:lnTo>
                  <a:lnTo>
                    <a:pt x="1050" y="490"/>
                  </a:lnTo>
                  <a:lnTo>
                    <a:pt x="1044" y="482"/>
                  </a:lnTo>
                  <a:lnTo>
                    <a:pt x="1044" y="482"/>
                  </a:lnTo>
                  <a:lnTo>
                    <a:pt x="1034" y="478"/>
                  </a:lnTo>
                  <a:lnTo>
                    <a:pt x="1026" y="472"/>
                  </a:lnTo>
                  <a:lnTo>
                    <a:pt x="1026" y="472"/>
                  </a:lnTo>
                  <a:lnTo>
                    <a:pt x="1030" y="438"/>
                  </a:lnTo>
                  <a:lnTo>
                    <a:pt x="1010" y="422"/>
                  </a:lnTo>
                  <a:lnTo>
                    <a:pt x="1010" y="422"/>
                  </a:lnTo>
                  <a:lnTo>
                    <a:pt x="1003" y="410"/>
                  </a:lnTo>
                  <a:lnTo>
                    <a:pt x="1003" y="410"/>
                  </a:lnTo>
                  <a:lnTo>
                    <a:pt x="981" y="402"/>
                  </a:lnTo>
                  <a:lnTo>
                    <a:pt x="953" y="400"/>
                  </a:lnTo>
                  <a:lnTo>
                    <a:pt x="959" y="388"/>
                  </a:lnTo>
                  <a:lnTo>
                    <a:pt x="941" y="372"/>
                  </a:lnTo>
                  <a:lnTo>
                    <a:pt x="941" y="362"/>
                  </a:lnTo>
                  <a:lnTo>
                    <a:pt x="909" y="342"/>
                  </a:lnTo>
                  <a:lnTo>
                    <a:pt x="909" y="342"/>
                  </a:lnTo>
                  <a:lnTo>
                    <a:pt x="907" y="338"/>
                  </a:lnTo>
                  <a:lnTo>
                    <a:pt x="905" y="334"/>
                  </a:lnTo>
                  <a:lnTo>
                    <a:pt x="901" y="332"/>
                  </a:lnTo>
                  <a:lnTo>
                    <a:pt x="901" y="332"/>
                  </a:lnTo>
                  <a:lnTo>
                    <a:pt x="877" y="324"/>
                  </a:lnTo>
                  <a:lnTo>
                    <a:pt x="883" y="311"/>
                  </a:lnTo>
                  <a:lnTo>
                    <a:pt x="879" y="303"/>
                  </a:lnTo>
                  <a:lnTo>
                    <a:pt x="873" y="281"/>
                  </a:lnTo>
                  <a:lnTo>
                    <a:pt x="883" y="269"/>
                  </a:lnTo>
                  <a:lnTo>
                    <a:pt x="879" y="235"/>
                  </a:lnTo>
                  <a:lnTo>
                    <a:pt x="863" y="211"/>
                  </a:lnTo>
                  <a:lnTo>
                    <a:pt x="847" y="211"/>
                  </a:lnTo>
                  <a:lnTo>
                    <a:pt x="829" y="213"/>
                  </a:lnTo>
                  <a:lnTo>
                    <a:pt x="794" y="189"/>
                  </a:lnTo>
                  <a:lnTo>
                    <a:pt x="794" y="189"/>
                  </a:lnTo>
                  <a:lnTo>
                    <a:pt x="776" y="189"/>
                  </a:lnTo>
                  <a:lnTo>
                    <a:pt x="776" y="189"/>
                  </a:lnTo>
                  <a:lnTo>
                    <a:pt x="770" y="183"/>
                  </a:lnTo>
                  <a:lnTo>
                    <a:pt x="766" y="169"/>
                  </a:lnTo>
                  <a:lnTo>
                    <a:pt x="738" y="147"/>
                  </a:lnTo>
                  <a:lnTo>
                    <a:pt x="728" y="141"/>
                  </a:lnTo>
                  <a:lnTo>
                    <a:pt x="716" y="105"/>
                  </a:lnTo>
                  <a:lnTo>
                    <a:pt x="716" y="105"/>
                  </a:lnTo>
                  <a:lnTo>
                    <a:pt x="696" y="85"/>
                  </a:lnTo>
                  <a:lnTo>
                    <a:pt x="696" y="85"/>
                  </a:lnTo>
                  <a:lnTo>
                    <a:pt x="690" y="73"/>
                  </a:lnTo>
                  <a:lnTo>
                    <a:pt x="690" y="73"/>
                  </a:lnTo>
                  <a:lnTo>
                    <a:pt x="652" y="75"/>
                  </a:lnTo>
                  <a:lnTo>
                    <a:pt x="648" y="59"/>
                  </a:lnTo>
                  <a:lnTo>
                    <a:pt x="624" y="32"/>
                  </a:lnTo>
                  <a:lnTo>
                    <a:pt x="603" y="14"/>
                  </a:lnTo>
                  <a:lnTo>
                    <a:pt x="583" y="10"/>
                  </a:lnTo>
                  <a:lnTo>
                    <a:pt x="547" y="0"/>
                  </a:lnTo>
                  <a:lnTo>
                    <a:pt x="533" y="0"/>
                  </a:lnTo>
                  <a:lnTo>
                    <a:pt x="529" y="18"/>
                  </a:lnTo>
                  <a:lnTo>
                    <a:pt x="523" y="42"/>
                  </a:lnTo>
                  <a:lnTo>
                    <a:pt x="517" y="55"/>
                  </a:lnTo>
                  <a:lnTo>
                    <a:pt x="519" y="65"/>
                  </a:lnTo>
                  <a:lnTo>
                    <a:pt x="509" y="77"/>
                  </a:lnTo>
                  <a:lnTo>
                    <a:pt x="497" y="81"/>
                  </a:lnTo>
                  <a:lnTo>
                    <a:pt x="487" y="83"/>
                  </a:lnTo>
                  <a:lnTo>
                    <a:pt x="481" y="85"/>
                  </a:lnTo>
                  <a:lnTo>
                    <a:pt x="453" y="63"/>
                  </a:lnTo>
                  <a:lnTo>
                    <a:pt x="443" y="75"/>
                  </a:lnTo>
                  <a:lnTo>
                    <a:pt x="422" y="75"/>
                  </a:lnTo>
                  <a:lnTo>
                    <a:pt x="406" y="91"/>
                  </a:lnTo>
                  <a:lnTo>
                    <a:pt x="392" y="89"/>
                  </a:lnTo>
                  <a:lnTo>
                    <a:pt x="354" y="89"/>
                  </a:lnTo>
                  <a:lnTo>
                    <a:pt x="330" y="91"/>
                  </a:lnTo>
                  <a:lnTo>
                    <a:pt x="324" y="107"/>
                  </a:lnTo>
                  <a:lnTo>
                    <a:pt x="302" y="117"/>
                  </a:lnTo>
                  <a:lnTo>
                    <a:pt x="286" y="115"/>
                  </a:lnTo>
                  <a:lnTo>
                    <a:pt x="266" y="111"/>
                  </a:lnTo>
                  <a:lnTo>
                    <a:pt x="266" y="111"/>
                  </a:lnTo>
                  <a:lnTo>
                    <a:pt x="266" y="111"/>
                  </a:lnTo>
                  <a:lnTo>
                    <a:pt x="252" y="121"/>
                  </a:lnTo>
                  <a:lnTo>
                    <a:pt x="240" y="145"/>
                  </a:lnTo>
                  <a:lnTo>
                    <a:pt x="233" y="153"/>
                  </a:lnTo>
                  <a:lnTo>
                    <a:pt x="225" y="181"/>
                  </a:lnTo>
                  <a:lnTo>
                    <a:pt x="217" y="187"/>
                  </a:lnTo>
                  <a:lnTo>
                    <a:pt x="217" y="197"/>
                  </a:lnTo>
                  <a:lnTo>
                    <a:pt x="201" y="227"/>
                  </a:lnTo>
                  <a:lnTo>
                    <a:pt x="185" y="241"/>
                  </a:lnTo>
                  <a:lnTo>
                    <a:pt x="165" y="241"/>
                  </a:lnTo>
                  <a:lnTo>
                    <a:pt x="153" y="265"/>
                  </a:lnTo>
                  <a:lnTo>
                    <a:pt x="129" y="271"/>
                  </a:lnTo>
                  <a:lnTo>
                    <a:pt x="113" y="279"/>
                  </a:lnTo>
                  <a:lnTo>
                    <a:pt x="103" y="289"/>
                  </a:lnTo>
                  <a:lnTo>
                    <a:pt x="93" y="285"/>
                  </a:lnTo>
                  <a:lnTo>
                    <a:pt x="85" y="289"/>
                  </a:lnTo>
                  <a:lnTo>
                    <a:pt x="73" y="305"/>
                  </a:lnTo>
                  <a:lnTo>
                    <a:pt x="61" y="311"/>
                  </a:lnTo>
                  <a:lnTo>
                    <a:pt x="48" y="324"/>
                  </a:lnTo>
                  <a:lnTo>
                    <a:pt x="34" y="324"/>
                  </a:lnTo>
                  <a:lnTo>
                    <a:pt x="0" y="346"/>
                  </a:lnTo>
                  <a:lnTo>
                    <a:pt x="0" y="346"/>
                  </a:lnTo>
                  <a:lnTo>
                    <a:pt x="6" y="374"/>
                  </a:lnTo>
                  <a:lnTo>
                    <a:pt x="6" y="426"/>
                  </a:lnTo>
                  <a:lnTo>
                    <a:pt x="16" y="452"/>
                  </a:lnTo>
                  <a:lnTo>
                    <a:pt x="16" y="452"/>
                  </a:lnTo>
                  <a:lnTo>
                    <a:pt x="38" y="474"/>
                  </a:lnTo>
                  <a:lnTo>
                    <a:pt x="53" y="490"/>
                  </a:lnTo>
                  <a:lnTo>
                    <a:pt x="59" y="498"/>
                  </a:lnTo>
                  <a:lnTo>
                    <a:pt x="59" y="498"/>
                  </a:lnTo>
                  <a:lnTo>
                    <a:pt x="65" y="504"/>
                  </a:lnTo>
                  <a:lnTo>
                    <a:pt x="75" y="512"/>
                  </a:lnTo>
                  <a:lnTo>
                    <a:pt x="91" y="526"/>
                  </a:lnTo>
                  <a:lnTo>
                    <a:pt x="159" y="526"/>
                  </a:lnTo>
                  <a:lnTo>
                    <a:pt x="159" y="526"/>
                  </a:lnTo>
                  <a:lnTo>
                    <a:pt x="201" y="520"/>
                  </a:lnTo>
                  <a:lnTo>
                    <a:pt x="201" y="520"/>
                  </a:lnTo>
                  <a:lnTo>
                    <a:pt x="262" y="530"/>
                  </a:lnTo>
                  <a:lnTo>
                    <a:pt x="360" y="568"/>
                  </a:lnTo>
                  <a:lnTo>
                    <a:pt x="453" y="593"/>
                  </a:lnTo>
                  <a:lnTo>
                    <a:pt x="515" y="607"/>
                  </a:lnTo>
                  <a:lnTo>
                    <a:pt x="565" y="635"/>
                  </a:lnTo>
                  <a:lnTo>
                    <a:pt x="609" y="651"/>
                  </a:lnTo>
                  <a:lnTo>
                    <a:pt x="654" y="649"/>
                  </a:lnTo>
                  <a:lnTo>
                    <a:pt x="690" y="633"/>
                  </a:lnTo>
                  <a:lnTo>
                    <a:pt x="706" y="617"/>
                  </a:lnTo>
                  <a:lnTo>
                    <a:pt x="718" y="595"/>
                  </a:lnTo>
                  <a:lnTo>
                    <a:pt x="724" y="581"/>
                  </a:lnTo>
                  <a:lnTo>
                    <a:pt x="744" y="577"/>
                  </a:lnTo>
                  <a:lnTo>
                    <a:pt x="764" y="587"/>
                  </a:lnTo>
                  <a:lnTo>
                    <a:pt x="800" y="615"/>
                  </a:lnTo>
                  <a:lnTo>
                    <a:pt x="833" y="621"/>
                  </a:lnTo>
                  <a:lnTo>
                    <a:pt x="861" y="629"/>
                  </a:lnTo>
                  <a:lnTo>
                    <a:pt x="897" y="615"/>
                  </a:lnTo>
                  <a:lnTo>
                    <a:pt x="917" y="587"/>
                  </a:lnTo>
                  <a:lnTo>
                    <a:pt x="937" y="587"/>
                  </a:lnTo>
                  <a:lnTo>
                    <a:pt x="961" y="595"/>
                  </a:lnTo>
                  <a:lnTo>
                    <a:pt x="977" y="603"/>
                  </a:lnTo>
                  <a:lnTo>
                    <a:pt x="1020" y="603"/>
                  </a:lnTo>
                  <a:lnTo>
                    <a:pt x="1068" y="609"/>
                  </a:lnTo>
                  <a:lnTo>
                    <a:pt x="1074" y="581"/>
                  </a:lnTo>
                  <a:lnTo>
                    <a:pt x="1070" y="56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35" name="Freeform 57">
              <a:extLst>
                <a:ext uri="{FF2B5EF4-FFF2-40B4-BE49-F238E27FC236}">
                  <a16:creationId xmlns:a16="http://schemas.microsoft.com/office/drawing/2014/main" id="{7204D8CF-A1E1-58F3-28E1-E801EDAF6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5988" y="4178300"/>
              <a:ext cx="2138362" cy="2093913"/>
            </a:xfrm>
            <a:custGeom>
              <a:avLst/>
              <a:gdLst>
                <a:gd name="T0" fmla="*/ 1226 w 1347"/>
                <a:gd name="T1" fmla="*/ 855 h 1319"/>
                <a:gd name="T2" fmla="*/ 1150 w 1347"/>
                <a:gd name="T3" fmla="*/ 835 h 1319"/>
                <a:gd name="T4" fmla="*/ 1100 w 1347"/>
                <a:gd name="T5" fmla="*/ 739 h 1319"/>
                <a:gd name="T6" fmla="*/ 1011 w 1347"/>
                <a:gd name="T7" fmla="*/ 785 h 1319"/>
                <a:gd name="T8" fmla="*/ 915 w 1347"/>
                <a:gd name="T9" fmla="*/ 735 h 1319"/>
                <a:gd name="T10" fmla="*/ 860 w 1347"/>
                <a:gd name="T11" fmla="*/ 715 h 1319"/>
                <a:gd name="T12" fmla="*/ 806 w 1347"/>
                <a:gd name="T13" fmla="*/ 683 h 1319"/>
                <a:gd name="T14" fmla="*/ 784 w 1347"/>
                <a:gd name="T15" fmla="*/ 658 h 1319"/>
                <a:gd name="T16" fmla="*/ 736 w 1347"/>
                <a:gd name="T17" fmla="*/ 630 h 1319"/>
                <a:gd name="T18" fmla="*/ 693 w 1347"/>
                <a:gd name="T19" fmla="*/ 632 h 1319"/>
                <a:gd name="T20" fmla="*/ 657 w 1347"/>
                <a:gd name="T21" fmla="*/ 648 h 1319"/>
                <a:gd name="T22" fmla="*/ 643 w 1347"/>
                <a:gd name="T23" fmla="*/ 632 h 1319"/>
                <a:gd name="T24" fmla="*/ 593 w 1347"/>
                <a:gd name="T25" fmla="*/ 630 h 1319"/>
                <a:gd name="T26" fmla="*/ 567 w 1347"/>
                <a:gd name="T27" fmla="*/ 606 h 1319"/>
                <a:gd name="T28" fmla="*/ 545 w 1347"/>
                <a:gd name="T29" fmla="*/ 600 h 1319"/>
                <a:gd name="T30" fmla="*/ 539 w 1347"/>
                <a:gd name="T31" fmla="*/ 582 h 1319"/>
                <a:gd name="T32" fmla="*/ 527 w 1347"/>
                <a:gd name="T33" fmla="*/ 504 h 1319"/>
                <a:gd name="T34" fmla="*/ 502 w 1347"/>
                <a:gd name="T35" fmla="*/ 454 h 1319"/>
                <a:gd name="T36" fmla="*/ 472 w 1347"/>
                <a:gd name="T37" fmla="*/ 411 h 1319"/>
                <a:gd name="T38" fmla="*/ 442 w 1347"/>
                <a:gd name="T39" fmla="*/ 403 h 1319"/>
                <a:gd name="T40" fmla="*/ 418 w 1347"/>
                <a:gd name="T41" fmla="*/ 399 h 1319"/>
                <a:gd name="T42" fmla="*/ 426 w 1347"/>
                <a:gd name="T43" fmla="*/ 355 h 1319"/>
                <a:gd name="T44" fmla="*/ 422 w 1347"/>
                <a:gd name="T45" fmla="*/ 297 h 1319"/>
                <a:gd name="T46" fmla="*/ 392 w 1347"/>
                <a:gd name="T47" fmla="*/ 219 h 1319"/>
                <a:gd name="T48" fmla="*/ 392 w 1347"/>
                <a:gd name="T49" fmla="*/ 152 h 1319"/>
                <a:gd name="T50" fmla="*/ 362 w 1347"/>
                <a:gd name="T51" fmla="*/ 114 h 1319"/>
                <a:gd name="T52" fmla="*/ 336 w 1347"/>
                <a:gd name="T53" fmla="*/ 102 h 1319"/>
                <a:gd name="T54" fmla="*/ 291 w 1347"/>
                <a:gd name="T55" fmla="*/ 108 h 1319"/>
                <a:gd name="T56" fmla="*/ 267 w 1347"/>
                <a:gd name="T57" fmla="*/ 70 h 1319"/>
                <a:gd name="T58" fmla="*/ 237 w 1347"/>
                <a:gd name="T59" fmla="*/ 22 h 1319"/>
                <a:gd name="T60" fmla="*/ 219 w 1347"/>
                <a:gd name="T61" fmla="*/ 4 h 1319"/>
                <a:gd name="T62" fmla="*/ 133 w 1347"/>
                <a:gd name="T63" fmla="*/ 24 h 1319"/>
                <a:gd name="T64" fmla="*/ 60 w 1347"/>
                <a:gd name="T65" fmla="*/ 22 h 1319"/>
                <a:gd name="T66" fmla="*/ 36 w 1347"/>
                <a:gd name="T67" fmla="*/ 90 h 1319"/>
                <a:gd name="T68" fmla="*/ 70 w 1347"/>
                <a:gd name="T69" fmla="*/ 263 h 1319"/>
                <a:gd name="T70" fmla="*/ 54 w 1347"/>
                <a:gd name="T71" fmla="*/ 403 h 1319"/>
                <a:gd name="T72" fmla="*/ 124 w 1347"/>
                <a:gd name="T73" fmla="*/ 532 h 1319"/>
                <a:gd name="T74" fmla="*/ 76 w 1347"/>
                <a:gd name="T75" fmla="*/ 632 h 1319"/>
                <a:gd name="T76" fmla="*/ 4 w 1347"/>
                <a:gd name="T77" fmla="*/ 721 h 1319"/>
                <a:gd name="T78" fmla="*/ 50 w 1347"/>
                <a:gd name="T79" fmla="*/ 809 h 1319"/>
                <a:gd name="T80" fmla="*/ 120 w 1347"/>
                <a:gd name="T81" fmla="*/ 847 h 1319"/>
                <a:gd name="T82" fmla="*/ 133 w 1347"/>
                <a:gd name="T83" fmla="*/ 869 h 1319"/>
                <a:gd name="T84" fmla="*/ 197 w 1347"/>
                <a:gd name="T85" fmla="*/ 948 h 1319"/>
                <a:gd name="T86" fmla="*/ 217 w 1347"/>
                <a:gd name="T87" fmla="*/ 988 h 1319"/>
                <a:gd name="T88" fmla="*/ 249 w 1347"/>
                <a:gd name="T89" fmla="*/ 1012 h 1319"/>
                <a:gd name="T90" fmla="*/ 301 w 1347"/>
                <a:gd name="T91" fmla="*/ 1046 h 1319"/>
                <a:gd name="T92" fmla="*/ 332 w 1347"/>
                <a:gd name="T93" fmla="*/ 1006 h 1319"/>
                <a:gd name="T94" fmla="*/ 408 w 1347"/>
                <a:gd name="T95" fmla="*/ 1032 h 1319"/>
                <a:gd name="T96" fmla="*/ 490 w 1347"/>
                <a:gd name="T97" fmla="*/ 980 h 1319"/>
                <a:gd name="T98" fmla="*/ 569 w 1347"/>
                <a:gd name="T99" fmla="*/ 939 h 1319"/>
                <a:gd name="T100" fmla="*/ 631 w 1347"/>
                <a:gd name="T101" fmla="*/ 948 h 1319"/>
                <a:gd name="T102" fmla="*/ 701 w 1347"/>
                <a:gd name="T103" fmla="*/ 978 h 1319"/>
                <a:gd name="T104" fmla="*/ 736 w 1347"/>
                <a:gd name="T105" fmla="*/ 966 h 1319"/>
                <a:gd name="T106" fmla="*/ 796 w 1347"/>
                <a:gd name="T107" fmla="*/ 1002 h 1319"/>
                <a:gd name="T108" fmla="*/ 862 w 1347"/>
                <a:gd name="T109" fmla="*/ 1096 h 1319"/>
                <a:gd name="T110" fmla="*/ 943 w 1347"/>
                <a:gd name="T111" fmla="*/ 1194 h 1319"/>
                <a:gd name="T112" fmla="*/ 1001 w 1347"/>
                <a:gd name="T113" fmla="*/ 1243 h 1319"/>
                <a:gd name="T114" fmla="*/ 1015 w 1347"/>
                <a:gd name="T115" fmla="*/ 1257 h 1319"/>
                <a:gd name="T116" fmla="*/ 1079 w 1347"/>
                <a:gd name="T117" fmla="*/ 1305 h 1319"/>
                <a:gd name="T118" fmla="*/ 1168 w 1347"/>
                <a:gd name="T119" fmla="*/ 1307 h 1319"/>
                <a:gd name="T120" fmla="*/ 1319 w 1347"/>
                <a:gd name="T121" fmla="*/ 1002 h 1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47" h="1319">
                  <a:moveTo>
                    <a:pt x="1319" y="861"/>
                  </a:moveTo>
                  <a:lnTo>
                    <a:pt x="1303" y="835"/>
                  </a:lnTo>
                  <a:lnTo>
                    <a:pt x="1281" y="837"/>
                  </a:lnTo>
                  <a:lnTo>
                    <a:pt x="1226" y="855"/>
                  </a:lnTo>
                  <a:lnTo>
                    <a:pt x="1180" y="833"/>
                  </a:lnTo>
                  <a:lnTo>
                    <a:pt x="1180" y="833"/>
                  </a:lnTo>
                  <a:lnTo>
                    <a:pt x="1150" y="835"/>
                  </a:lnTo>
                  <a:lnTo>
                    <a:pt x="1150" y="835"/>
                  </a:lnTo>
                  <a:lnTo>
                    <a:pt x="1150" y="813"/>
                  </a:lnTo>
                  <a:lnTo>
                    <a:pt x="1132" y="799"/>
                  </a:lnTo>
                  <a:lnTo>
                    <a:pt x="1128" y="785"/>
                  </a:lnTo>
                  <a:lnTo>
                    <a:pt x="1100" y="739"/>
                  </a:lnTo>
                  <a:lnTo>
                    <a:pt x="1085" y="723"/>
                  </a:lnTo>
                  <a:lnTo>
                    <a:pt x="1077" y="741"/>
                  </a:lnTo>
                  <a:lnTo>
                    <a:pt x="1053" y="763"/>
                  </a:lnTo>
                  <a:lnTo>
                    <a:pt x="1011" y="785"/>
                  </a:lnTo>
                  <a:lnTo>
                    <a:pt x="971" y="787"/>
                  </a:lnTo>
                  <a:lnTo>
                    <a:pt x="943" y="779"/>
                  </a:lnTo>
                  <a:lnTo>
                    <a:pt x="933" y="777"/>
                  </a:lnTo>
                  <a:lnTo>
                    <a:pt x="915" y="735"/>
                  </a:lnTo>
                  <a:lnTo>
                    <a:pt x="905" y="731"/>
                  </a:lnTo>
                  <a:lnTo>
                    <a:pt x="886" y="707"/>
                  </a:lnTo>
                  <a:lnTo>
                    <a:pt x="886" y="707"/>
                  </a:lnTo>
                  <a:lnTo>
                    <a:pt x="860" y="715"/>
                  </a:lnTo>
                  <a:lnTo>
                    <a:pt x="848" y="713"/>
                  </a:lnTo>
                  <a:lnTo>
                    <a:pt x="836" y="703"/>
                  </a:lnTo>
                  <a:lnTo>
                    <a:pt x="830" y="705"/>
                  </a:lnTo>
                  <a:lnTo>
                    <a:pt x="806" y="683"/>
                  </a:lnTo>
                  <a:lnTo>
                    <a:pt x="802" y="680"/>
                  </a:lnTo>
                  <a:lnTo>
                    <a:pt x="796" y="678"/>
                  </a:lnTo>
                  <a:lnTo>
                    <a:pt x="790" y="666"/>
                  </a:lnTo>
                  <a:lnTo>
                    <a:pt x="784" y="658"/>
                  </a:lnTo>
                  <a:lnTo>
                    <a:pt x="774" y="642"/>
                  </a:lnTo>
                  <a:lnTo>
                    <a:pt x="776" y="636"/>
                  </a:lnTo>
                  <a:lnTo>
                    <a:pt x="756" y="626"/>
                  </a:lnTo>
                  <a:lnTo>
                    <a:pt x="736" y="630"/>
                  </a:lnTo>
                  <a:lnTo>
                    <a:pt x="728" y="632"/>
                  </a:lnTo>
                  <a:lnTo>
                    <a:pt x="720" y="632"/>
                  </a:lnTo>
                  <a:lnTo>
                    <a:pt x="705" y="632"/>
                  </a:lnTo>
                  <a:lnTo>
                    <a:pt x="693" y="632"/>
                  </a:lnTo>
                  <a:lnTo>
                    <a:pt x="687" y="630"/>
                  </a:lnTo>
                  <a:lnTo>
                    <a:pt x="675" y="644"/>
                  </a:lnTo>
                  <a:lnTo>
                    <a:pt x="671" y="654"/>
                  </a:lnTo>
                  <a:lnTo>
                    <a:pt x="657" y="648"/>
                  </a:lnTo>
                  <a:lnTo>
                    <a:pt x="657" y="648"/>
                  </a:lnTo>
                  <a:lnTo>
                    <a:pt x="655" y="642"/>
                  </a:lnTo>
                  <a:lnTo>
                    <a:pt x="655" y="642"/>
                  </a:lnTo>
                  <a:lnTo>
                    <a:pt x="643" y="632"/>
                  </a:lnTo>
                  <a:lnTo>
                    <a:pt x="629" y="642"/>
                  </a:lnTo>
                  <a:lnTo>
                    <a:pt x="613" y="642"/>
                  </a:lnTo>
                  <a:lnTo>
                    <a:pt x="609" y="630"/>
                  </a:lnTo>
                  <a:lnTo>
                    <a:pt x="593" y="630"/>
                  </a:lnTo>
                  <a:lnTo>
                    <a:pt x="579" y="630"/>
                  </a:lnTo>
                  <a:lnTo>
                    <a:pt x="567" y="618"/>
                  </a:lnTo>
                  <a:lnTo>
                    <a:pt x="567" y="618"/>
                  </a:lnTo>
                  <a:lnTo>
                    <a:pt x="567" y="606"/>
                  </a:lnTo>
                  <a:lnTo>
                    <a:pt x="567" y="606"/>
                  </a:lnTo>
                  <a:lnTo>
                    <a:pt x="551" y="612"/>
                  </a:lnTo>
                  <a:lnTo>
                    <a:pt x="551" y="612"/>
                  </a:lnTo>
                  <a:lnTo>
                    <a:pt x="545" y="600"/>
                  </a:lnTo>
                  <a:lnTo>
                    <a:pt x="545" y="600"/>
                  </a:lnTo>
                  <a:lnTo>
                    <a:pt x="545" y="592"/>
                  </a:lnTo>
                  <a:lnTo>
                    <a:pt x="545" y="592"/>
                  </a:lnTo>
                  <a:lnTo>
                    <a:pt x="539" y="582"/>
                  </a:lnTo>
                  <a:lnTo>
                    <a:pt x="543" y="562"/>
                  </a:lnTo>
                  <a:lnTo>
                    <a:pt x="541" y="554"/>
                  </a:lnTo>
                  <a:lnTo>
                    <a:pt x="545" y="528"/>
                  </a:lnTo>
                  <a:lnTo>
                    <a:pt x="527" y="504"/>
                  </a:lnTo>
                  <a:lnTo>
                    <a:pt x="523" y="494"/>
                  </a:lnTo>
                  <a:lnTo>
                    <a:pt x="519" y="488"/>
                  </a:lnTo>
                  <a:lnTo>
                    <a:pt x="515" y="468"/>
                  </a:lnTo>
                  <a:lnTo>
                    <a:pt x="502" y="454"/>
                  </a:lnTo>
                  <a:lnTo>
                    <a:pt x="498" y="434"/>
                  </a:lnTo>
                  <a:lnTo>
                    <a:pt x="484" y="426"/>
                  </a:lnTo>
                  <a:lnTo>
                    <a:pt x="480" y="417"/>
                  </a:lnTo>
                  <a:lnTo>
                    <a:pt x="472" y="411"/>
                  </a:lnTo>
                  <a:lnTo>
                    <a:pt x="468" y="403"/>
                  </a:lnTo>
                  <a:lnTo>
                    <a:pt x="462" y="403"/>
                  </a:lnTo>
                  <a:lnTo>
                    <a:pt x="448" y="405"/>
                  </a:lnTo>
                  <a:lnTo>
                    <a:pt x="442" y="403"/>
                  </a:lnTo>
                  <a:lnTo>
                    <a:pt x="436" y="399"/>
                  </a:lnTo>
                  <a:lnTo>
                    <a:pt x="430" y="403"/>
                  </a:lnTo>
                  <a:lnTo>
                    <a:pt x="418" y="399"/>
                  </a:lnTo>
                  <a:lnTo>
                    <a:pt x="418" y="399"/>
                  </a:lnTo>
                  <a:lnTo>
                    <a:pt x="412" y="381"/>
                  </a:lnTo>
                  <a:lnTo>
                    <a:pt x="412" y="381"/>
                  </a:lnTo>
                  <a:lnTo>
                    <a:pt x="412" y="371"/>
                  </a:lnTo>
                  <a:lnTo>
                    <a:pt x="426" y="355"/>
                  </a:lnTo>
                  <a:lnTo>
                    <a:pt x="430" y="343"/>
                  </a:lnTo>
                  <a:lnTo>
                    <a:pt x="424" y="321"/>
                  </a:lnTo>
                  <a:lnTo>
                    <a:pt x="428" y="309"/>
                  </a:lnTo>
                  <a:lnTo>
                    <a:pt x="422" y="297"/>
                  </a:lnTo>
                  <a:lnTo>
                    <a:pt x="410" y="263"/>
                  </a:lnTo>
                  <a:lnTo>
                    <a:pt x="400" y="241"/>
                  </a:lnTo>
                  <a:lnTo>
                    <a:pt x="396" y="223"/>
                  </a:lnTo>
                  <a:lnTo>
                    <a:pt x="392" y="219"/>
                  </a:lnTo>
                  <a:lnTo>
                    <a:pt x="392" y="203"/>
                  </a:lnTo>
                  <a:lnTo>
                    <a:pt x="386" y="189"/>
                  </a:lnTo>
                  <a:lnTo>
                    <a:pt x="392" y="175"/>
                  </a:lnTo>
                  <a:lnTo>
                    <a:pt x="392" y="152"/>
                  </a:lnTo>
                  <a:lnTo>
                    <a:pt x="386" y="136"/>
                  </a:lnTo>
                  <a:lnTo>
                    <a:pt x="384" y="118"/>
                  </a:lnTo>
                  <a:lnTo>
                    <a:pt x="384" y="118"/>
                  </a:lnTo>
                  <a:lnTo>
                    <a:pt x="362" y="114"/>
                  </a:lnTo>
                  <a:lnTo>
                    <a:pt x="362" y="114"/>
                  </a:lnTo>
                  <a:lnTo>
                    <a:pt x="356" y="110"/>
                  </a:lnTo>
                  <a:lnTo>
                    <a:pt x="348" y="102"/>
                  </a:lnTo>
                  <a:lnTo>
                    <a:pt x="336" y="102"/>
                  </a:lnTo>
                  <a:lnTo>
                    <a:pt x="319" y="110"/>
                  </a:lnTo>
                  <a:lnTo>
                    <a:pt x="301" y="114"/>
                  </a:lnTo>
                  <a:lnTo>
                    <a:pt x="301" y="114"/>
                  </a:lnTo>
                  <a:lnTo>
                    <a:pt x="291" y="108"/>
                  </a:lnTo>
                  <a:lnTo>
                    <a:pt x="291" y="108"/>
                  </a:lnTo>
                  <a:lnTo>
                    <a:pt x="289" y="96"/>
                  </a:lnTo>
                  <a:lnTo>
                    <a:pt x="289" y="96"/>
                  </a:lnTo>
                  <a:lnTo>
                    <a:pt x="267" y="70"/>
                  </a:lnTo>
                  <a:lnTo>
                    <a:pt x="255" y="68"/>
                  </a:lnTo>
                  <a:lnTo>
                    <a:pt x="247" y="56"/>
                  </a:lnTo>
                  <a:lnTo>
                    <a:pt x="245" y="38"/>
                  </a:lnTo>
                  <a:lnTo>
                    <a:pt x="237" y="22"/>
                  </a:lnTo>
                  <a:lnTo>
                    <a:pt x="233" y="18"/>
                  </a:lnTo>
                  <a:lnTo>
                    <a:pt x="233" y="0"/>
                  </a:lnTo>
                  <a:lnTo>
                    <a:pt x="219" y="2"/>
                  </a:lnTo>
                  <a:lnTo>
                    <a:pt x="219" y="4"/>
                  </a:lnTo>
                  <a:lnTo>
                    <a:pt x="195" y="10"/>
                  </a:lnTo>
                  <a:lnTo>
                    <a:pt x="195" y="10"/>
                  </a:lnTo>
                  <a:lnTo>
                    <a:pt x="133" y="24"/>
                  </a:lnTo>
                  <a:lnTo>
                    <a:pt x="133" y="24"/>
                  </a:lnTo>
                  <a:lnTo>
                    <a:pt x="126" y="22"/>
                  </a:lnTo>
                  <a:lnTo>
                    <a:pt x="118" y="18"/>
                  </a:lnTo>
                  <a:lnTo>
                    <a:pt x="78" y="10"/>
                  </a:lnTo>
                  <a:lnTo>
                    <a:pt x="60" y="22"/>
                  </a:lnTo>
                  <a:lnTo>
                    <a:pt x="60" y="22"/>
                  </a:lnTo>
                  <a:lnTo>
                    <a:pt x="44" y="64"/>
                  </a:lnTo>
                  <a:lnTo>
                    <a:pt x="44" y="64"/>
                  </a:lnTo>
                  <a:lnTo>
                    <a:pt x="36" y="90"/>
                  </a:lnTo>
                  <a:lnTo>
                    <a:pt x="32" y="171"/>
                  </a:lnTo>
                  <a:lnTo>
                    <a:pt x="40" y="197"/>
                  </a:lnTo>
                  <a:lnTo>
                    <a:pt x="62" y="239"/>
                  </a:lnTo>
                  <a:lnTo>
                    <a:pt x="70" y="263"/>
                  </a:lnTo>
                  <a:lnTo>
                    <a:pt x="54" y="311"/>
                  </a:lnTo>
                  <a:lnTo>
                    <a:pt x="36" y="341"/>
                  </a:lnTo>
                  <a:lnTo>
                    <a:pt x="38" y="371"/>
                  </a:lnTo>
                  <a:lnTo>
                    <a:pt x="54" y="403"/>
                  </a:lnTo>
                  <a:lnTo>
                    <a:pt x="54" y="448"/>
                  </a:lnTo>
                  <a:lnTo>
                    <a:pt x="72" y="472"/>
                  </a:lnTo>
                  <a:lnTo>
                    <a:pt x="104" y="500"/>
                  </a:lnTo>
                  <a:lnTo>
                    <a:pt x="124" y="532"/>
                  </a:lnTo>
                  <a:lnTo>
                    <a:pt x="118" y="560"/>
                  </a:lnTo>
                  <a:lnTo>
                    <a:pt x="114" y="592"/>
                  </a:lnTo>
                  <a:lnTo>
                    <a:pt x="98" y="602"/>
                  </a:lnTo>
                  <a:lnTo>
                    <a:pt x="76" y="632"/>
                  </a:lnTo>
                  <a:lnTo>
                    <a:pt x="46" y="660"/>
                  </a:lnTo>
                  <a:lnTo>
                    <a:pt x="14" y="691"/>
                  </a:lnTo>
                  <a:lnTo>
                    <a:pt x="0" y="689"/>
                  </a:lnTo>
                  <a:lnTo>
                    <a:pt x="4" y="721"/>
                  </a:lnTo>
                  <a:lnTo>
                    <a:pt x="14" y="759"/>
                  </a:lnTo>
                  <a:lnTo>
                    <a:pt x="4" y="787"/>
                  </a:lnTo>
                  <a:lnTo>
                    <a:pt x="16" y="795"/>
                  </a:lnTo>
                  <a:lnTo>
                    <a:pt x="50" y="809"/>
                  </a:lnTo>
                  <a:lnTo>
                    <a:pt x="104" y="837"/>
                  </a:lnTo>
                  <a:lnTo>
                    <a:pt x="114" y="843"/>
                  </a:lnTo>
                  <a:lnTo>
                    <a:pt x="114" y="843"/>
                  </a:lnTo>
                  <a:lnTo>
                    <a:pt x="120" y="847"/>
                  </a:lnTo>
                  <a:lnTo>
                    <a:pt x="120" y="847"/>
                  </a:lnTo>
                  <a:lnTo>
                    <a:pt x="122" y="855"/>
                  </a:lnTo>
                  <a:lnTo>
                    <a:pt x="128" y="863"/>
                  </a:lnTo>
                  <a:lnTo>
                    <a:pt x="133" y="869"/>
                  </a:lnTo>
                  <a:lnTo>
                    <a:pt x="165" y="913"/>
                  </a:lnTo>
                  <a:lnTo>
                    <a:pt x="171" y="921"/>
                  </a:lnTo>
                  <a:lnTo>
                    <a:pt x="191" y="939"/>
                  </a:lnTo>
                  <a:lnTo>
                    <a:pt x="197" y="948"/>
                  </a:lnTo>
                  <a:lnTo>
                    <a:pt x="205" y="972"/>
                  </a:lnTo>
                  <a:lnTo>
                    <a:pt x="207" y="982"/>
                  </a:lnTo>
                  <a:lnTo>
                    <a:pt x="207" y="982"/>
                  </a:lnTo>
                  <a:lnTo>
                    <a:pt x="217" y="988"/>
                  </a:lnTo>
                  <a:lnTo>
                    <a:pt x="217" y="988"/>
                  </a:lnTo>
                  <a:lnTo>
                    <a:pt x="227" y="992"/>
                  </a:lnTo>
                  <a:lnTo>
                    <a:pt x="241" y="1002"/>
                  </a:lnTo>
                  <a:lnTo>
                    <a:pt x="249" y="1012"/>
                  </a:lnTo>
                  <a:lnTo>
                    <a:pt x="267" y="1028"/>
                  </a:lnTo>
                  <a:lnTo>
                    <a:pt x="279" y="1028"/>
                  </a:lnTo>
                  <a:lnTo>
                    <a:pt x="287" y="1040"/>
                  </a:lnTo>
                  <a:lnTo>
                    <a:pt x="301" y="1046"/>
                  </a:lnTo>
                  <a:lnTo>
                    <a:pt x="321" y="1046"/>
                  </a:lnTo>
                  <a:lnTo>
                    <a:pt x="321" y="1052"/>
                  </a:lnTo>
                  <a:lnTo>
                    <a:pt x="332" y="1052"/>
                  </a:lnTo>
                  <a:lnTo>
                    <a:pt x="332" y="1006"/>
                  </a:lnTo>
                  <a:lnTo>
                    <a:pt x="342" y="1006"/>
                  </a:lnTo>
                  <a:lnTo>
                    <a:pt x="356" y="1012"/>
                  </a:lnTo>
                  <a:lnTo>
                    <a:pt x="370" y="1010"/>
                  </a:lnTo>
                  <a:lnTo>
                    <a:pt x="408" y="1032"/>
                  </a:lnTo>
                  <a:lnTo>
                    <a:pt x="438" y="1014"/>
                  </a:lnTo>
                  <a:lnTo>
                    <a:pt x="444" y="1004"/>
                  </a:lnTo>
                  <a:lnTo>
                    <a:pt x="466" y="980"/>
                  </a:lnTo>
                  <a:lnTo>
                    <a:pt x="490" y="980"/>
                  </a:lnTo>
                  <a:lnTo>
                    <a:pt x="496" y="970"/>
                  </a:lnTo>
                  <a:lnTo>
                    <a:pt x="519" y="937"/>
                  </a:lnTo>
                  <a:lnTo>
                    <a:pt x="535" y="931"/>
                  </a:lnTo>
                  <a:lnTo>
                    <a:pt x="569" y="939"/>
                  </a:lnTo>
                  <a:lnTo>
                    <a:pt x="591" y="943"/>
                  </a:lnTo>
                  <a:lnTo>
                    <a:pt x="611" y="931"/>
                  </a:lnTo>
                  <a:lnTo>
                    <a:pt x="623" y="944"/>
                  </a:lnTo>
                  <a:lnTo>
                    <a:pt x="631" y="948"/>
                  </a:lnTo>
                  <a:lnTo>
                    <a:pt x="641" y="970"/>
                  </a:lnTo>
                  <a:lnTo>
                    <a:pt x="677" y="966"/>
                  </a:lnTo>
                  <a:lnTo>
                    <a:pt x="691" y="978"/>
                  </a:lnTo>
                  <a:lnTo>
                    <a:pt x="701" y="978"/>
                  </a:lnTo>
                  <a:lnTo>
                    <a:pt x="714" y="966"/>
                  </a:lnTo>
                  <a:lnTo>
                    <a:pt x="726" y="962"/>
                  </a:lnTo>
                  <a:lnTo>
                    <a:pt x="734" y="960"/>
                  </a:lnTo>
                  <a:lnTo>
                    <a:pt x="736" y="966"/>
                  </a:lnTo>
                  <a:lnTo>
                    <a:pt x="758" y="970"/>
                  </a:lnTo>
                  <a:lnTo>
                    <a:pt x="776" y="986"/>
                  </a:lnTo>
                  <a:lnTo>
                    <a:pt x="792" y="992"/>
                  </a:lnTo>
                  <a:lnTo>
                    <a:pt x="796" y="1002"/>
                  </a:lnTo>
                  <a:lnTo>
                    <a:pt x="838" y="1028"/>
                  </a:lnTo>
                  <a:lnTo>
                    <a:pt x="856" y="1058"/>
                  </a:lnTo>
                  <a:lnTo>
                    <a:pt x="858" y="1084"/>
                  </a:lnTo>
                  <a:lnTo>
                    <a:pt x="862" y="1096"/>
                  </a:lnTo>
                  <a:lnTo>
                    <a:pt x="890" y="1118"/>
                  </a:lnTo>
                  <a:lnTo>
                    <a:pt x="921" y="1154"/>
                  </a:lnTo>
                  <a:lnTo>
                    <a:pt x="921" y="1176"/>
                  </a:lnTo>
                  <a:lnTo>
                    <a:pt x="943" y="1194"/>
                  </a:lnTo>
                  <a:lnTo>
                    <a:pt x="963" y="1198"/>
                  </a:lnTo>
                  <a:lnTo>
                    <a:pt x="973" y="1209"/>
                  </a:lnTo>
                  <a:lnTo>
                    <a:pt x="989" y="1223"/>
                  </a:lnTo>
                  <a:lnTo>
                    <a:pt x="1001" y="1243"/>
                  </a:lnTo>
                  <a:lnTo>
                    <a:pt x="1001" y="1243"/>
                  </a:lnTo>
                  <a:lnTo>
                    <a:pt x="1013" y="1253"/>
                  </a:lnTo>
                  <a:lnTo>
                    <a:pt x="1013" y="1253"/>
                  </a:lnTo>
                  <a:lnTo>
                    <a:pt x="1015" y="1257"/>
                  </a:lnTo>
                  <a:lnTo>
                    <a:pt x="1015" y="1261"/>
                  </a:lnTo>
                  <a:lnTo>
                    <a:pt x="1033" y="1277"/>
                  </a:lnTo>
                  <a:lnTo>
                    <a:pt x="1061" y="1313"/>
                  </a:lnTo>
                  <a:lnTo>
                    <a:pt x="1079" y="1305"/>
                  </a:lnTo>
                  <a:lnTo>
                    <a:pt x="1090" y="1305"/>
                  </a:lnTo>
                  <a:lnTo>
                    <a:pt x="1112" y="1317"/>
                  </a:lnTo>
                  <a:lnTo>
                    <a:pt x="1168" y="1319"/>
                  </a:lnTo>
                  <a:lnTo>
                    <a:pt x="1168" y="1307"/>
                  </a:lnTo>
                  <a:lnTo>
                    <a:pt x="1222" y="1215"/>
                  </a:lnTo>
                  <a:lnTo>
                    <a:pt x="1218" y="1148"/>
                  </a:lnTo>
                  <a:lnTo>
                    <a:pt x="1242" y="1116"/>
                  </a:lnTo>
                  <a:lnTo>
                    <a:pt x="1319" y="1002"/>
                  </a:lnTo>
                  <a:lnTo>
                    <a:pt x="1347" y="972"/>
                  </a:lnTo>
                  <a:lnTo>
                    <a:pt x="1347" y="911"/>
                  </a:lnTo>
                  <a:lnTo>
                    <a:pt x="1319" y="861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36" name="Freeform 58">
              <a:extLst>
                <a:ext uri="{FF2B5EF4-FFF2-40B4-BE49-F238E27FC236}">
                  <a16:creationId xmlns:a16="http://schemas.microsoft.com/office/drawing/2014/main" id="{AFFEA0C5-B887-3919-56BD-440936BC9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7913" y="5656263"/>
              <a:ext cx="1692275" cy="1425575"/>
            </a:xfrm>
            <a:custGeom>
              <a:avLst/>
              <a:gdLst>
                <a:gd name="T0" fmla="*/ 977 w 1066"/>
                <a:gd name="T1" fmla="*/ 374 h 898"/>
                <a:gd name="T2" fmla="*/ 931 w 1066"/>
                <a:gd name="T3" fmla="*/ 346 h 898"/>
                <a:gd name="T4" fmla="*/ 913 w 1066"/>
                <a:gd name="T5" fmla="*/ 330 h 898"/>
                <a:gd name="T6" fmla="*/ 911 w 1066"/>
                <a:gd name="T7" fmla="*/ 322 h 898"/>
                <a:gd name="T8" fmla="*/ 899 w 1066"/>
                <a:gd name="T9" fmla="*/ 312 h 898"/>
                <a:gd name="T10" fmla="*/ 871 w 1066"/>
                <a:gd name="T11" fmla="*/ 278 h 898"/>
                <a:gd name="T12" fmla="*/ 841 w 1066"/>
                <a:gd name="T13" fmla="*/ 263 h 898"/>
                <a:gd name="T14" fmla="*/ 819 w 1066"/>
                <a:gd name="T15" fmla="*/ 223 h 898"/>
                <a:gd name="T16" fmla="*/ 760 w 1066"/>
                <a:gd name="T17" fmla="*/ 165 h 898"/>
                <a:gd name="T18" fmla="*/ 754 w 1066"/>
                <a:gd name="T19" fmla="*/ 127 h 898"/>
                <a:gd name="T20" fmla="*/ 694 w 1066"/>
                <a:gd name="T21" fmla="*/ 71 h 898"/>
                <a:gd name="T22" fmla="*/ 674 w 1066"/>
                <a:gd name="T23" fmla="*/ 55 h 898"/>
                <a:gd name="T24" fmla="*/ 634 w 1066"/>
                <a:gd name="T25" fmla="*/ 35 h 898"/>
                <a:gd name="T26" fmla="*/ 624 w 1066"/>
                <a:gd name="T27" fmla="*/ 31 h 898"/>
                <a:gd name="T28" fmla="*/ 599 w 1066"/>
                <a:gd name="T29" fmla="*/ 47 h 898"/>
                <a:gd name="T30" fmla="*/ 575 w 1066"/>
                <a:gd name="T31" fmla="*/ 35 h 898"/>
                <a:gd name="T32" fmla="*/ 529 w 1066"/>
                <a:gd name="T33" fmla="*/ 17 h 898"/>
                <a:gd name="T34" fmla="*/ 509 w 1066"/>
                <a:gd name="T35" fmla="*/ 0 h 898"/>
                <a:gd name="T36" fmla="*/ 467 w 1066"/>
                <a:gd name="T37" fmla="*/ 8 h 898"/>
                <a:gd name="T38" fmla="*/ 417 w 1066"/>
                <a:gd name="T39" fmla="*/ 6 h 898"/>
                <a:gd name="T40" fmla="*/ 388 w 1066"/>
                <a:gd name="T41" fmla="*/ 49 h 898"/>
                <a:gd name="T42" fmla="*/ 342 w 1066"/>
                <a:gd name="T43" fmla="*/ 73 h 898"/>
                <a:gd name="T44" fmla="*/ 306 w 1066"/>
                <a:gd name="T45" fmla="*/ 101 h 898"/>
                <a:gd name="T46" fmla="*/ 254 w 1066"/>
                <a:gd name="T47" fmla="*/ 81 h 898"/>
                <a:gd name="T48" fmla="*/ 230 w 1066"/>
                <a:gd name="T49" fmla="*/ 75 h 898"/>
                <a:gd name="T50" fmla="*/ 226 w 1066"/>
                <a:gd name="T51" fmla="*/ 195 h 898"/>
                <a:gd name="T52" fmla="*/ 187 w 1066"/>
                <a:gd name="T53" fmla="*/ 251 h 898"/>
                <a:gd name="T54" fmla="*/ 131 w 1066"/>
                <a:gd name="T55" fmla="*/ 342 h 898"/>
                <a:gd name="T56" fmla="*/ 95 w 1066"/>
                <a:gd name="T57" fmla="*/ 388 h 898"/>
                <a:gd name="T58" fmla="*/ 26 w 1066"/>
                <a:gd name="T59" fmla="*/ 410 h 898"/>
                <a:gd name="T60" fmla="*/ 16 w 1066"/>
                <a:gd name="T61" fmla="*/ 452 h 898"/>
                <a:gd name="T62" fmla="*/ 65 w 1066"/>
                <a:gd name="T63" fmla="*/ 440 h 898"/>
                <a:gd name="T64" fmla="*/ 103 w 1066"/>
                <a:gd name="T65" fmla="*/ 440 h 898"/>
                <a:gd name="T66" fmla="*/ 131 w 1066"/>
                <a:gd name="T67" fmla="*/ 464 h 898"/>
                <a:gd name="T68" fmla="*/ 131 w 1066"/>
                <a:gd name="T69" fmla="*/ 470 h 898"/>
                <a:gd name="T70" fmla="*/ 131 w 1066"/>
                <a:gd name="T71" fmla="*/ 490 h 898"/>
                <a:gd name="T72" fmla="*/ 143 w 1066"/>
                <a:gd name="T73" fmla="*/ 530 h 898"/>
                <a:gd name="T74" fmla="*/ 215 w 1066"/>
                <a:gd name="T75" fmla="*/ 551 h 898"/>
                <a:gd name="T76" fmla="*/ 260 w 1066"/>
                <a:gd name="T77" fmla="*/ 585 h 898"/>
                <a:gd name="T78" fmla="*/ 278 w 1066"/>
                <a:gd name="T79" fmla="*/ 617 h 898"/>
                <a:gd name="T80" fmla="*/ 280 w 1066"/>
                <a:gd name="T81" fmla="*/ 621 h 898"/>
                <a:gd name="T82" fmla="*/ 296 w 1066"/>
                <a:gd name="T83" fmla="*/ 635 h 898"/>
                <a:gd name="T84" fmla="*/ 427 w 1066"/>
                <a:gd name="T85" fmla="*/ 715 h 898"/>
                <a:gd name="T86" fmla="*/ 471 w 1066"/>
                <a:gd name="T87" fmla="*/ 771 h 898"/>
                <a:gd name="T88" fmla="*/ 483 w 1066"/>
                <a:gd name="T89" fmla="*/ 824 h 898"/>
                <a:gd name="T90" fmla="*/ 593 w 1066"/>
                <a:gd name="T91" fmla="*/ 898 h 898"/>
                <a:gd name="T92" fmla="*/ 601 w 1066"/>
                <a:gd name="T93" fmla="*/ 870 h 898"/>
                <a:gd name="T94" fmla="*/ 656 w 1066"/>
                <a:gd name="T95" fmla="*/ 878 h 898"/>
                <a:gd name="T96" fmla="*/ 774 w 1066"/>
                <a:gd name="T97" fmla="*/ 751 h 898"/>
                <a:gd name="T98" fmla="*/ 911 w 1066"/>
                <a:gd name="T99" fmla="*/ 723 h 898"/>
                <a:gd name="T100" fmla="*/ 981 w 1066"/>
                <a:gd name="T101" fmla="*/ 617 h 898"/>
                <a:gd name="T102" fmla="*/ 1050 w 1066"/>
                <a:gd name="T103" fmla="*/ 510 h 898"/>
                <a:gd name="T104" fmla="*/ 1066 w 1066"/>
                <a:gd name="T105" fmla="*/ 388 h 898"/>
                <a:gd name="T106" fmla="*/ 988 w 1066"/>
                <a:gd name="T107" fmla="*/ 374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6" h="898">
                  <a:moveTo>
                    <a:pt x="988" y="374"/>
                  </a:moveTo>
                  <a:lnTo>
                    <a:pt x="977" y="374"/>
                  </a:lnTo>
                  <a:lnTo>
                    <a:pt x="959" y="382"/>
                  </a:lnTo>
                  <a:lnTo>
                    <a:pt x="931" y="346"/>
                  </a:lnTo>
                  <a:lnTo>
                    <a:pt x="913" y="330"/>
                  </a:lnTo>
                  <a:lnTo>
                    <a:pt x="913" y="330"/>
                  </a:lnTo>
                  <a:lnTo>
                    <a:pt x="913" y="326"/>
                  </a:lnTo>
                  <a:lnTo>
                    <a:pt x="911" y="322"/>
                  </a:lnTo>
                  <a:lnTo>
                    <a:pt x="911" y="322"/>
                  </a:lnTo>
                  <a:lnTo>
                    <a:pt x="899" y="312"/>
                  </a:lnTo>
                  <a:lnTo>
                    <a:pt x="887" y="292"/>
                  </a:lnTo>
                  <a:lnTo>
                    <a:pt x="871" y="278"/>
                  </a:lnTo>
                  <a:lnTo>
                    <a:pt x="861" y="267"/>
                  </a:lnTo>
                  <a:lnTo>
                    <a:pt x="841" y="263"/>
                  </a:lnTo>
                  <a:lnTo>
                    <a:pt x="819" y="245"/>
                  </a:lnTo>
                  <a:lnTo>
                    <a:pt x="819" y="223"/>
                  </a:lnTo>
                  <a:lnTo>
                    <a:pt x="788" y="187"/>
                  </a:lnTo>
                  <a:lnTo>
                    <a:pt x="760" y="165"/>
                  </a:lnTo>
                  <a:lnTo>
                    <a:pt x="756" y="153"/>
                  </a:lnTo>
                  <a:lnTo>
                    <a:pt x="754" y="127"/>
                  </a:lnTo>
                  <a:lnTo>
                    <a:pt x="736" y="97"/>
                  </a:lnTo>
                  <a:lnTo>
                    <a:pt x="694" y="71"/>
                  </a:lnTo>
                  <a:lnTo>
                    <a:pt x="690" y="61"/>
                  </a:lnTo>
                  <a:lnTo>
                    <a:pt x="674" y="55"/>
                  </a:lnTo>
                  <a:lnTo>
                    <a:pt x="656" y="39"/>
                  </a:lnTo>
                  <a:lnTo>
                    <a:pt x="634" y="35"/>
                  </a:lnTo>
                  <a:lnTo>
                    <a:pt x="632" y="29"/>
                  </a:lnTo>
                  <a:lnTo>
                    <a:pt x="624" y="31"/>
                  </a:lnTo>
                  <a:lnTo>
                    <a:pt x="612" y="35"/>
                  </a:lnTo>
                  <a:lnTo>
                    <a:pt x="599" y="47"/>
                  </a:lnTo>
                  <a:lnTo>
                    <a:pt x="589" y="47"/>
                  </a:lnTo>
                  <a:lnTo>
                    <a:pt x="575" y="35"/>
                  </a:lnTo>
                  <a:lnTo>
                    <a:pt x="539" y="39"/>
                  </a:lnTo>
                  <a:lnTo>
                    <a:pt x="529" y="17"/>
                  </a:lnTo>
                  <a:lnTo>
                    <a:pt x="521" y="13"/>
                  </a:lnTo>
                  <a:lnTo>
                    <a:pt x="509" y="0"/>
                  </a:lnTo>
                  <a:lnTo>
                    <a:pt x="489" y="12"/>
                  </a:lnTo>
                  <a:lnTo>
                    <a:pt x="467" y="8"/>
                  </a:lnTo>
                  <a:lnTo>
                    <a:pt x="433" y="0"/>
                  </a:lnTo>
                  <a:lnTo>
                    <a:pt x="417" y="6"/>
                  </a:lnTo>
                  <a:lnTo>
                    <a:pt x="394" y="39"/>
                  </a:lnTo>
                  <a:lnTo>
                    <a:pt x="388" y="49"/>
                  </a:lnTo>
                  <a:lnTo>
                    <a:pt x="364" y="49"/>
                  </a:lnTo>
                  <a:lnTo>
                    <a:pt x="342" y="73"/>
                  </a:lnTo>
                  <a:lnTo>
                    <a:pt x="336" y="83"/>
                  </a:lnTo>
                  <a:lnTo>
                    <a:pt x="306" y="101"/>
                  </a:lnTo>
                  <a:lnTo>
                    <a:pt x="268" y="79"/>
                  </a:lnTo>
                  <a:lnTo>
                    <a:pt x="254" y="81"/>
                  </a:lnTo>
                  <a:lnTo>
                    <a:pt x="240" y="75"/>
                  </a:lnTo>
                  <a:lnTo>
                    <a:pt x="230" y="75"/>
                  </a:lnTo>
                  <a:lnTo>
                    <a:pt x="230" y="175"/>
                  </a:lnTo>
                  <a:lnTo>
                    <a:pt x="226" y="195"/>
                  </a:lnTo>
                  <a:lnTo>
                    <a:pt x="201" y="241"/>
                  </a:lnTo>
                  <a:lnTo>
                    <a:pt x="187" y="251"/>
                  </a:lnTo>
                  <a:lnTo>
                    <a:pt x="169" y="277"/>
                  </a:lnTo>
                  <a:lnTo>
                    <a:pt x="131" y="342"/>
                  </a:lnTo>
                  <a:lnTo>
                    <a:pt x="111" y="364"/>
                  </a:lnTo>
                  <a:lnTo>
                    <a:pt x="95" y="388"/>
                  </a:lnTo>
                  <a:lnTo>
                    <a:pt x="51" y="406"/>
                  </a:lnTo>
                  <a:lnTo>
                    <a:pt x="26" y="410"/>
                  </a:lnTo>
                  <a:lnTo>
                    <a:pt x="0" y="426"/>
                  </a:lnTo>
                  <a:lnTo>
                    <a:pt x="16" y="452"/>
                  </a:lnTo>
                  <a:lnTo>
                    <a:pt x="33" y="452"/>
                  </a:lnTo>
                  <a:lnTo>
                    <a:pt x="65" y="440"/>
                  </a:lnTo>
                  <a:lnTo>
                    <a:pt x="103" y="440"/>
                  </a:lnTo>
                  <a:lnTo>
                    <a:pt x="103" y="440"/>
                  </a:lnTo>
                  <a:lnTo>
                    <a:pt x="115" y="452"/>
                  </a:lnTo>
                  <a:lnTo>
                    <a:pt x="131" y="464"/>
                  </a:lnTo>
                  <a:lnTo>
                    <a:pt x="131" y="464"/>
                  </a:lnTo>
                  <a:lnTo>
                    <a:pt x="131" y="470"/>
                  </a:lnTo>
                  <a:lnTo>
                    <a:pt x="131" y="478"/>
                  </a:lnTo>
                  <a:lnTo>
                    <a:pt x="131" y="490"/>
                  </a:lnTo>
                  <a:lnTo>
                    <a:pt x="125" y="510"/>
                  </a:lnTo>
                  <a:lnTo>
                    <a:pt x="143" y="530"/>
                  </a:lnTo>
                  <a:lnTo>
                    <a:pt x="171" y="530"/>
                  </a:lnTo>
                  <a:lnTo>
                    <a:pt x="215" y="551"/>
                  </a:lnTo>
                  <a:lnTo>
                    <a:pt x="260" y="585"/>
                  </a:lnTo>
                  <a:lnTo>
                    <a:pt x="260" y="585"/>
                  </a:lnTo>
                  <a:lnTo>
                    <a:pt x="268" y="599"/>
                  </a:lnTo>
                  <a:lnTo>
                    <a:pt x="278" y="617"/>
                  </a:lnTo>
                  <a:lnTo>
                    <a:pt x="278" y="617"/>
                  </a:lnTo>
                  <a:lnTo>
                    <a:pt x="280" y="621"/>
                  </a:lnTo>
                  <a:lnTo>
                    <a:pt x="288" y="629"/>
                  </a:lnTo>
                  <a:lnTo>
                    <a:pt x="296" y="635"/>
                  </a:lnTo>
                  <a:lnTo>
                    <a:pt x="334" y="651"/>
                  </a:lnTo>
                  <a:lnTo>
                    <a:pt x="427" y="715"/>
                  </a:lnTo>
                  <a:lnTo>
                    <a:pt x="451" y="743"/>
                  </a:lnTo>
                  <a:lnTo>
                    <a:pt x="471" y="771"/>
                  </a:lnTo>
                  <a:lnTo>
                    <a:pt x="471" y="801"/>
                  </a:lnTo>
                  <a:lnTo>
                    <a:pt x="483" y="824"/>
                  </a:lnTo>
                  <a:lnTo>
                    <a:pt x="501" y="852"/>
                  </a:lnTo>
                  <a:lnTo>
                    <a:pt x="593" y="898"/>
                  </a:lnTo>
                  <a:lnTo>
                    <a:pt x="593" y="898"/>
                  </a:lnTo>
                  <a:lnTo>
                    <a:pt x="601" y="870"/>
                  </a:lnTo>
                  <a:lnTo>
                    <a:pt x="632" y="856"/>
                  </a:lnTo>
                  <a:lnTo>
                    <a:pt x="656" y="878"/>
                  </a:lnTo>
                  <a:lnTo>
                    <a:pt x="690" y="834"/>
                  </a:lnTo>
                  <a:lnTo>
                    <a:pt x="774" y="751"/>
                  </a:lnTo>
                  <a:lnTo>
                    <a:pt x="855" y="731"/>
                  </a:lnTo>
                  <a:lnTo>
                    <a:pt x="911" y="723"/>
                  </a:lnTo>
                  <a:lnTo>
                    <a:pt x="937" y="679"/>
                  </a:lnTo>
                  <a:lnTo>
                    <a:pt x="981" y="617"/>
                  </a:lnTo>
                  <a:lnTo>
                    <a:pt x="1022" y="571"/>
                  </a:lnTo>
                  <a:lnTo>
                    <a:pt x="1050" y="510"/>
                  </a:lnTo>
                  <a:lnTo>
                    <a:pt x="1062" y="462"/>
                  </a:lnTo>
                  <a:lnTo>
                    <a:pt x="1066" y="388"/>
                  </a:lnTo>
                  <a:lnTo>
                    <a:pt x="1010" y="386"/>
                  </a:lnTo>
                  <a:lnTo>
                    <a:pt x="988" y="374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37" name="Freeform 59">
              <a:extLst>
                <a:ext uri="{FF2B5EF4-FFF2-40B4-BE49-F238E27FC236}">
                  <a16:creationId xmlns:a16="http://schemas.microsoft.com/office/drawing/2014/main" id="{B641A482-8C59-97E3-B1FE-9510070F6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1313" y="6931025"/>
              <a:ext cx="1497012" cy="1323975"/>
            </a:xfrm>
            <a:custGeom>
              <a:avLst/>
              <a:gdLst>
                <a:gd name="T0" fmla="*/ 850 w 943"/>
                <a:gd name="T1" fmla="*/ 424 h 834"/>
                <a:gd name="T2" fmla="*/ 792 w 943"/>
                <a:gd name="T3" fmla="*/ 410 h 834"/>
                <a:gd name="T4" fmla="*/ 760 w 943"/>
                <a:gd name="T5" fmla="*/ 404 h 834"/>
                <a:gd name="T6" fmla="*/ 712 w 943"/>
                <a:gd name="T7" fmla="*/ 400 h 834"/>
                <a:gd name="T8" fmla="*/ 661 w 943"/>
                <a:gd name="T9" fmla="*/ 392 h 834"/>
                <a:gd name="T10" fmla="*/ 639 w 943"/>
                <a:gd name="T11" fmla="*/ 342 h 834"/>
                <a:gd name="T12" fmla="*/ 589 w 943"/>
                <a:gd name="T13" fmla="*/ 316 h 834"/>
                <a:gd name="T14" fmla="*/ 551 w 943"/>
                <a:gd name="T15" fmla="*/ 272 h 834"/>
                <a:gd name="T16" fmla="*/ 533 w 943"/>
                <a:gd name="T17" fmla="*/ 249 h 834"/>
                <a:gd name="T18" fmla="*/ 499 w 943"/>
                <a:gd name="T19" fmla="*/ 251 h 834"/>
                <a:gd name="T20" fmla="*/ 446 w 943"/>
                <a:gd name="T21" fmla="*/ 213 h 834"/>
                <a:gd name="T22" fmla="*/ 418 w 943"/>
                <a:gd name="T23" fmla="*/ 169 h 834"/>
                <a:gd name="T24" fmla="*/ 368 w 943"/>
                <a:gd name="T25" fmla="*/ 125 h 834"/>
                <a:gd name="T26" fmla="*/ 304 w 943"/>
                <a:gd name="T27" fmla="*/ 95 h 834"/>
                <a:gd name="T28" fmla="*/ 285 w 943"/>
                <a:gd name="T29" fmla="*/ 85 h 834"/>
                <a:gd name="T30" fmla="*/ 257 w 943"/>
                <a:gd name="T31" fmla="*/ 137 h 834"/>
                <a:gd name="T32" fmla="*/ 245 w 943"/>
                <a:gd name="T33" fmla="*/ 103 h 834"/>
                <a:gd name="T34" fmla="*/ 221 w 943"/>
                <a:gd name="T35" fmla="*/ 77 h 834"/>
                <a:gd name="T36" fmla="*/ 203 w 943"/>
                <a:gd name="T37" fmla="*/ 67 h 834"/>
                <a:gd name="T38" fmla="*/ 197 w 943"/>
                <a:gd name="T39" fmla="*/ 37 h 834"/>
                <a:gd name="T40" fmla="*/ 147 w 943"/>
                <a:gd name="T41" fmla="*/ 0 h 834"/>
                <a:gd name="T42" fmla="*/ 137 w 943"/>
                <a:gd name="T43" fmla="*/ 89 h 834"/>
                <a:gd name="T44" fmla="*/ 113 w 943"/>
                <a:gd name="T45" fmla="*/ 137 h 834"/>
                <a:gd name="T46" fmla="*/ 123 w 943"/>
                <a:gd name="T47" fmla="*/ 213 h 834"/>
                <a:gd name="T48" fmla="*/ 135 w 943"/>
                <a:gd name="T49" fmla="*/ 261 h 834"/>
                <a:gd name="T50" fmla="*/ 131 w 943"/>
                <a:gd name="T51" fmla="*/ 276 h 834"/>
                <a:gd name="T52" fmla="*/ 111 w 943"/>
                <a:gd name="T53" fmla="*/ 374 h 834"/>
                <a:gd name="T54" fmla="*/ 78 w 943"/>
                <a:gd name="T55" fmla="*/ 422 h 834"/>
                <a:gd name="T56" fmla="*/ 38 w 943"/>
                <a:gd name="T57" fmla="*/ 462 h 834"/>
                <a:gd name="T58" fmla="*/ 4 w 943"/>
                <a:gd name="T59" fmla="*/ 528 h 834"/>
                <a:gd name="T60" fmla="*/ 34 w 943"/>
                <a:gd name="T61" fmla="*/ 545 h 834"/>
                <a:gd name="T62" fmla="*/ 52 w 943"/>
                <a:gd name="T63" fmla="*/ 553 h 834"/>
                <a:gd name="T64" fmla="*/ 60 w 943"/>
                <a:gd name="T65" fmla="*/ 567 h 834"/>
                <a:gd name="T66" fmla="*/ 119 w 943"/>
                <a:gd name="T67" fmla="*/ 591 h 834"/>
                <a:gd name="T68" fmla="*/ 127 w 943"/>
                <a:gd name="T69" fmla="*/ 595 h 834"/>
                <a:gd name="T70" fmla="*/ 143 w 943"/>
                <a:gd name="T71" fmla="*/ 611 h 834"/>
                <a:gd name="T72" fmla="*/ 147 w 943"/>
                <a:gd name="T73" fmla="*/ 621 h 834"/>
                <a:gd name="T74" fmla="*/ 195 w 943"/>
                <a:gd name="T75" fmla="*/ 651 h 834"/>
                <a:gd name="T76" fmla="*/ 211 w 943"/>
                <a:gd name="T77" fmla="*/ 649 h 834"/>
                <a:gd name="T78" fmla="*/ 239 w 943"/>
                <a:gd name="T79" fmla="*/ 685 h 834"/>
                <a:gd name="T80" fmla="*/ 283 w 943"/>
                <a:gd name="T81" fmla="*/ 719 h 834"/>
                <a:gd name="T82" fmla="*/ 326 w 943"/>
                <a:gd name="T83" fmla="*/ 745 h 834"/>
                <a:gd name="T84" fmla="*/ 350 w 943"/>
                <a:gd name="T85" fmla="*/ 751 h 834"/>
                <a:gd name="T86" fmla="*/ 364 w 943"/>
                <a:gd name="T87" fmla="*/ 773 h 834"/>
                <a:gd name="T88" fmla="*/ 370 w 943"/>
                <a:gd name="T89" fmla="*/ 785 h 834"/>
                <a:gd name="T90" fmla="*/ 396 w 943"/>
                <a:gd name="T91" fmla="*/ 794 h 834"/>
                <a:gd name="T92" fmla="*/ 420 w 943"/>
                <a:gd name="T93" fmla="*/ 812 h 834"/>
                <a:gd name="T94" fmla="*/ 468 w 943"/>
                <a:gd name="T95" fmla="*/ 806 h 834"/>
                <a:gd name="T96" fmla="*/ 499 w 943"/>
                <a:gd name="T97" fmla="*/ 830 h 834"/>
                <a:gd name="T98" fmla="*/ 537 w 943"/>
                <a:gd name="T99" fmla="*/ 834 h 834"/>
                <a:gd name="T100" fmla="*/ 603 w 943"/>
                <a:gd name="T101" fmla="*/ 818 h 834"/>
                <a:gd name="T102" fmla="*/ 643 w 943"/>
                <a:gd name="T103" fmla="*/ 808 h 834"/>
                <a:gd name="T104" fmla="*/ 696 w 943"/>
                <a:gd name="T105" fmla="*/ 789 h 834"/>
                <a:gd name="T106" fmla="*/ 764 w 943"/>
                <a:gd name="T107" fmla="*/ 777 h 834"/>
                <a:gd name="T108" fmla="*/ 848 w 943"/>
                <a:gd name="T109" fmla="*/ 731 h 834"/>
                <a:gd name="T110" fmla="*/ 899 w 943"/>
                <a:gd name="T111" fmla="*/ 673 h 834"/>
                <a:gd name="T112" fmla="*/ 919 w 943"/>
                <a:gd name="T113" fmla="*/ 663 h 834"/>
                <a:gd name="T114" fmla="*/ 919 w 943"/>
                <a:gd name="T115" fmla="*/ 494 h 834"/>
                <a:gd name="T116" fmla="*/ 887 w 943"/>
                <a:gd name="T117" fmla="*/ 45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43" h="834">
                  <a:moveTo>
                    <a:pt x="887" y="450"/>
                  </a:moveTo>
                  <a:lnTo>
                    <a:pt x="866" y="440"/>
                  </a:lnTo>
                  <a:lnTo>
                    <a:pt x="850" y="424"/>
                  </a:lnTo>
                  <a:lnTo>
                    <a:pt x="818" y="412"/>
                  </a:lnTo>
                  <a:lnTo>
                    <a:pt x="804" y="416"/>
                  </a:lnTo>
                  <a:lnTo>
                    <a:pt x="792" y="410"/>
                  </a:lnTo>
                  <a:lnTo>
                    <a:pt x="788" y="404"/>
                  </a:lnTo>
                  <a:lnTo>
                    <a:pt x="778" y="406"/>
                  </a:lnTo>
                  <a:lnTo>
                    <a:pt x="760" y="404"/>
                  </a:lnTo>
                  <a:lnTo>
                    <a:pt x="742" y="394"/>
                  </a:lnTo>
                  <a:lnTo>
                    <a:pt x="724" y="400"/>
                  </a:lnTo>
                  <a:lnTo>
                    <a:pt x="712" y="400"/>
                  </a:lnTo>
                  <a:lnTo>
                    <a:pt x="706" y="398"/>
                  </a:lnTo>
                  <a:lnTo>
                    <a:pt x="677" y="400"/>
                  </a:lnTo>
                  <a:lnTo>
                    <a:pt x="661" y="392"/>
                  </a:lnTo>
                  <a:lnTo>
                    <a:pt x="647" y="374"/>
                  </a:lnTo>
                  <a:lnTo>
                    <a:pt x="645" y="358"/>
                  </a:lnTo>
                  <a:lnTo>
                    <a:pt x="639" y="342"/>
                  </a:lnTo>
                  <a:lnTo>
                    <a:pt x="625" y="332"/>
                  </a:lnTo>
                  <a:lnTo>
                    <a:pt x="611" y="336"/>
                  </a:lnTo>
                  <a:lnTo>
                    <a:pt x="589" y="316"/>
                  </a:lnTo>
                  <a:lnTo>
                    <a:pt x="573" y="294"/>
                  </a:lnTo>
                  <a:lnTo>
                    <a:pt x="567" y="278"/>
                  </a:lnTo>
                  <a:lnTo>
                    <a:pt x="551" y="272"/>
                  </a:lnTo>
                  <a:lnTo>
                    <a:pt x="543" y="259"/>
                  </a:lnTo>
                  <a:lnTo>
                    <a:pt x="533" y="249"/>
                  </a:lnTo>
                  <a:lnTo>
                    <a:pt x="533" y="249"/>
                  </a:lnTo>
                  <a:lnTo>
                    <a:pt x="509" y="247"/>
                  </a:lnTo>
                  <a:lnTo>
                    <a:pt x="509" y="247"/>
                  </a:lnTo>
                  <a:lnTo>
                    <a:pt x="499" y="251"/>
                  </a:lnTo>
                  <a:lnTo>
                    <a:pt x="490" y="239"/>
                  </a:lnTo>
                  <a:lnTo>
                    <a:pt x="460" y="237"/>
                  </a:lnTo>
                  <a:lnTo>
                    <a:pt x="446" y="213"/>
                  </a:lnTo>
                  <a:lnTo>
                    <a:pt x="440" y="205"/>
                  </a:lnTo>
                  <a:lnTo>
                    <a:pt x="436" y="187"/>
                  </a:lnTo>
                  <a:lnTo>
                    <a:pt x="418" y="169"/>
                  </a:lnTo>
                  <a:lnTo>
                    <a:pt x="414" y="159"/>
                  </a:lnTo>
                  <a:lnTo>
                    <a:pt x="400" y="143"/>
                  </a:lnTo>
                  <a:lnTo>
                    <a:pt x="368" y="125"/>
                  </a:lnTo>
                  <a:lnTo>
                    <a:pt x="340" y="117"/>
                  </a:lnTo>
                  <a:lnTo>
                    <a:pt x="310" y="91"/>
                  </a:lnTo>
                  <a:lnTo>
                    <a:pt x="304" y="95"/>
                  </a:lnTo>
                  <a:lnTo>
                    <a:pt x="301" y="89"/>
                  </a:lnTo>
                  <a:lnTo>
                    <a:pt x="291" y="85"/>
                  </a:lnTo>
                  <a:lnTo>
                    <a:pt x="285" y="85"/>
                  </a:lnTo>
                  <a:lnTo>
                    <a:pt x="287" y="101"/>
                  </a:lnTo>
                  <a:lnTo>
                    <a:pt x="271" y="117"/>
                  </a:lnTo>
                  <a:lnTo>
                    <a:pt x="257" y="137"/>
                  </a:lnTo>
                  <a:lnTo>
                    <a:pt x="251" y="131"/>
                  </a:lnTo>
                  <a:lnTo>
                    <a:pt x="251" y="117"/>
                  </a:lnTo>
                  <a:lnTo>
                    <a:pt x="245" y="103"/>
                  </a:lnTo>
                  <a:lnTo>
                    <a:pt x="237" y="81"/>
                  </a:lnTo>
                  <a:lnTo>
                    <a:pt x="221" y="77"/>
                  </a:lnTo>
                  <a:lnTo>
                    <a:pt x="221" y="77"/>
                  </a:lnTo>
                  <a:lnTo>
                    <a:pt x="217" y="73"/>
                  </a:lnTo>
                  <a:lnTo>
                    <a:pt x="217" y="73"/>
                  </a:lnTo>
                  <a:lnTo>
                    <a:pt x="203" y="67"/>
                  </a:lnTo>
                  <a:lnTo>
                    <a:pt x="199" y="53"/>
                  </a:lnTo>
                  <a:lnTo>
                    <a:pt x="205" y="45"/>
                  </a:lnTo>
                  <a:lnTo>
                    <a:pt x="197" y="37"/>
                  </a:lnTo>
                  <a:lnTo>
                    <a:pt x="185" y="33"/>
                  </a:lnTo>
                  <a:lnTo>
                    <a:pt x="167" y="11"/>
                  </a:lnTo>
                  <a:lnTo>
                    <a:pt x="147" y="0"/>
                  </a:lnTo>
                  <a:lnTo>
                    <a:pt x="147" y="0"/>
                  </a:lnTo>
                  <a:lnTo>
                    <a:pt x="139" y="35"/>
                  </a:lnTo>
                  <a:lnTo>
                    <a:pt x="137" y="89"/>
                  </a:lnTo>
                  <a:lnTo>
                    <a:pt x="125" y="103"/>
                  </a:lnTo>
                  <a:lnTo>
                    <a:pt x="113" y="121"/>
                  </a:lnTo>
                  <a:lnTo>
                    <a:pt x="113" y="137"/>
                  </a:lnTo>
                  <a:lnTo>
                    <a:pt x="119" y="161"/>
                  </a:lnTo>
                  <a:lnTo>
                    <a:pt x="123" y="187"/>
                  </a:lnTo>
                  <a:lnTo>
                    <a:pt x="123" y="213"/>
                  </a:lnTo>
                  <a:lnTo>
                    <a:pt x="129" y="247"/>
                  </a:lnTo>
                  <a:lnTo>
                    <a:pt x="129" y="247"/>
                  </a:lnTo>
                  <a:lnTo>
                    <a:pt x="135" y="261"/>
                  </a:lnTo>
                  <a:lnTo>
                    <a:pt x="135" y="261"/>
                  </a:lnTo>
                  <a:lnTo>
                    <a:pt x="133" y="270"/>
                  </a:lnTo>
                  <a:lnTo>
                    <a:pt x="131" y="276"/>
                  </a:lnTo>
                  <a:lnTo>
                    <a:pt x="117" y="306"/>
                  </a:lnTo>
                  <a:lnTo>
                    <a:pt x="119" y="350"/>
                  </a:lnTo>
                  <a:lnTo>
                    <a:pt x="111" y="374"/>
                  </a:lnTo>
                  <a:lnTo>
                    <a:pt x="88" y="392"/>
                  </a:lnTo>
                  <a:lnTo>
                    <a:pt x="84" y="406"/>
                  </a:lnTo>
                  <a:lnTo>
                    <a:pt x="78" y="422"/>
                  </a:lnTo>
                  <a:lnTo>
                    <a:pt x="64" y="430"/>
                  </a:lnTo>
                  <a:lnTo>
                    <a:pt x="48" y="458"/>
                  </a:lnTo>
                  <a:lnTo>
                    <a:pt x="38" y="462"/>
                  </a:lnTo>
                  <a:lnTo>
                    <a:pt x="18" y="490"/>
                  </a:lnTo>
                  <a:lnTo>
                    <a:pt x="0" y="528"/>
                  </a:lnTo>
                  <a:lnTo>
                    <a:pt x="4" y="528"/>
                  </a:lnTo>
                  <a:lnTo>
                    <a:pt x="14" y="524"/>
                  </a:lnTo>
                  <a:lnTo>
                    <a:pt x="34" y="545"/>
                  </a:lnTo>
                  <a:lnTo>
                    <a:pt x="34" y="545"/>
                  </a:lnTo>
                  <a:lnTo>
                    <a:pt x="48" y="551"/>
                  </a:lnTo>
                  <a:lnTo>
                    <a:pt x="48" y="551"/>
                  </a:lnTo>
                  <a:lnTo>
                    <a:pt x="52" y="553"/>
                  </a:lnTo>
                  <a:lnTo>
                    <a:pt x="56" y="559"/>
                  </a:lnTo>
                  <a:lnTo>
                    <a:pt x="60" y="567"/>
                  </a:lnTo>
                  <a:lnTo>
                    <a:pt x="60" y="567"/>
                  </a:lnTo>
                  <a:lnTo>
                    <a:pt x="70" y="581"/>
                  </a:lnTo>
                  <a:lnTo>
                    <a:pt x="76" y="599"/>
                  </a:lnTo>
                  <a:lnTo>
                    <a:pt x="119" y="591"/>
                  </a:lnTo>
                  <a:lnTo>
                    <a:pt x="119" y="591"/>
                  </a:lnTo>
                  <a:lnTo>
                    <a:pt x="127" y="595"/>
                  </a:lnTo>
                  <a:lnTo>
                    <a:pt x="127" y="595"/>
                  </a:lnTo>
                  <a:lnTo>
                    <a:pt x="133" y="607"/>
                  </a:lnTo>
                  <a:lnTo>
                    <a:pt x="133" y="607"/>
                  </a:lnTo>
                  <a:lnTo>
                    <a:pt x="143" y="611"/>
                  </a:lnTo>
                  <a:lnTo>
                    <a:pt x="143" y="611"/>
                  </a:lnTo>
                  <a:lnTo>
                    <a:pt x="145" y="617"/>
                  </a:lnTo>
                  <a:lnTo>
                    <a:pt x="147" y="621"/>
                  </a:lnTo>
                  <a:lnTo>
                    <a:pt x="173" y="635"/>
                  </a:lnTo>
                  <a:lnTo>
                    <a:pt x="173" y="635"/>
                  </a:lnTo>
                  <a:lnTo>
                    <a:pt x="195" y="651"/>
                  </a:lnTo>
                  <a:lnTo>
                    <a:pt x="195" y="651"/>
                  </a:lnTo>
                  <a:lnTo>
                    <a:pt x="203" y="651"/>
                  </a:lnTo>
                  <a:lnTo>
                    <a:pt x="211" y="649"/>
                  </a:lnTo>
                  <a:lnTo>
                    <a:pt x="231" y="653"/>
                  </a:lnTo>
                  <a:lnTo>
                    <a:pt x="237" y="673"/>
                  </a:lnTo>
                  <a:lnTo>
                    <a:pt x="239" y="685"/>
                  </a:lnTo>
                  <a:lnTo>
                    <a:pt x="257" y="697"/>
                  </a:lnTo>
                  <a:lnTo>
                    <a:pt x="281" y="701"/>
                  </a:lnTo>
                  <a:lnTo>
                    <a:pt x="283" y="719"/>
                  </a:lnTo>
                  <a:lnTo>
                    <a:pt x="297" y="743"/>
                  </a:lnTo>
                  <a:lnTo>
                    <a:pt x="308" y="737"/>
                  </a:lnTo>
                  <a:lnTo>
                    <a:pt x="326" y="745"/>
                  </a:lnTo>
                  <a:lnTo>
                    <a:pt x="334" y="747"/>
                  </a:lnTo>
                  <a:lnTo>
                    <a:pt x="350" y="751"/>
                  </a:lnTo>
                  <a:lnTo>
                    <a:pt x="350" y="751"/>
                  </a:lnTo>
                  <a:lnTo>
                    <a:pt x="350" y="759"/>
                  </a:lnTo>
                  <a:lnTo>
                    <a:pt x="350" y="759"/>
                  </a:lnTo>
                  <a:lnTo>
                    <a:pt x="364" y="773"/>
                  </a:lnTo>
                  <a:lnTo>
                    <a:pt x="364" y="773"/>
                  </a:lnTo>
                  <a:lnTo>
                    <a:pt x="370" y="785"/>
                  </a:lnTo>
                  <a:lnTo>
                    <a:pt x="370" y="785"/>
                  </a:lnTo>
                  <a:lnTo>
                    <a:pt x="394" y="789"/>
                  </a:lnTo>
                  <a:lnTo>
                    <a:pt x="394" y="789"/>
                  </a:lnTo>
                  <a:lnTo>
                    <a:pt x="396" y="794"/>
                  </a:lnTo>
                  <a:lnTo>
                    <a:pt x="400" y="798"/>
                  </a:lnTo>
                  <a:lnTo>
                    <a:pt x="420" y="812"/>
                  </a:lnTo>
                  <a:lnTo>
                    <a:pt x="420" y="812"/>
                  </a:lnTo>
                  <a:lnTo>
                    <a:pt x="452" y="798"/>
                  </a:lnTo>
                  <a:lnTo>
                    <a:pt x="452" y="798"/>
                  </a:lnTo>
                  <a:lnTo>
                    <a:pt x="468" y="806"/>
                  </a:lnTo>
                  <a:lnTo>
                    <a:pt x="486" y="828"/>
                  </a:lnTo>
                  <a:lnTo>
                    <a:pt x="486" y="828"/>
                  </a:lnTo>
                  <a:lnTo>
                    <a:pt x="499" y="830"/>
                  </a:lnTo>
                  <a:lnTo>
                    <a:pt x="499" y="830"/>
                  </a:lnTo>
                  <a:lnTo>
                    <a:pt x="519" y="826"/>
                  </a:lnTo>
                  <a:lnTo>
                    <a:pt x="537" y="834"/>
                  </a:lnTo>
                  <a:lnTo>
                    <a:pt x="545" y="830"/>
                  </a:lnTo>
                  <a:lnTo>
                    <a:pt x="577" y="828"/>
                  </a:lnTo>
                  <a:lnTo>
                    <a:pt x="603" y="818"/>
                  </a:lnTo>
                  <a:lnTo>
                    <a:pt x="609" y="822"/>
                  </a:lnTo>
                  <a:lnTo>
                    <a:pt x="635" y="808"/>
                  </a:lnTo>
                  <a:lnTo>
                    <a:pt x="643" y="808"/>
                  </a:lnTo>
                  <a:lnTo>
                    <a:pt x="677" y="791"/>
                  </a:lnTo>
                  <a:lnTo>
                    <a:pt x="684" y="791"/>
                  </a:lnTo>
                  <a:lnTo>
                    <a:pt x="696" y="789"/>
                  </a:lnTo>
                  <a:lnTo>
                    <a:pt x="718" y="787"/>
                  </a:lnTo>
                  <a:lnTo>
                    <a:pt x="732" y="787"/>
                  </a:lnTo>
                  <a:lnTo>
                    <a:pt x="764" y="777"/>
                  </a:lnTo>
                  <a:lnTo>
                    <a:pt x="790" y="757"/>
                  </a:lnTo>
                  <a:lnTo>
                    <a:pt x="804" y="749"/>
                  </a:lnTo>
                  <a:lnTo>
                    <a:pt x="848" y="731"/>
                  </a:lnTo>
                  <a:lnTo>
                    <a:pt x="864" y="695"/>
                  </a:lnTo>
                  <a:lnTo>
                    <a:pt x="881" y="691"/>
                  </a:lnTo>
                  <a:lnTo>
                    <a:pt x="899" y="673"/>
                  </a:lnTo>
                  <a:lnTo>
                    <a:pt x="921" y="669"/>
                  </a:lnTo>
                  <a:lnTo>
                    <a:pt x="921" y="669"/>
                  </a:lnTo>
                  <a:lnTo>
                    <a:pt x="919" y="663"/>
                  </a:lnTo>
                  <a:lnTo>
                    <a:pt x="943" y="595"/>
                  </a:lnTo>
                  <a:lnTo>
                    <a:pt x="939" y="547"/>
                  </a:lnTo>
                  <a:lnTo>
                    <a:pt x="919" y="494"/>
                  </a:lnTo>
                  <a:lnTo>
                    <a:pt x="931" y="460"/>
                  </a:lnTo>
                  <a:lnTo>
                    <a:pt x="897" y="450"/>
                  </a:lnTo>
                  <a:lnTo>
                    <a:pt x="887" y="45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38" name="Freeform 60">
              <a:extLst>
                <a:ext uri="{FF2B5EF4-FFF2-40B4-BE49-F238E27FC236}">
                  <a16:creationId xmlns:a16="http://schemas.microsoft.com/office/drawing/2014/main" id="{F5CE4023-EEBD-26C3-3EE9-89F7447DB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3825" y="6259513"/>
              <a:ext cx="1895475" cy="1401763"/>
            </a:xfrm>
            <a:custGeom>
              <a:avLst/>
              <a:gdLst>
                <a:gd name="T0" fmla="*/ 1084 w 1194"/>
                <a:gd name="T1" fmla="*/ 444 h 883"/>
                <a:gd name="T2" fmla="*/ 1052 w 1194"/>
                <a:gd name="T3" fmla="*/ 363 h 883"/>
                <a:gd name="T4" fmla="*/ 897 w 1194"/>
                <a:gd name="T5" fmla="*/ 255 h 883"/>
                <a:gd name="T6" fmla="*/ 881 w 1194"/>
                <a:gd name="T7" fmla="*/ 241 h 883"/>
                <a:gd name="T8" fmla="*/ 869 w 1194"/>
                <a:gd name="T9" fmla="*/ 219 h 883"/>
                <a:gd name="T10" fmla="*/ 772 w 1194"/>
                <a:gd name="T11" fmla="*/ 150 h 883"/>
                <a:gd name="T12" fmla="*/ 732 w 1194"/>
                <a:gd name="T13" fmla="*/ 110 h 883"/>
                <a:gd name="T14" fmla="*/ 732 w 1194"/>
                <a:gd name="T15" fmla="*/ 90 h 883"/>
                <a:gd name="T16" fmla="*/ 716 w 1194"/>
                <a:gd name="T17" fmla="*/ 72 h 883"/>
                <a:gd name="T18" fmla="*/ 634 w 1194"/>
                <a:gd name="T19" fmla="*/ 72 h 883"/>
                <a:gd name="T20" fmla="*/ 551 w 1194"/>
                <a:gd name="T21" fmla="*/ 22 h 883"/>
                <a:gd name="T22" fmla="*/ 513 w 1194"/>
                <a:gd name="T23" fmla="*/ 4 h 883"/>
                <a:gd name="T24" fmla="*/ 485 w 1194"/>
                <a:gd name="T25" fmla="*/ 2 h 883"/>
                <a:gd name="T26" fmla="*/ 471 w 1194"/>
                <a:gd name="T27" fmla="*/ 14 h 883"/>
                <a:gd name="T28" fmla="*/ 465 w 1194"/>
                <a:gd name="T29" fmla="*/ 24 h 883"/>
                <a:gd name="T30" fmla="*/ 410 w 1194"/>
                <a:gd name="T31" fmla="*/ 56 h 883"/>
                <a:gd name="T32" fmla="*/ 304 w 1194"/>
                <a:gd name="T33" fmla="*/ 134 h 883"/>
                <a:gd name="T34" fmla="*/ 187 w 1194"/>
                <a:gd name="T35" fmla="*/ 76 h 883"/>
                <a:gd name="T36" fmla="*/ 83 w 1194"/>
                <a:gd name="T37" fmla="*/ 80 h 883"/>
                <a:gd name="T38" fmla="*/ 40 w 1194"/>
                <a:gd name="T39" fmla="*/ 132 h 883"/>
                <a:gd name="T40" fmla="*/ 22 w 1194"/>
                <a:gd name="T41" fmla="*/ 152 h 883"/>
                <a:gd name="T42" fmla="*/ 0 w 1194"/>
                <a:gd name="T43" fmla="*/ 154 h 883"/>
                <a:gd name="T44" fmla="*/ 42 w 1194"/>
                <a:gd name="T45" fmla="*/ 201 h 883"/>
                <a:gd name="T46" fmla="*/ 97 w 1194"/>
                <a:gd name="T47" fmla="*/ 245 h 883"/>
                <a:gd name="T48" fmla="*/ 125 w 1194"/>
                <a:gd name="T49" fmla="*/ 305 h 883"/>
                <a:gd name="T50" fmla="*/ 183 w 1194"/>
                <a:gd name="T51" fmla="*/ 355 h 883"/>
                <a:gd name="T52" fmla="*/ 241 w 1194"/>
                <a:gd name="T53" fmla="*/ 375 h 883"/>
                <a:gd name="T54" fmla="*/ 276 w 1194"/>
                <a:gd name="T55" fmla="*/ 391 h 883"/>
                <a:gd name="T56" fmla="*/ 284 w 1194"/>
                <a:gd name="T57" fmla="*/ 423 h 883"/>
                <a:gd name="T58" fmla="*/ 334 w 1194"/>
                <a:gd name="T59" fmla="*/ 460 h 883"/>
                <a:gd name="T60" fmla="*/ 340 w 1194"/>
                <a:gd name="T61" fmla="*/ 490 h 883"/>
                <a:gd name="T62" fmla="*/ 354 w 1194"/>
                <a:gd name="T63" fmla="*/ 496 h 883"/>
                <a:gd name="T64" fmla="*/ 382 w 1194"/>
                <a:gd name="T65" fmla="*/ 526 h 883"/>
                <a:gd name="T66" fmla="*/ 394 w 1194"/>
                <a:gd name="T67" fmla="*/ 560 h 883"/>
                <a:gd name="T68" fmla="*/ 422 w 1194"/>
                <a:gd name="T69" fmla="*/ 508 h 883"/>
                <a:gd name="T70" fmla="*/ 441 w 1194"/>
                <a:gd name="T71" fmla="*/ 518 h 883"/>
                <a:gd name="T72" fmla="*/ 505 w 1194"/>
                <a:gd name="T73" fmla="*/ 548 h 883"/>
                <a:gd name="T74" fmla="*/ 555 w 1194"/>
                <a:gd name="T75" fmla="*/ 592 h 883"/>
                <a:gd name="T76" fmla="*/ 583 w 1194"/>
                <a:gd name="T77" fmla="*/ 636 h 883"/>
                <a:gd name="T78" fmla="*/ 636 w 1194"/>
                <a:gd name="T79" fmla="*/ 674 h 883"/>
                <a:gd name="T80" fmla="*/ 646 w 1194"/>
                <a:gd name="T81" fmla="*/ 670 h 883"/>
                <a:gd name="T82" fmla="*/ 688 w 1194"/>
                <a:gd name="T83" fmla="*/ 695 h 883"/>
                <a:gd name="T84" fmla="*/ 726 w 1194"/>
                <a:gd name="T85" fmla="*/ 739 h 883"/>
                <a:gd name="T86" fmla="*/ 776 w 1194"/>
                <a:gd name="T87" fmla="*/ 765 h 883"/>
                <a:gd name="T88" fmla="*/ 798 w 1194"/>
                <a:gd name="T89" fmla="*/ 815 h 883"/>
                <a:gd name="T90" fmla="*/ 849 w 1194"/>
                <a:gd name="T91" fmla="*/ 823 h 883"/>
                <a:gd name="T92" fmla="*/ 897 w 1194"/>
                <a:gd name="T93" fmla="*/ 827 h 883"/>
                <a:gd name="T94" fmla="*/ 929 w 1194"/>
                <a:gd name="T95" fmla="*/ 833 h 883"/>
                <a:gd name="T96" fmla="*/ 987 w 1194"/>
                <a:gd name="T97" fmla="*/ 847 h 883"/>
                <a:gd name="T98" fmla="*/ 1034 w 1194"/>
                <a:gd name="T99" fmla="*/ 873 h 883"/>
                <a:gd name="T100" fmla="*/ 1118 w 1194"/>
                <a:gd name="T101" fmla="*/ 797 h 883"/>
                <a:gd name="T102" fmla="*/ 1186 w 1194"/>
                <a:gd name="T103" fmla="*/ 622 h 883"/>
                <a:gd name="T104" fmla="*/ 1194 w 1194"/>
                <a:gd name="T105" fmla="*/ 518 h 8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94" h="883">
                  <a:moveTo>
                    <a:pt x="1194" y="518"/>
                  </a:moveTo>
                  <a:lnTo>
                    <a:pt x="1102" y="472"/>
                  </a:lnTo>
                  <a:lnTo>
                    <a:pt x="1084" y="444"/>
                  </a:lnTo>
                  <a:lnTo>
                    <a:pt x="1072" y="421"/>
                  </a:lnTo>
                  <a:lnTo>
                    <a:pt x="1072" y="391"/>
                  </a:lnTo>
                  <a:lnTo>
                    <a:pt x="1052" y="363"/>
                  </a:lnTo>
                  <a:lnTo>
                    <a:pt x="1028" y="335"/>
                  </a:lnTo>
                  <a:lnTo>
                    <a:pt x="935" y="271"/>
                  </a:lnTo>
                  <a:lnTo>
                    <a:pt x="897" y="255"/>
                  </a:lnTo>
                  <a:lnTo>
                    <a:pt x="897" y="255"/>
                  </a:lnTo>
                  <a:lnTo>
                    <a:pt x="889" y="249"/>
                  </a:lnTo>
                  <a:lnTo>
                    <a:pt x="881" y="241"/>
                  </a:lnTo>
                  <a:lnTo>
                    <a:pt x="879" y="237"/>
                  </a:lnTo>
                  <a:lnTo>
                    <a:pt x="879" y="237"/>
                  </a:lnTo>
                  <a:lnTo>
                    <a:pt x="869" y="219"/>
                  </a:lnTo>
                  <a:lnTo>
                    <a:pt x="861" y="205"/>
                  </a:lnTo>
                  <a:lnTo>
                    <a:pt x="816" y="171"/>
                  </a:lnTo>
                  <a:lnTo>
                    <a:pt x="772" y="150"/>
                  </a:lnTo>
                  <a:lnTo>
                    <a:pt x="744" y="150"/>
                  </a:lnTo>
                  <a:lnTo>
                    <a:pt x="726" y="130"/>
                  </a:lnTo>
                  <a:lnTo>
                    <a:pt x="732" y="110"/>
                  </a:lnTo>
                  <a:lnTo>
                    <a:pt x="732" y="110"/>
                  </a:lnTo>
                  <a:lnTo>
                    <a:pt x="732" y="98"/>
                  </a:lnTo>
                  <a:lnTo>
                    <a:pt x="732" y="90"/>
                  </a:lnTo>
                  <a:lnTo>
                    <a:pt x="732" y="84"/>
                  </a:lnTo>
                  <a:lnTo>
                    <a:pt x="732" y="84"/>
                  </a:lnTo>
                  <a:lnTo>
                    <a:pt x="716" y="72"/>
                  </a:lnTo>
                  <a:lnTo>
                    <a:pt x="704" y="60"/>
                  </a:lnTo>
                  <a:lnTo>
                    <a:pt x="666" y="60"/>
                  </a:lnTo>
                  <a:lnTo>
                    <a:pt x="634" y="72"/>
                  </a:lnTo>
                  <a:lnTo>
                    <a:pt x="617" y="72"/>
                  </a:lnTo>
                  <a:lnTo>
                    <a:pt x="595" y="36"/>
                  </a:lnTo>
                  <a:lnTo>
                    <a:pt x="551" y="22"/>
                  </a:lnTo>
                  <a:lnTo>
                    <a:pt x="523" y="8"/>
                  </a:lnTo>
                  <a:lnTo>
                    <a:pt x="523" y="8"/>
                  </a:lnTo>
                  <a:lnTo>
                    <a:pt x="513" y="4"/>
                  </a:lnTo>
                  <a:lnTo>
                    <a:pt x="501" y="0"/>
                  </a:lnTo>
                  <a:lnTo>
                    <a:pt x="501" y="0"/>
                  </a:lnTo>
                  <a:lnTo>
                    <a:pt x="485" y="2"/>
                  </a:lnTo>
                  <a:lnTo>
                    <a:pt x="473" y="6"/>
                  </a:lnTo>
                  <a:lnTo>
                    <a:pt x="473" y="6"/>
                  </a:lnTo>
                  <a:lnTo>
                    <a:pt x="471" y="14"/>
                  </a:lnTo>
                  <a:lnTo>
                    <a:pt x="469" y="20"/>
                  </a:lnTo>
                  <a:lnTo>
                    <a:pt x="465" y="24"/>
                  </a:lnTo>
                  <a:lnTo>
                    <a:pt x="465" y="24"/>
                  </a:lnTo>
                  <a:lnTo>
                    <a:pt x="438" y="40"/>
                  </a:lnTo>
                  <a:lnTo>
                    <a:pt x="410" y="56"/>
                  </a:lnTo>
                  <a:lnTo>
                    <a:pt x="410" y="56"/>
                  </a:lnTo>
                  <a:lnTo>
                    <a:pt x="362" y="74"/>
                  </a:lnTo>
                  <a:lnTo>
                    <a:pt x="324" y="106"/>
                  </a:lnTo>
                  <a:lnTo>
                    <a:pt x="304" y="134"/>
                  </a:lnTo>
                  <a:lnTo>
                    <a:pt x="254" y="140"/>
                  </a:lnTo>
                  <a:lnTo>
                    <a:pt x="227" y="108"/>
                  </a:lnTo>
                  <a:lnTo>
                    <a:pt x="187" y="76"/>
                  </a:lnTo>
                  <a:lnTo>
                    <a:pt x="133" y="76"/>
                  </a:lnTo>
                  <a:lnTo>
                    <a:pt x="109" y="72"/>
                  </a:lnTo>
                  <a:lnTo>
                    <a:pt x="83" y="80"/>
                  </a:lnTo>
                  <a:lnTo>
                    <a:pt x="50" y="114"/>
                  </a:lnTo>
                  <a:lnTo>
                    <a:pt x="50" y="114"/>
                  </a:lnTo>
                  <a:lnTo>
                    <a:pt x="40" y="132"/>
                  </a:lnTo>
                  <a:lnTo>
                    <a:pt x="30" y="144"/>
                  </a:lnTo>
                  <a:lnTo>
                    <a:pt x="26" y="148"/>
                  </a:lnTo>
                  <a:lnTo>
                    <a:pt x="22" y="152"/>
                  </a:lnTo>
                  <a:lnTo>
                    <a:pt x="22" y="152"/>
                  </a:lnTo>
                  <a:lnTo>
                    <a:pt x="14" y="154"/>
                  </a:lnTo>
                  <a:lnTo>
                    <a:pt x="0" y="154"/>
                  </a:lnTo>
                  <a:lnTo>
                    <a:pt x="6" y="167"/>
                  </a:lnTo>
                  <a:lnTo>
                    <a:pt x="22" y="189"/>
                  </a:lnTo>
                  <a:lnTo>
                    <a:pt x="42" y="201"/>
                  </a:lnTo>
                  <a:lnTo>
                    <a:pt x="75" y="217"/>
                  </a:lnTo>
                  <a:lnTo>
                    <a:pt x="87" y="227"/>
                  </a:lnTo>
                  <a:lnTo>
                    <a:pt x="97" y="245"/>
                  </a:lnTo>
                  <a:lnTo>
                    <a:pt x="105" y="271"/>
                  </a:lnTo>
                  <a:lnTo>
                    <a:pt x="123" y="293"/>
                  </a:lnTo>
                  <a:lnTo>
                    <a:pt x="125" y="305"/>
                  </a:lnTo>
                  <a:lnTo>
                    <a:pt x="133" y="313"/>
                  </a:lnTo>
                  <a:lnTo>
                    <a:pt x="143" y="327"/>
                  </a:lnTo>
                  <a:lnTo>
                    <a:pt x="183" y="355"/>
                  </a:lnTo>
                  <a:lnTo>
                    <a:pt x="195" y="367"/>
                  </a:lnTo>
                  <a:lnTo>
                    <a:pt x="217" y="375"/>
                  </a:lnTo>
                  <a:lnTo>
                    <a:pt x="241" y="375"/>
                  </a:lnTo>
                  <a:lnTo>
                    <a:pt x="241" y="375"/>
                  </a:lnTo>
                  <a:lnTo>
                    <a:pt x="276" y="391"/>
                  </a:lnTo>
                  <a:lnTo>
                    <a:pt x="276" y="391"/>
                  </a:lnTo>
                  <a:lnTo>
                    <a:pt x="286" y="409"/>
                  </a:lnTo>
                  <a:lnTo>
                    <a:pt x="284" y="423"/>
                  </a:lnTo>
                  <a:lnTo>
                    <a:pt x="284" y="423"/>
                  </a:lnTo>
                  <a:lnTo>
                    <a:pt x="304" y="434"/>
                  </a:lnTo>
                  <a:lnTo>
                    <a:pt x="322" y="456"/>
                  </a:lnTo>
                  <a:lnTo>
                    <a:pt x="334" y="460"/>
                  </a:lnTo>
                  <a:lnTo>
                    <a:pt x="342" y="468"/>
                  </a:lnTo>
                  <a:lnTo>
                    <a:pt x="336" y="476"/>
                  </a:lnTo>
                  <a:lnTo>
                    <a:pt x="340" y="490"/>
                  </a:lnTo>
                  <a:lnTo>
                    <a:pt x="340" y="490"/>
                  </a:lnTo>
                  <a:lnTo>
                    <a:pt x="354" y="496"/>
                  </a:lnTo>
                  <a:lnTo>
                    <a:pt x="354" y="496"/>
                  </a:lnTo>
                  <a:lnTo>
                    <a:pt x="358" y="500"/>
                  </a:lnTo>
                  <a:lnTo>
                    <a:pt x="374" y="504"/>
                  </a:lnTo>
                  <a:lnTo>
                    <a:pt x="382" y="526"/>
                  </a:lnTo>
                  <a:lnTo>
                    <a:pt x="388" y="540"/>
                  </a:lnTo>
                  <a:lnTo>
                    <a:pt x="388" y="554"/>
                  </a:lnTo>
                  <a:lnTo>
                    <a:pt x="394" y="560"/>
                  </a:lnTo>
                  <a:lnTo>
                    <a:pt x="408" y="540"/>
                  </a:lnTo>
                  <a:lnTo>
                    <a:pt x="424" y="524"/>
                  </a:lnTo>
                  <a:lnTo>
                    <a:pt x="422" y="508"/>
                  </a:lnTo>
                  <a:lnTo>
                    <a:pt x="428" y="508"/>
                  </a:lnTo>
                  <a:lnTo>
                    <a:pt x="438" y="512"/>
                  </a:lnTo>
                  <a:lnTo>
                    <a:pt x="441" y="518"/>
                  </a:lnTo>
                  <a:lnTo>
                    <a:pt x="447" y="514"/>
                  </a:lnTo>
                  <a:lnTo>
                    <a:pt x="477" y="540"/>
                  </a:lnTo>
                  <a:lnTo>
                    <a:pt x="505" y="548"/>
                  </a:lnTo>
                  <a:lnTo>
                    <a:pt x="537" y="566"/>
                  </a:lnTo>
                  <a:lnTo>
                    <a:pt x="551" y="582"/>
                  </a:lnTo>
                  <a:lnTo>
                    <a:pt x="555" y="592"/>
                  </a:lnTo>
                  <a:lnTo>
                    <a:pt x="573" y="610"/>
                  </a:lnTo>
                  <a:lnTo>
                    <a:pt x="577" y="628"/>
                  </a:lnTo>
                  <a:lnTo>
                    <a:pt x="583" y="636"/>
                  </a:lnTo>
                  <a:lnTo>
                    <a:pt x="597" y="660"/>
                  </a:lnTo>
                  <a:lnTo>
                    <a:pt x="627" y="662"/>
                  </a:lnTo>
                  <a:lnTo>
                    <a:pt x="636" y="674"/>
                  </a:lnTo>
                  <a:lnTo>
                    <a:pt x="636" y="674"/>
                  </a:lnTo>
                  <a:lnTo>
                    <a:pt x="646" y="670"/>
                  </a:lnTo>
                  <a:lnTo>
                    <a:pt x="646" y="670"/>
                  </a:lnTo>
                  <a:lnTo>
                    <a:pt x="670" y="672"/>
                  </a:lnTo>
                  <a:lnTo>
                    <a:pt x="680" y="682"/>
                  </a:lnTo>
                  <a:lnTo>
                    <a:pt x="688" y="695"/>
                  </a:lnTo>
                  <a:lnTo>
                    <a:pt x="704" y="701"/>
                  </a:lnTo>
                  <a:lnTo>
                    <a:pt x="710" y="717"/>
                  </a:lnTo>
                  <a:lnTo>
                    <a:pt x="726" y="739"/>
                  </a:lnTo>
                  <a:lnTo>
                    <a:pt x="748" y="759"/>
                  </a:lnTo>
                  <a:lnTo>
                    <a:pt x="762" y="755"/>
                  </a:lnTo>
                  <a:lnTo>
                    <a:pt x="776" y="765"/>
                  </a:lnTo>
                  <a:lnTo>
                    <a:pt x="782" y="781"/>
                  </a:lnTo>
                  <a:lnTo>
                    <a:pt x="784" y="797"/>
                  </a:lnTo>
                  <a:lnTo>
                    <a:pt x="798" y="815"/>
                  </a:lnTo>
                  <a:lnTo>
                    <a:pt x="814" y="823"/>
                  </a:lnTo>
                  <a:lnTo>
                    <a:pt x="843" y="821"/>
                  </a:lnTo>
                  <a:lnTo>
                    <a:pt x="849" y="823"/>
                  </a:lnTo>
                  <a:lnTo>
                    <a:pt x="861" y="823"/>
                  </a:lnTo>
                  <a:lnTo>
                    <a:pt x="879" y="817"/>
                  </a:lnTo>
                  <a:lnTo>
                    <a:pt x="897" y="827"/>
                  </a:lnTo>
                  <a:lnTo>
                    <a:pt x="915" y="829"/>
                  </a:lnTo>
                  <a:lnTo>
                    <a:pt x="925" y="827"/>
                  </a:lnTo>
                  <a:lnTo>
                    <a:pt x="929" y="833"/>
                  </a:lnTo>
                  <a:lnTo>
                    <a:pt x="941" y="839"/>
                  </a:lnTo>
                  <a:lnTo>
                    <a:pt x="955" y="835"/>
                  </a:lnTo>
                  <a:lnTo>
                    <a:pt x="987" y="847"/>
                  </a:lnTo>
                  <a:lnTo>
                    <a:pt x="1003" y="863"/>
                  </a:lnTo>
                  <a:lnTo>
                    <a:pt x="1024" y="873"/>
                  </a:lnTo>
                  <a:lnTo>
                    <a:pt x="1034" y="873"/>
                  </a:lnTo>
                  <a:lnTo>
                    <a:pt x="1068" y="883"/>
                  </a:lnTo>
                  <a:lnTo>
                    <a:pt x="1082" y="843"/>
                  </a:lnTo>
                  <a:lnTo>
                    <a:pt x="1118" y="797"/>
                  </a:lnTo>
                  <a:lnTo>
                    <a:pt x="1140" y="739"/>
                  </a:lnTo>
                  <a:lnTo>
                    <a:pt x="1150" y="687"/>
                  </a:lnTo>
                  <a:lnTo>
                    <a:pt x="1186" y="622"/>
                  </a:lnTo>
                  <a:lnTo>
                    <a:pt x="1186" y="542"/>
                  </a:lnTo>
                  <a:lnTo>
                    <a:pt x="1194" y="518"/>
                  </a:lnTo>
                  <a:lnTo>
                    <a:pt x="1194" y="518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39" name="Freeform 61">
              <a:extLst>
                <a:ext uri="{FF2B5EF4-FFF2-40B4-BE49-F238E27FC236}">
                  <a16:creationId xmlns:a16="http://schemas.microsoft.com/office/drawing/2014/main" id="{A01E2913-17D7-DE57-3148-F4F6CB0491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775" y="7464425"/>
              <a:ext cx="2549525" cy="1565275"/>
            </a:xfrm>
            <a:custGeom>
              <a:avLst/>
              <a:gdLst>
                <a:gd name="T0" fmla="*/ 1550 w 1606"/>
                <a:gd name="T1" fmla="*/ 397 h 986"/>
                <a:gd name="T2" fmla="*/ 1470 w 1606"/>
                <a:gd name="T3" fmla="*/ 333 h 986"/>
                <a:gd name="T4" fmla="*/ 1353 w 1606"/>
                <a:gd name="T5" fmla="*/ 413 h 986"/>
                <a:gd name="T6" fmla="*/ 1245 w 1606"/>
                <a:gd name="T7" fmla="*/ 453 h 986"/>
                <a:gd name="T8" fmla="*/ 1158 w 1606"/>
                <a:gd name="T9" fmla="*/ 486 h 986"/>
                <a:gd name="T10" fmla="*/ 1068 w 1606"/>
                <a:gd name="T11" fmla="*/ 490 h 986"/>
                <a:gd name="T12" fmla="*/ 1017 w 1606"/>
                <a:gd name="T13" fmla="*/ 470 h 986"/>
                <a:gd name="T14" fmla="*/ 949 w 1606"/>
                <a:gd name="T15" fmla="*/ 462 h 986"/>
                <a:gd name="T16" fmla="*/ 919 w 1606"/>
                <a:gd name="T17" fmla="*/ 449 h 986"/>
                <a:gd name="T18" fmla="*/ 899 w 1606"/>
                <a:gd name="T19" fmla="*/ 423 h 986"/>
                <a:gd name="T20" fmla="*/ 846 w 1606"/>
                <a:gd name="T21" fmla="*/ 407 h 986"/>
                <a:gd name="T22" fmla="*/ 786 w 1606"/>
                <a:gd name="T23" fmla="*/ 337 h 986"/>
                <a:gd name="T24" fmla="*/ 744 w 1606"/>
                <a:gd name="T25" fmla="*/ 315 h 986"/>
                <a:gd name="T26" fmla="*/ 694 w 1606"/>
                <a:gd name="T27" fmla="*/ 281 h 986"/>
                <a:gd name="T28" fmla="*/ 676 w 1606"/>
                <a:gd name="T29" fmla="*/ 259 h 986"/>
                <a:gd name="T30" fmla="*/ 619 w 1606"/>
                <a:gd name="T31" fmla="*/ 245 h 986"/>
                <a:gd name="T32" fmla="*/ 597 w 1606"/>
                <a:gd name="T33" fmla="*/ 215 h 986"/>
                <a:gd name="T34" fmla="*/ 545 w 1606"/>
                <a:gd name="T35" fmla="*/ 190 h 986"/>
                <a:gd name="T36" fmla="*/ 539 w 1606"/>
                <a:gd name="T37" fmla="*/ 164 h 986"/>
                <a:gd name="T38" fmla="*/ 460 w 1606"/>
                <a:gd name="T39" fmla="*/ 190 h 986"/>
                <a:gd name="T40" fmla="*/ 422 w 1606"/>
                <a:gd name="T41" fmla="*/ 164 h 986"/>
                <a:gd name="T42" fmla="*/ 376 w 1606"/>
                <a:gd name="T43" fmla="*/ 108 h 986"/>
                <a:gd name="T44" fmla="*/ 318 w 1606"/>
                <a:gd name="T45" fmla="*/ 44 h 986"/>
                <a:gd name="T46" fmla="*/ 300 w 1606"/>
                <a:gd name="T47" fmla="*/ 8 h 986"/>
                <a:gd name="T48" fmla="*/ 239 w 1606"/>
                <a:gd name="T49" fmla="*/ 6 h 986"/>
                <a:gd name="T50" fmla="*/ 84 w 1606"/>
                <a:gd name="T51" fmla="*/ 142 h 986"/>
                <a:gd name="T52" fmla="*/ 0 w 1606"/>
                <a:gd name="T53" fmla="*/ 251 h 986"/>
                <a:gd name="T54" fmla="*/ 12 w 1606"/>
                <a:gd name="T55" fmla="*/ 317 h 986"/>
                <a:gd name="T56" fmla="*/ 66 w 1606"/>
                <a:gd name="T57" fmla="*/ 383 h 986"/>
                <a:gd name="T58" fmla="*/ 87 w 1606"/>
                <a:gd name="T59" fmla="*/ 462 h 986"/>
                <a:gd name="T60" fmla="*/ 121 w 1606"/>
                <a:gd name="T61" fmla="*/ 514 h 986"/>
                <a:gd name="T62" fmla="*/ 153 w 1606"/>
                <a:gd name="T63" fmla="*/ 540 h 986"/>
                <a:gd name="T64" fmla="*/ 169 w 1606"/>
                <a:gd name="T65" fmla="*/ 584 h 986"/>
                <a:gd name="T66" fmla="*/ 229 w 1606"/>
                <a:gd name="T67" fmla="*/ 572 h 986"/>
                <a:gd name="T68" fmla="*/ 247 w 1606"/>
                <a:gd name="T69" fmla="*/ 592 h 986"/>
                <a:gd name="T70" fmla="*/ 280 w 1606"/>
                <a:gd name="T71" fmla="*/ 588 h 986"/>
                <a:gd name="T72" fmla="*/ 334 w 1606"/>
                <a:gd name="T73" fmla="*/ 604 h 986"/>
                <a:gd name="T74" fmla="*/ 386 w 1606"/>
                <a:gd name="T75" fmla="*/ 624 h 986"/>
                <a:gd name="T76" fmla="*/ 424 w 1606"/>
                <a:gd name="T77" fmla="*/ 604 h 986"/>
                <a:gd name="T78" fmla="*/ 477 w 1606"/>
                <a:gd name="T79" fmla="*/ 642 h 986"/>
                <a:gd name="T80" fmla="*/ 541 w 1606"/>
                <a:gd name="T81" fmla="*/ 662 h 986"/>
                <a:gd name="T82" fmla="*/ 581 w 1606"/>
                <a:gd name="T83" fmla="*/ 670 h 986"/>
                <a:gd name="T84" fmla="*/ 607 w 1606"/>
                <a:gd name="T85" fmla="*/ 674 h 986"/>
                <a:gd name="T86" fmla="*/ 684 w 1606"/>
                <a:gd name="T87" fmla="*/ 634 h 986"/>
                <a:gd name="T88" fmla="*/ 694 w 1606"/>
                <a:gd name="T89" fmla="*/ 664 h 986"/>
                <a:gd name="T90" fmla="*/ 734 w 1606"/>
                <a:gd name="T91" fmla="*/ 698 h 986"/>
                <a:gd name="T92" fmla="*/ 734 w 1606"/>
                <a:gd name="T93" fmla="*/ 771 h 986"/>
                <a:gd name="T94" fmla="*/ 732 w 1606"/>
                <a:gd name="T95" fmla="*/ 825 h 986"/>
                <a:gd name="T96" fmla="*/ 758 w 1606"/>
                <a:gd name="T97" fmla="*/ 885 h 986"/>
                <a:gd name="T98" fmla="*/ 855 w 1606"/>
                <a:gd name="T99" fmla="*/ 939 h 986"/>
                <a:gd name="T100" fmla="*/ 1122 w 1606"/>
                <a:gd name="T101" fmla="*/ 984 h 986"/>
                <a:gd name="T102" fmla="*/ 1385 w 1606"/>
                <a:gd name="T103" fmla="*/ 73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606" h="986">
                  <a:moveTo>
                    <a:pt x="1590" y="439"/>
                  </a:moveTo>
                  <a:lnTo>
                    <a:pt x="1590" y="439"/>
                  </a:lnTo>
                  <a:lnTo>
                    <a:pt x="1572" y="419"/>
                  </a:lnTo>
                  <a:lnTo>
                    <a:pt x="1558" y="405"/>
                  </a:lnTo>
                  <a:lnTo>
                    <a:pt x="1550" y="397"/>
                  </a:lnTo>
                  <a:lnTo>
                    <a:pt x="1550" y="397"/>
                  </a:lnTo>
                  <a:lnTo>
                    <a:pt x="1516" y="389"/>
                  </a:lnTo>
                  <a:lnTo>
                    <a:pt x="1486" y="379"/>
                  </a:lnTo>
                  <a:lnTo>
                    <a:pt x="1470" y="333"/>
                  </a:lnTo>
                  <a:lnTo>
                    <a:pt x="1470" y="333"/>
                  </a:lnTo>
                  <a:lnTo>
                    <a:pt x="1448" y="337"/>
                  </a:lnTo>
                  <a:lnTo>
                    <a:pt x="1430" y="355"/>
                  </a:lnTo>
                  <a:lnTo>
                    <a:pt x="1413" y="359"/>
                  </a:lnTo>
                  <a:lnTo>
                    <a:pt x="1397" y="395"/>
                  </a:lnTo>
                  <a:lnTo>
                    <a:pt x="1353" y="413"/>
                  </a:lnTo>
                  <a:lnTo>
                    <a:pt x="1339" y="421"/>
                  </a:lnTo>
                  <a:lnTo>
                    <a:pt x="1313" y="441"/>
                  </a:lnTo>
                  <a:lnTo>
                    <a:pt x="1281" y="451"/>
                  </a:lnTo>
                  <a:lnTo>
                    <a:pt x="1267" y="451"/>
                  </a:lnTo>
                  <a:lnTo>
                    <a:pt x="1245" y="453"/>
                  </a:lnTo>
                  <a:lnTo>
                    <a:pt x="1233" y="455"/>
                  </a:lnTo>
                  <a:lnTo>
                    <a:pt x="1226" y="455"/>
                  </a:lnTo>
                  <a:lnTo>
                    <a:pt x="1192" y="472"/>
                  </a:lnTo>
                  <a:lnTo>
                    <a:pt x="1184" y="472"/>
                  </a:lnTo>
                  <a:lnTo>
                    <a:pt x="1158" y="486"/>
                  </a:lnTo>
                  <a:lnTo>
                    <a:pt x="1152" y="482"/>
                  </a:lnTo>
                  <a:lnTo>
                    <a:pt x="1126" y="492"/>
                  </a:lnTo>
                  <a:lnTo>
                    <a:pt x="1094" y="494"/>
                  </a:lnTo>
                  <a:lnTo>
                    <a:pt x="1086" y="498"/>
                  </a:lnTo>
                  <a:lnTo>
                    <a:pt x="1068" y="490"/>
                  </a:lnTo>
                  <a:lnTo>
                    <a:pt x="1068" y="490"/>
                  </a:lnTo>
                  <a:lnTo>
                    <a:pt x="1048" y="494"/>
                  </a:lnTo>
                  <a:lnTo>
                    <a:pt x="1048" y="494"/>
                  </a:lnTo>
                  <a:lnTo>
                    <a:pt x="1035" y="492"/>
                  </a:lnTo>
                  <a:lnTo>
                    <a:pt x="1017" y="470"/>
                  </a:lnTo>
                  <a:lnTo>
                    <a:pt x="1017" y="470"/>
                  </a:lnTo>
                  <a:lnTo>
                    <a:pt x="1001" y="462"/>
                  </a:lnTo>
                  <a:lnTo>
                    <a:pt x="1001" y="462"/>
                  </a:lnTo>
                  <a:lnTo>
                    <a:pt x="969" y="476"/>
                  </a:lnTo>
                  <a:lnTo>
                    <a:pt x="949" y="462"/>
                  </a:lnTo>
                  <a:lnTo>
                    <a:pt x="949" y="462"/>
                  </a:lnTo>
                  <a:lnTo>
                    <a:pt x="945" y="458"/>
                  </a:lnTo>
                  <a:lnTo>
                    <a:pt x="943" y="453"/>
                  </a:lnTo>
                  <a:lnTo>
                    <a:pt x="943" y="453"/>
                  </a:lnTo>
                  <a:lnTo>
                    <a:pt x="919" y="449"/>
                  </a:lnTo>
                  <a:lnTo>
                    <a:pt x="919" y="449"/>
                  </a:lnTo>
                  <a:lnTo>
                    <a:pt x="913" y="437"/>
                  </a:lnTo>
                  <a:lnTo>
                    <a:pt x="913" y="437"/>
                  </a:lnTo>
                  <a:lnTo>
                    <a:pt x="899" y="423"/>
                  </a:lnTo>
                  <a:lnTo>
                    <a:pt x="899" y="423"/>
                  </a:lnTo>
                  <a:lnTo>
                    <a:pt x="899" y="415"/>
                  </a:lnTo>
                  <a:lnTo>
                    <a:pt x="883" y="411"/>
                  </a:lnTo>
                  <a:lnTo>
                    <a:pt x="875" y="409"/>
                  </a:lnTo>
                  <a:lnTo>
                    <a:pt x="857" y="401"/>
                  </a:lnTo>
                  <a:lnTo>
                    <a:pt x="846" y="407"/>
                  </a:lnTo>
                  <a:lnTo>
                    <a:pt x="832" y="383"/>
                  </a:lnTo>
                  <a:lnTo>
                    <a:pt x="830" y="365"/>
                  </a:lnTo>
                  <a:lnTo>
                    <a:pt x="806" y="361"/>
                  </a:lnTo>
                  <a:lnTo>
                    <a:pt x="788" y="349"/>
                  </a:lnTo>
                  <a:lnTo>
                    <a:pt x="786" y="337"/>
                  </a:lnTo>
                  <a:lnTo>
                    <a:pt x="780" y="317"/>
                  </a:lnTo>
                  <a:lnTo>
                    <a:pt x="760" y="313"/>
                  </a:lnTo>
                  <a:lnTo>
                    <a:pt x="760" y="313"/>
                  </a:lnTo>
                  <a:lnTo>
                    <a:pt x="752" y="315"/>
                  </a:lnTo>
                  <a:lnTo>
                    <a:pt x="744" y="315"/>
                  </a:lnTo>
                  <a:lnTo>
                    <a:pt x="744" y="315"/>
                  </a:lnTo>
                  <a:lnTo>
                    <a:pt x="722" y="299"/>
                  </a:lnTo>
                  <a:lnTo>
                    <a:pt x="696" y="285"/>
                  </a:lnTo>
                  <a:lnTo>
                    <a:pt x="696" y="285"/>
                  </a:lnTo>
                  <a:lnTo>
                    <a:pt x="694" y="281"/>
                  </a:lnTo>
                  <a:lnTo>
                    <a:pt x="692" y="275"/>
                  </a:lnTo>
                  <a:lnTo>
                    <a:pt x="692" y="275"/>
                  </a:lnTo>
                  <a:lnTo>
                    <a:pt x="682" y="271"/>
                  </a:lnTo>
                  <a:lnTo>
                    <a:pt x="682" y="271"/>
                  </a:lnTo>
                  <a:lnTo>
                    <a:pt x="676" y="259"/>
                  </a:lnTo>
                  <a:lnTo>
                    <a:pt x="676" y="259"/>
                  </a:lnTo>
                  <a:lnTo>
                    <a:pt x="668" y="255"/>
                  </a:lnTo>
                  <a:lnTo>
                    <a:pt x="625" y="263"/>
                  </a:lnTo>
                  <a:lnTo>
                    <a:pt x="619" y="245"/>
                  </a:lnTo>
                  <a:lnTo>
                    <a:pt x="619" y="245"/>
                  </a:lnTo>
                  <a:lnTo>
                    <a:pt x="609" y="231"/>
                  </a:lnTo>
                  <a:lnTo>
                    <a:pt x="609" y="231"/>
                  </a:lnTo>
                  <a:lnTo>
                    <a:pt x="605" y="223"/>
                  </a:lnTo>
                  <a:lnTo>
                    <a:pt x="601" y="217"/>
                  </a:lnTo>
                  <a:lnTo>
                    <a:pt x="597" y="215"/>
                  </a:lnTo>
                  <a:lnTo>
                    <a:pt x="597" y="215"/>
                  </a:lnTo>
                  <a:lnTo>
                    <a:pt x="583" y="209"/>
                  </a:lnTo>
                  <a:lnTo>
                    <a:pt x="563" y="188"/>
                  </a:lnTo>
                  <a:lnTo>
                    <a:pt x="553" y="192"/>
                  </a:lnTo>
                  <a:lnTo>
                    <a:pt x="545" y="190"/>
                  </a:lnTo>
                  <a:lnTo>
                    <a:pt x="547" y="182"/>
                  </a:lnTo>
                  <a:lnTo>
                    <a:pt x="547" y="182"/>
                  </a:lnTo>
                  <a:lnTo>
                    <a:pt x="543" y="172"/>
                  </a:lnTo>
                  <a:lnTo>
                    <a:pt x="539" y="164"/>
                  </a:lnTo>
                  <a:lnTo>
                    <a:pt x="539" y="164"/>
                  </a:lnTo>
                  <a:lnTo>
                    <a:pt x="515" y="164"/>
                  </a:lnTo>
                  <a:lnTo>
                    <a:pt x="515" y="164"/>
                  </a:lnTo>
                  <a:lnTo>
                    <a:pt x="499" y="164"/>
                  </a:lnTo>
                  <a:lnTo>
                    <a:pt x="481" y="164"/>
                  </a:lnTo>
                  <a:lnTo>
                    <a:pt x="460" y="190"/>
                  </a:lnTo>
                  <a:lnTo>
                    <a:pt x="438" y="178"/>
                  </a:lnTo>
                  <a:lnTo>
                    <a:pt x="438" y="178"/>
                  </a:lnTo>
                  <a:lnTo>
                    <a:pt x="428" y="172"/>
                  </a:lnTo>
                  <a:lnTo>
                    <a:pt x="428" y="172"/>
                  </a:lnTo>
                  <a:lnTo>
                    <a:pt x="422" y="164"/>
                  </a:lnTo>
                  <a:lnTo>
                    <a:pt x="422" y="164"/>
                  </a:lnTo>
                  <a:lnTo>
                    <a:pt x="410" y="158"/>
                  </a:lnTo>
                  <a:lnTo>
                    <a:pt x="410" y="158"/>
                  </a:lnTo>
                  <a:lnTo>
                    <a:pt x="386" y="128"/>
                  </a:lnTo>
                  <a:lnTo>
                    <a:pt x="376" y="108"/>
                  </a:lnTo>
                  <a:lnTo>
                    <a:pt x="360" y="70"/>
                  </a:lnTo>
                  <a:lnTo>
                    <a:pt x="344" y="70"/>
                  </a:lnTo>
                  <a:lnTo>
                    <a:pt x="336" y="58"/>
                  </a:lnTo>
                  <a:lnTo>
                    <a:pt x="332" y="44"/>
                  </a:lnTo>
                  <a:lnTo>
                    <a:pt x="318" y="44"/>
                  </a:lnTo>
                  <a:lnTo>
                    <a:pt x="318" y="44"/>
                  </a:lnTo>
                  <a:lnTo>
                    <a:pt x="312" y="36"/>
                  </a:lnTo>
                  <a:lnTo>
                    <a:pt x="312" y="36"/>
                  </a:lnTo>
                  <a:lnTo>
                    <a:pt x="304" y="18"/>
                  </a:lnTo>
                  <a:lnTo>
                    <a:pt x="300" y="8"/>
                  </a:lnTo>
                  <a:lnTo>
                    <a:pt x="278" y="0"/>
                  </a:lnTo>
                  <a:lnTo>
                    <a:pt x="263" y="2"/>
                  </a:lnTo>
                  <a:lnTo>
                    <a:pt x="255" y="2"/>
                  </a:lnTo>
                  <a:lnTo>
                    <a:pt x="239" y="6"/>
                  </a:lnTo>
                  <a:lnTo>
                    <a:pt x="239" y="6"/>
                  </a:lnTo>
                  <a:lnTo>
                    <a:pt x="239" y="12"/>
                  </a:lnTo>
                  <a:lnTo>
                    <a:pt x="209" y="32"/>
                  </a:lnTo>
                  <a:lnTo>
                    <a:pt x="147" y="102"/>
                  </a:lnTo>
                  <a:lnTo>
                    <a:pt x="109" y="128"/>
                  </a:lnTo>
                  <a:lnTo>
                    <a:pt x="84" y="142"/>
                  </a:lnTo>
                  <a:lnTo>
                    <a:pt x="58" y="156"/>
                  </a:lnTo>
                  <a:lnTo>
                    <a:pt x="38" y="172"/>
                  </a:lnTo>
                  <a:lnTo>
                    <a:pt x="38" y="193"/>
                  </a:lnTo>
                  <a:lnTo>
                    <a:pt x="18" y="227"/>
                  </a:lnTo>
                  <a:lnTo>
                    <a:pt x="0" y="251"/>
                  </a:lnTo>
                  <a:lnTo>
                    <a:pt x="4" y="271"/>
                  </a:lnTo>
                  <a:lnTo>
                    <a:pt x="16" y="281"/>
                  </a:lnTo>
                  <a:lnTo>
                    <a:pt x="14" y="293"/>
                  </a:lnTo>
                  <a:lnTo>
                    <a:pt x="8" y="305"/>
                  </a:lnTo>
                  <a:lnTo>
                    <a:pt x="12" y="317"/>
                  </a:lnTo>
                  <a:lnTo>
                    <a:pt x="22" y="329"/>
                  </a:lnTo>
                  <a:lnTo>
                    <a:pt x="46" y="341"/>
                  </a:lnTo>
                  <a:lnTo>
                    <a:pt x="68" y="359"/>
                  </a:lnTo>
                  <a:lnTo>
                    <a:pt x="68" y="371"/>
                  </a:lnTo>
                  <a:lnTo>
                    <a:pt x="66" y="383"/>
                  </a:lnTo>
                  <a:lnTo>
                    <a:pt x="74" y="417"/>
                  </a:lnTo>
                  <a:lnTo>
                    <a:pt x="84" y="433"/>
                  </a:lnTo>
                  <a:lnTo>
                    <a:pt x="84" y="445"/>
                  </a:lnTo>
                  <a:lnTo>
                    <a:pt x="84" y="451"/>
                  </a:lnTo>
                  <a:lnTo>
                    <a:pt x="87" y="462"/>
                  </a:lnTo>
                  <a:lnTo>
                    <a:pt x="95" y="476"/>
                  </a:lnTo>
                  <a:lnTo>
                    <a:pt x="101" y="490"/>
                  </a:lnTo>
                  <a:lnTo>
                    <a:pt x="117" y="490"/>
                  </a:lnTo>
                  <a:lnTo>
                    <a:pt x="117" y="490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5" y="516"/>
                  </a:lnTo>
                  <a:lnTo>
                    <a:pt x="131" y="518"/>
                  </a:lnTo>
                  <a:lnTo>
                    <a:pt x="137" y="540"/>
                  </a:lnTo>
                  <a:lnTo>
                    <a:pt x="153" y="540"/>
                  </a:lnTo>
                  <a:lnTo>
                    <a:pt x="157" y="546"/>
                  </a:lnTo>
                  <a:lnTo>
                    <a:pt x="159" y="568"/>
                  </a:lnTo>
                  <a:lnTo>
                    <a:pt x="151" y="576"/>
                  </a:lnTo>
                  <a:lnTo>
                    <a:pt x="157" y="598"/>
                  </a:lnTo>
                  <a:lnTo>
                    <a:pt x="169" y="584"/>
                  </a:lnTo>
                  <a:lnTo>
                    <a:pt x="173" y="576"/>
                  </a:lnTo>
                  <a:lnTo>
                    <a:pt x="183" y="572"/>
                  </a:lnTo>
                  <a:lnTo>
                    <a:pt x="191" y="568"/>
                  </a:lnTo>
                  <a:lnTo>
                    <a:pt x="209" y="568"/>
                  </a:lnTo>
                  <a:lnTo>
                    <a:pt x="229" y="572"/>
                  </a:lnTo>
                  <a:lnTo>
                    <a:pt x="233" y="584"/>
                  </a:lnTo>
                  <a:lnTo>
                    <a:pt x="243" y="584"/>
                  </a:lnTo>
                  <a:lnTo>
                    <a:pt x="243" y="584"/>
                  </a:lnTo>
                  <a:lnTo>
                    <a:pt x="247" y="592"/>
                  </a:lnTo>
                  <a:lnTo>
                    <a:pt x="247" y="592"/>
                  </a:lnTo>
                  <a:lnTo>
                    <a:pt x="257" y="592"/>
                  </a:lnTo>
                  <a:lnTo>
                    <a:pt x="259" y="598"/>
                  </a:lnTo>
                  <a:lnTo>
                    <a:pt x="269" y="598"/>
                  </a:lnTo>
                  <a:lnTo>
                    <a:pt x="269" y="598"/>
                  </a:lnTo>
                  <a:lnTo>
                    <a:pt x="280" y="588"/>
                  </a:lnTo>
                  <a:lnTo>
                    <a:pt x="280" y="588"/>
                  </a:lnTo>
                  <a:lnTo>
                    <a:pt x="294" y="588"/>
                  </a:lnTo>
                  <a:lnTo>
                    <a:pt x="320" y="602"/>
                  </a:lnTo>
                  <a:lnTo>
                    <a:pt x="328" y="606"/>
                  </a:lnTo>
                  <a:lnTo>
                    <a:pt x="334" y="604"/>
                  </a:lnTo>
                  <a:lnTo>
                    <a:pt x="360" y="624"/>
                  </a:lnTo>
                  <a:lnTo>
                    <a:pt x="366" y="606"/>
                  </a:lnTo>
                  <a:lnTo>
                    <a:pt x="374" y="608"/>
                  </a:lnTo>
                  <a:lnTo>
                    <a:pt x="380" y="630"/>
                  </a:lnTo>
                  <a:lnTo>
                    <a:pt x="386" y="624"/>
                  </a:lnTo>
                  <a:lnTo>
                    <a:pt x="406" y="616"/>
                  </a:lnTo>
                  <a:lnTo>
                    <a:pt x="406" y="616"/>
                  </a:lnTo>
                  <a:lnTo>
                    <a:pt x="412" y="608"/>
                  </a:lnTo>
                  <a:lnTo>
                    <a:pt x="412" y="608"/>
                  </a:lnTo>
                  <a:lnTo>
                    <a:pt x="424" y="604"/>
                  </a:lnTo>
                  <a:lnTo>
                    <a:pt x="434" y="622"/>
                  </a:lnTo>
                  <a:lnTo>
                    <a:pt x="436" y="628"/>
                  </a:lnTo>
                  <a:lnTo>
                    <a:pt x="446" y="630"/>
                  </a:lnTo>
                  <a:lnTo>
                    <a:pt x="460" y="642"/>
                  </a:lnTo>
                  <a:lnTo>
                    <a:pt x="477" y="642"/>
                  </a:lnTo>
                  <a:lnTo>
                    <a:pt x="497" y="644"/>
                  </a:lnTo>
                  <a:lnTo>
                    <a:pt x="503" y="656"/>
                  </a:lnTo>
                  <a:lnTo>
                    <a:pt x="523" y="656"/>
                  </a:lnTo>
                  <a:lnTo>
                    <a:pt x="541" y="662"/>
                  </a:lnTo>
                  <a:lnTo>
                    <a:pt x="541" y="662"/>
                  </a:lnTo>
                  <a:lnTo>
                    <a:pt x="557" y="662"/>
                  </a:lnTo>
                  <a:lnTo>
                    <a:pt x="573" y="664"/>
                  </a:lnTo>
                  <a:lnTo>
                    <a:pt x="573" y="664"/>
                  </a:lnTo>
                  <a:lnTo>
                    <a:pt x="581" y="670"/>
                  </a:lnTo>
                  <a:lnTo>
                    <a:pt x="581" y="670"/>
                  </a:lnTo>
                  <a:lnTo>
                    <a:pt x="589" y="670"/>
                  </a:lnTo>
                  <a:lnTo>
                    <a:pt x="589" y="670"/>
                  </a:lnTo>
                  <a:lnTo>
                    <a:pt x="593" y="672"/>
                  </a:lnTo>
                  <a:lnTo>
                    <a:pt x="595" y="674"/>
                  </a:lnTo>
                  <a:lnTo>
                    <a:pt x="607" y="674"/>
                  </a:lnTo>
                  <a:lnTo>
                    <a:pt x="613" y="668"/>
                  </a:lnTo>
                  <a:lnTo>
                    <a:pt x="627" y="668"/>
                  </a:lnTo>
                  <a:lnTo>
                    <a:pt x="647" y="644"/>
                  </a:lnTo>
                  <a:lnTo>
                    <a:pt x="678" y="630"/>
                  </a:lnTo>
                  <a:lnTo>
                    <a:pt x="684" y="634"/>
                  </a:lnTo>
                  <a:lnTo>
                    <a:pt x="684" y="634"/>
                  </a:lnTo>
                  <a:lnTo>
                    <a:pt x="688" y="644"/>
                  </a:lnTo>
                  <a:lnTo>
                    <a:pt x="688" y="644"/>
                  </a:lnTo>
                  <a:lnTo>
                    <a:pt x="694" y="652"/>
                  </a:lnTo>
                  <a:lnTo>
                    <a:pt x="694" y="664"/>
                  </a:lnTo>
                  <a:lnTo>
                    <a:pt x="708" y="668"/>
                  </a:lnTo>
                  <a:lnTo>
                    <a:pt x="718" y="676"/>
                  </a:lnTo>
                  <a:lnTo>
                    <a:pt x="722" y="694"/>
                  </a:lnTo>
                  <a:lnTo>
                    <a:pt x="722" y="694"/>
                  </a:lnTo>
                  <a:lnTo>
                    <a:pt x="734" y="698"/>
                  </a:lnTo>
                  <a:lnTo>
                    <a:pt x="734" y="698"/>
                  </a:lnTo>
                  <a:lnTo>
                    <a:pt x="738" y="718"/>
                  </a:lnTo>
                  <a:lnTo>
                    <a:pt x="734" y="743"/>
                  </a:lnTo>
                  <a:lnTo>
                    <a:pt x="732" y="755"/>
                  </a:lnTo>
                  <a:lnTo>
                    <a:pt x="734" y="771"/>
                  </a:lnTo>
                  <a:lnTo>
                    <a:pt x="728" y="785"/>
                  </a:lnTo>
                  <a:lnTo>
                    <a:pt x="728" y="785"/>
                  </a:lnTo>
                  <a:lnTo>
                    <a:pt x="724" y="805"/>
                  </a:lnTo>
                  <a:lnTo>
                    <a:pt x="724" y="805"/>
                  </a:lnTo>
                  <a:lnTo>
                    <a:pt x="732" y="825"/>
                  </a:lnTo>
                  <a:lnTo>
                    <a:pt x="744" y="847"/>
                  </a:lnTo>
                  <a:lnTo>
                    <a:pt x="746" y="865"/>
                  </a:lnTo>
                  <a:lnTo>
                    <a:pt x="750" y="875"/>
                  </a:lnTo>
                  <a:lnTo>
                    <a:pt x="758" y="885"/>
                  </a:lnTo>
                  <a:lnTo>
                    <a:pt x="758" y="885"/>
                  </a:lnTo>
                  <a:lnTo>
                    <a:pt x="790" y="913"/>
                  </a:lnTo>
                  <a:lnTo>
                    <a:pt x="826" y="945"/>
                  </a:lnTo>
                  <a:lnTo>
                    <a:pt x="826" y="945"/>
                  </a:lnTo>
                  <a:lnTo>
                    <a:pt x="836" y="943"/>
                  </a:lnTo>
                  <a:lnTo>
                    <a:pt x="855" y="939"/>
                  </a:lnTo>
                  <a:lnTo>
                    <a:pt x="883" y="933"/>
                  </a:lnTo>
                  <a:lnTo>
                    <a:pt x="965" y="873"/>
                  </a:lnTo>
                  <a:lnTo>
                    <a:pt x="1021" y="913"/>
                  </a:lnTo>
                  <a:lnTo>
                    <a:pt x="1052" y="986"/>
                  </a:lnTo>
                  <a:lnTo>
                    <a:pt x="1122" y="984"/>
                  </a:lnTo>
                  <a:lnTo>
                    <a:pt x="1180" y="957"/>
                  </a:lnTo>
                  <a:lnTo>
                    <a:pt x="1259" y="891"/>
                  </a:lnTo>
                  <a:lnTo>
                    <a:pt x="1297" y="873"/>
                  </a:lnTo>
                  <a:lnTo>
                    <a:pt x="1307" y="825"/>
                  </a:lnTo>
                  <a:lnTo>
                    <a:pt x="1385" y="737"/>
                  </a:lnTo>
                  <a:lnTo>
                    <a:pt x="1436" y="668"/>
                  </a:lnTo>
                  <a:lnTo>
                    <a:pt x="1590" y="550"/>
                  </a:lnTo>
                  <a:lnTo>
                    <a:pt x="1606" y="498"/>
                  </a:lnTo>
                  <a:lnTo>
                    <a:pt x="1590" y="439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40" name="Freeform 62">
              <a:extLst>
                <a:ext uri="{FF2B5EF4-FFF2-40B4-BE49-F238E27FC236}">
                  <a16:creationId xmlns:a16="http://schemas.microsoft.com/office/drawing/2014/main" id="{EA94FDEC-236B-2D3B-ECC0-819C7875A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825" y="7831138"/>
              <a:ext cx="1074737" cy="1385888"/>
            </a:xfrm>
            <a:custGeom>
              <a:avLst/>
              <a:gdLst>
                <a:gd name="T0" fmla="*/ 677 w 677"/>
                <a:gd name="T1" fmla="*/ 670 h 873"/>
                <a:gd name="T2" fmla="*/ 659 w 677"/>
                <a:gd name="T3" fmla="*/ 606 h 873"/>
                <a:gd name="T4" fmla="*/ 647 w 677"/>
                <a:gd name="T5" fmla="*/ 566 h 873"/>
                <a:gd name="T6" fmla="*/ 635 w 677"/>
                <a:gd name="T7" fmla="*/ 522 h 873"/>
                <a:gd name="T8" fmla="*/ 605 w 677"/>
                <a:gd name="T9" fmla="*/ 504 h 873"/>
                <a:gd name="T10" fmla="*/ 609 w 677"/>
                <a:gd name="T11" fmla="*/ 435 h 873"/>
                <a:gd name="T12" fmla="*/ 619 w 677"/>
                <a:gd name="T13" fmla="*/ 409 h 873"/>
                <a:gd name="T14" fmla="*/ 625 w 677"/>
                <a:gd name="T15" fmla="*/ 367 h 873"/>
                <a:gd name="T16" fmla="*/ 625 w 677"/>
                <a:gd name="T17" fmla="*/ 315 h 873"/>
                <a:gd name="T18" fmla="*/ 599 w 677"/>
                <a:gd name="T19" fmla="*/ 287 h 873"/>
                <a:gd name="T20" fmla="*/ 589 w 677"/>
                <a:gd name="T21" fmla="*/ 283 h 873"/>
                <a:gd name="T22" fmla="*/ 569 w 677"/>
                <a:gd name="T23" fmla="*/ 259 h 873"/>
                <a:gd name="T24" fmla="*/ 552 w 677"/>
                <a:gd name="T25" fmla="*/ 220 h 873"/>
                <a:gd name="T26" fmla="*/ 542 w 677"/>
                <a:gd name="T27" fmla="*/ 186 h 873"/>
                <a:gd name="T28" fmla="*/ 536 w 677"/>
                <a:gd name="T29" fmla="*/ 128 h 873"/>
                <a:gd name="T30" fmla="*/ 480 w 677"/>
                <a:gd name="T31" fmla="*/ 86 h 873"/>
                <a:gd name="T32" fmla="*/ 484 w 677"/>
                <a:gd name="T33" fmla="*/ 50 h 873"/>
                <a:gd name="T34" fmla="*/ 468 w 677"/>
                <a:gd name="T35" fmla="*/ 22 h 873"/>
                <a:gd name="T36" fmla="*/ 361 w 677"/>
                <a:gd name="T37" fmla="*/ 32 h 873"/>
                <a:gd name="T38" fmla="*/ 293 w 677"/>
                <a:gd name="T39" fmla="*/ 0 h 873"/>
                <a:gd name="T40" fmla="*/ 261 w 677"/>
                <a:gd name="T41" fmla="*/ 18 h 873"/>
                <a:gd name="T42" fmla="*/ 251 w 677"/>
                <a:gd name="T43" fmla="*/ 48 h 873"/>
                <a:gd name="T44" fmla="*/ 225 w 677"/>
                <a:gd name="T45" fmla="*/ 68 h 873"/>
                <a:gd name="T46" fmla="*/ 130 w 677"/>
                <a:gd name="T47" fmla="*/ 126 h 873"/>
                <a:gd name="T48" fmla="*/ 112 w 677"/>
                <a:gd name="T49" fmla="*/ 132 h 873"/>
                <a:gd name="T50" fmla="*/ 66 w 677"/>
                <a:gd name="T51" fmla="*/ 122 h 873"/>
                <a:gd name="T52" fmla="*/ 56 w 677"/>
                <a:gd name="T53" fmla="*/ 112 h 873"/>
                <a:gd name="T54" fmla="*/ 40 w 677"/>
                <a:gd name="T55" fmla="*/ 82 h 873"/>
                <a:gd name="T56" fmla="*/ 12 w 677"/>
                <a:gd name="T57" fmla="*/ 124 h 873"/>
                <a:gd name="T58" fmla="*/ 46 w 677"/>
                <a:gd name="T59" fmla="*/ 194 h 873"/>
                <a:gd name="T60" fmla="*/ 90 w 677"/>
                <a:gd name="T61" fmla="*/ 241 h 873"/>
                <a:gd name="T62" fmla="*/ 98 w 677"/>
                <a:gd name="T63" fmla="*/ 369 h 873"/>
                <a:gd name="T64" fmla="*/ 128 w 677"/>
                <a:gd name="T65" fmla="*/ 439 h 873"/>
                <a:gd name="T66" fmla="*/ 185 w 677"/>
                <a:gd name="T67" fmla="*/ 564 h 873"/>
                <a:gd name="T68" fmla="*/ 249 w 677"/>
                <a:gd name="T69" fmla="*/ 622 h 873"/>
                <a:gd name="T70" fmla="*/ 261 w 677"/>
                <a:gd name="T71" fmla="*/ 700 h 873"/>
                <a:gd name="T72" fmla="*/ 273 w 677"/>
                <a:gd name="T73" fmla="*/ 724 h 873"/>
                <a:gd name="T74" fmla="*/ 297 w 677"/>
                <a:gd name="T75" fmla="*/ 718 h 873"/>
                <a:gd name="T76" fmla="*/ 343 w 677"/>
                <a:gd name="T77" fmla="*/ 732 h 873"/>
                <a:gd name="T78" fmla="*/ 339 w 677"/>
                <a:gd name="T79" fmla="*/ 746 h 873"/>
                <a:gd name="T80" fmla="*/ 368 w 677"/>
                <a:gd name="T81" fmla="*/ 787 h 873"/>
                <a:gd name="T82" fmla="*/ 402 w 677"/>
                <a:gd name="T83" fmla="*/ 803 h 873"/>
                <a:gd name="T84" fmla="*/ 422 w 677"/>
                <a:gd name="T85" fmla="*/ 815 h 873"/>
                <a:gd name="T86" fmla="*/ 524 w 677"/>
                <a:gd name="T87" fmla="*/ 871 h 873"/>
                <a:gd name="T88" fmla="*/ 631 w 677"/>
                <a:gd name="T89" fmla="*/ 837 h 873"/>
                <a:gd name="T90" fmla="*/ 651 w 677"/>
                <a:gd name="T91" fmla="*/ 779 h 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77" h="873">
                  <a:moveTo>
                    <a:pt x="657" y="750"/>
                  </a:moveTo>
                  <a:lnTo>
                    <a:pt x="675" y="692"/>
                  </a:lnTo>
                  <a:lnTo>
                    <a:pt x="677" y="670"/>
                  </a:lnTo>
                  <a:lnTo>
                    <a:pt x="665" y="660"/>
                  </a:lnTo>
                  <a:lnTo>
                    <a:pt x="647" y="620"/>
                  </a:lnTo>
                  <a:lnTo>
                    <a:pt x="659" y="606"/>
                  </a:lnTo>
                  <a:lnTo>
                    <a:pt x="655" y="596"/>
                  </a:lnTo>
                  <a:lnTo>
                    <a:pt x="647" y="580"/>
                  </a:lnTo>
                  <a:lnTo>
                    <a:pt x="647" y="566"/>
                  </a:lnTo>
                  <a:lnTo>
                    <a:pt x="647" y="554"/>
                  </a:lnTo>
                  <a:lnTo>
                    <a:pt x="647" y="546"/>
                  </a:lnTo>
                  <a:lnTo>
                    <a:pt x="635" y="522"/>
                  </a:lnTo>
                  <a:lnTo>
                    <a:pt x="629" y="518"/>
                  </a:lnTo>
                  <a:lnTo>
                    <a:pt x="617" y="506"/>
                  </a:lnTo>
                  <a:lnTo>
                    <a:pt x="605" y="504"/>
                  </a:lnTo>
                  <a:lnTo>
                    <a:pt x="605" y="477"/>
                  </a:lnTo>
                  <a:lnTo>
                    <a:pt x="605" y="477"/>
                  </a:lnTo>
                  <a:lnTo>
                    <a:pt x="609" y="435"/>
                  </a:lnTo>
                  <a:lnTo>
                    <a:pt x="609" y="435"/>
                  </a:lnTo>
                  <a:lnTo>
                    <a:pt x="611" y="417"/>
                  </a:lnTo>
                  <a:lnTo>
                    <a:pt x="619" y="409"/>
                  </a:lnTo>
                  <a:lnTo>
                    <a:pt x="619" y="389"/>
                  </a:lnTo>
                  <a:lnTo>
                    <a:pt x="625" y="379"/>
                  </a:lnTo>
                  <a:lnTo>
                    <a:pt x="625" y="367"/>
                  </a:lnTo>
                  <a:lnTo>
                    <a:pt x="619" y="345"/>
                  </a:lnTo>
                  <a:lnTo>
                    <a:pt x="627" y="337"/>
                  </a:lnTo>
                  <a:lnTo>
                    <a:pt x="625" y="315"/>
                  </a:lnTo>
                  <a:lnTo>
                    <a:pt x="621" y="309"/>
                  </a:lnTo>
                  <a:lnTo>
                    <a:pt x="605" y="309"/>
                  </a:lnTo>
                  <a:lnTo>
                    <a:pt x="599" y="287"/>
                  </a:lnTo>
                  <a:lnTo>
                    <a:pt x="599" y="287"/>
                  </a:lnTo>
                  <a:lnTo>
                    <a:pt x="593" y="285"/>
                  </a:lnTo>
                  <a:lnTo>
                    <a:pt x="589" y="283"/>
                  </a:lnTo>
                  <a:lnTo>
                    <a:pt x="589" y="283"/>
                  </a:lnTo>
                  <a:lnTo>
                    <a:pt x="585" y="259"/>
                  </a:lnTo>
                  <a:lnTo>
                    <a:pt x="569" y="259"/>
                  </a:lnTo>
                  <a:lnTo>
                    <a:pt x="563" y="245"/>
                  </a:lnTo>
                  <a:lnTo>
                    <a:pt x="555" y="231"/>
                  </a:lnTo>
                  <a:lnTo>
                    <a:pt x="552" y="220"/>
                  </a:lnTo>
                  <a:lnTo>
                    <a:pt x="552" y="214"/>
                  </a:lnTo>
                  <a:lnTo>
                    <a:pt x="552" y="202"/>
                  </a:lnTo>
                  <a:lnTo>
                    <a:pt x="542" y="186"/>
                  </a:lnTo>
                  <a:lnTo>
                    <a:pt x="534" y="152"/>
                  </a:lnTo>
                  <a:lnTo>
                    <a:pt x="536" y="140"/>
                  </a:lnTo>
                  <a:lnTo>
                    <a:pt x="536" y="128"/>
                  </a:lnTo>
                  <a:lnTo>
                    <a:pt x="514" y="110"/>
                  </a:lnTo>
                  <a:lnTo>
                    <a:pt x="490" y="98"/>
                  </a:lnTo>
                  <a:lnTo>
                    <a:pt x="480" y="86"/>
                  </a:lnTo>
                  <a:lnTo>
                    <a:pt x="476" y="74"/>
                  </a:lnTo>
                  <a:lnTo>
                    <a:pt x="482" y="62"/>
                  </a:lnTo>
                  <a:lnTo>
                    <a:pt x="484" y="50"/>
                  </a:lnTo>
                  <a:lnTo>
                    <a:pt x="472" y="40"/>
                  </a:lnTo>
                  <a:lnTo>
                    <a:pt x="468" y="20"/>
                  </a:lnTo>
                  <a:lnTo>
                    <a:pt x="468" y="22"/>
                  </a:lnTo>
                  <a:lnTo>
                    <a:pt x="418" y="22"/>
                  </a:lnTo>
                  <a:lnTo>
                    <a:pt x="400" y="32"/>
                  </a:lnTo>
                  <a:lnTo>
                    <a:pt x="361" y="32"/>
                  </a:lnTo>
                  <a:lnTo>
                    <a:pt x="319" y="12"/>
                  </a:lnTo>
                  <a:lnTo>
                    <a:pt x="293" y="0"/>
                  </a:lnTo>
                  <a:lnTo>
                    <a:pt x="293" y="0"/>
                  </a:lnTo>
                  <a:lnTo>
                    <a:pt x="267" y="10"/>
                  </a:lnTo>
                  <a:lnTo>
                    <a:pt x="267" y="10"/>
                  </a:lnTo>
                  <a:lnTo>
                    <a:pt x="261" y="18"/>
                  </a:lnTo>
                  <a:lnTo>
                    <a:pt x="255" y="26"/>
                  </a:lnTo>
                  <a:lnTo>
                    <a:pt x="255" y="26"/>
                  </a:lnTo>
                  <a:lnTo>
                    <a:pt x="251" y="48"/>
                  </a:lnTo>
                  <a:lnTo>
                    <a:pt x="251" y="48"/>
                  </a:lnTo>
                  <a:lnTo>
                    <a:pt x="225" y="68"/>
                  </a:lnTo>
                  <a:lnTo>
                    <a:pt x="225" y="68"/>
                  </a:lnTo>
                  <a:lnTo>
                    <a:pt x="199" y="80"/>
                  </a:lnTo>
                  <a:lnTo>
                    <a:pt x="166" y="98"/>
                  </a:lnTo>
                  <a:lnTo>
                    <a:pt x="130" y="126"/>
                  </a:lnTo>
                  <a:lnTo>
                    <a:pt x="130" y="126"/>
                  </a:lnTo>
                  <a:lnTo>
                    <a:pt x="112" y="132"/>
                  </a:lnTo>
                  <a:lnTo>
                    <a:pt x="112" y="132"/>
                  </a:lnTo>
                  <a:lnTo>
                    <a:pt x="104" y="130"/>
                  </a:lnTo>
                  <a:lnTo>
                    <a:pt x="90" y="128"/>
                  </a:lnTo>
                  <a:lnTo>
                    <a:pt x="66" y="122"/>
                  </a:lnTo>
                  <a:lnTo>
                    <a:pt x="66" y="122"/>
                  </a:lnTo>
                  <a:lnTo>
                    <a:pt x="62" y="118"/>
                  </a:lnTo>
                  <a:lnTo>
                    <a:pt x="56" y="112"/>
                  </a:lnTo>
                  <a:lnTo>
                    <a:pt x="48" y="100"/>
                  </a:lnTo>
                  <a:lnTo>
                    <a:pt x="48" y="100"/>
                  </a:lnTo>
                  <a:lnTo>
                    <a:pt x="40" y="82"/>
                  </a:lnTo>
                  <a:lnTo>
                    <a:pt x="0" y="74"/>
                  </a:lnTo>
                  <a:lnTo>
                    <a:pt x="6" y="110"/>
                  </a:lnTo>
                  <a:lnTo>
                    <a:pt x="12" y="124"/>
                  </a:lnTo>
                  <a:lnTo>
                    <a:pt x="26" y="150"/>
                  </a:lnTo>
                  <a:lnTo>
                    <a:pt x="26" y="170"/>
                  </a:lnTo>
                  <a:lnTo>
                    <a:pt x="46" y="194"/>
                  </a:lnTo>
                  <a:lnTo>
                    <a:pt x="54" y="224"/>
                  </a:lnTo>
                  <a:lnTo>
                    <a:pt x="72" y="233"/>
                  </a:lnTo>
                  <a:lnTo>
                    <a:pt x="90" y="241"/>
                  </a:lnTo>
                  <a:lnTo>
                    <a:pt x="96" y="265"/>
                  </a:lnTo>
                  <a:lnTo>
                    <a:pt x="98" y="369"/>
                  </a:lnTo>
                  <a:lnTo>
                    <a:pt x="98" y="369"/>
                  </a:lnTo>
                  <a:lnTo>
                    <a:pt x="102" y="401"/>
                  </a:lnTo>
                  <a:lnTo>
                    <a:pt x="102" y="401"/>
                  </a:lnTo>
                  <a:lnTo>
                    <a:pt x="128" y="439"/>
                  </a:lnTo>
                  <a:lnTo>
                    <a:pt x="148" y="477"/>
                  </a:lnTo>
                  <a:lnTo>
                    <a:pt x="171" y="530"/>
                  </a:lnTo>
                  <a:lnTo>
                    <a:pt x="185" y="564"/>
                  </a:lnTo>
                  <a:lnTo>
                    <a:pt x="189" y="586"/>
                  </a:lnTo>
                  <a:lnTo>
                    <a:pt x="221" y="598"/>
                  </a:lnTo>
                  <a:lnTo>
                    <a:pt x="249" y="622"/>
                  </a:lnTo>
                  <a:lnTo>
                    <a:pt x="253" y="638"/>
                  </a:lnTo>
                  <a:lnTo>
                    <a:pt x="253" y="680"/>
                  </a:lnTo>
                  <a:lnTo>
                    <a:pt x="261" y="700"/>
                  </a:lnTo>
                  <a:lnTo>
                    <a:pt x="261" y="700"/>
                  </a:lnTo>
                  <a:lnTo>
                    <a:pt x="273" y="724"/>
                  </a:lnTo>
                  <a:lnTo>
                    <a:pt x="273" y="724"/>
                  </a:lnTo>
                  <a:lnTo>
                    <a:pt x="277" y="724"/>
                  </a:lnTo>
                  <a:lnTo>
                    <a:pt x="285" y="722"/>
                  </a:lnTo>
                  <a:lnTo>
                    <a:pt x="297" y="718"/>
                  </a:lnTo>
                  <a:lnTo>
                    <a:pt x="325" y="706"/>
                  </a:lnTo>
                  <a:lnTo>
                    <a:pt x="343" y="714"/>
                  </a:lnTo>
                  <a:lnTo>
                    <a:pt x="343" y="732"/>
                  </a:lnTo>
                  <a:lnTo>
                    <a:pt x="343" y="732"/>
                  </a:lnTo>
                  <a:lnTo>
                    <a:pt x="341" y="738"/>
                  </a:lnTo>
                  <a:lnTo>
                    <a:pt x="339" y="746"/>
                  </a:lnTo>
                  <a:lnTo>
                    <a:pt x="339" y="746"/>
                  </a:lnTo>
                  <a:lnTo>
                    <a:pt x="339" y="763"/>
                  </a:lnTo>
                  <a:lnTo>
                    <a:pt x="368" y="787"/>
                  </a:lnTo>
                  <a:lnTo>
                    <a:pt x="386" y="799"/>
                  </a:lnTo>
                  <a:lnTo>
                    <a:pt x="386" y="799"/>
                  </a:lnTo>
                  <a:lnTo>
                    <a:pt x="402" y="803"/>
                  </a:lnTo>
                  <a:lnTo>
                    <a:pt x="418" y="805"/>
                  </a:lnTo>
                  <a:lnTo>
                    <a:pt x="418" y="805"/>
                  </a:lnTo>
                  <a:lnTo>
                    <a:pt x="422" y="815"/>
                  </a:lnTo>
                  <a:lnTo>
                    <a:pt x="424" y="823"/>
                  </a:lnTo>
                  <a:lnTo>
                    <a:pt x="474" y="857"/>
                  </a:lnTo>
                  <a:lnTo>
                    <a:pt x="524" y="871"/>
                  </a:lnTo>
                  <a:lnTo>
                    <a:pt x="601" y="873"/>
                  </a:lnTo>
                  <a:lnTo>
                    <a:pt x="625" y="865"/>
                  </a:lnTo>
                  <a:lnTo>
                    <a:pt x="631" y="837"/>
                  </a:lnTo>
                  <a:lnTo>
                    <a:pt x="643" y="805"/>
                  </a:lnTo>
                  <a:lnTo>
                    <a:pt x="649" y="779"/>
                  </a:lnTo>
                  <a:lnTo>
                    <a:pt x="651" y="779"/>
                  </a:lnTo>
                  <a:lnTo>
                    <a:pt x="651" y="779"/>
                  </a:lnTo>
                  <a:lnTo>
                    <a:pt x="657" y="75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41" name="Freeform 63">
              <a:extLst>
                <a:ext uri="{FF2B5EF4-FFF2-40B4-BE49-F238E27FC236}">
                  <a16:creationId xmlns:a16="http://schemas.microsoft.com/office/drawing/2014/main" id="{ED121DBF-3576-AA1B-5013-BBFD30DC5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238" y="9112250"/>
              <a:ext cx="1168400" cy="873125"/>
            </a:xfrm>
            <a:custGeom>
              <a:avLst/>
              <a:gdLst>
                <a:gd name="T0" fmla="*/ 272 w 736"/>
                <a:gd name="T1" fmla="*/ 415 h 550"/>
                <a:gd name="T2" fmla="*/ 278 w 736"/>
                <a:gd name="T3" fmla="*/ 381 h 550"/>
                <a:gd name="T4" fmla="*/ 294 w 736"/>
                <a:gd name="T5" fmla="*/ 353 h 550"/>
                <a:gd name="T6" fmla="*/ 308 w 736"/>
                <a:gd name="T7" fmla="*/ 339 h 550"/>
                <a:gd name="T8" fmla="*/ 322 w 736"/>
                <a:gd name="T9" fmla="*/ 321 h 550"/>
                <a:gd name="T10" fmla="*/ 322 w 736"/>
                <a:gd name="T11" fmla="*/ 303 h 550"/>
                <a:gd name="T12" fmla="*/ 328 w 736"/>
                <a:gd name="T13" fmla="*/ 291 h 550"/>
                <a:gd name="T14" fmla="*/ 330 w 736"/>
                <a:gd name="T15" fmla="*/ 283 h 550"/>
                <a:gd name="T16" fmla="*/ 358 w 736"/>
                <a:gd name="T17" fmla="*/ 277 h 550"/>
                <a:gd name="T18" fmla="*/ 380 w 736"/>
                <a:gd name="T19" fmla="*/ 289 h 550"/>
                <a:gd name="T20" fmla="*/ 390 w 736"/>
                <a:gd name="T21" fmla="*/ 297 h 550"/>
                <a:gd name="T22" fmla="*/ 423 w 736"/>
                <a:gd name="T23" fmla="*/ 277 h 550"/>
                <a:gd name="T24" fmla="*/ 445 w 736"/>
                <a:gd name="T25" fmla="*/ 265 h 550"/>
                <a:gd name="T26" fmla="*/ 471 w 736"/>
                <a:gd name="T27" fmla="*/ 285 h 550"/>
                <a:gd name="T28" fmla="*/ 531 w 736"/>
                <a:gd name="T29" fmla="*/ 287 h 550"/>
                <a:gd name="T30" fmla="*/ 549 w 736"/>
                <a:gd name="T31" fmla="*/ 281 h 550"/>
                <a:gd name="T32" fmla="*/ 567 w 736"/>
                <a:gd name="T33" fmla="*/ 277 h 550"/>
                <a:gd name="T34" fmla="*/ 587 w 736"/>
                <a:gd name="T35" fmla="*/ 263 h 550"/>
                <a:gd name="T36" fmla="*/ 596 w 736"/>
                <a:gd name="T37" fmla="*/ 285 h 550"/>
                <a:gd name="T38" fmla="*/ 612 w 736"/>
                <a:gd name="T39" fmla="*/ 307 h 550"/>
                <a:gd name="T40" fmla="*/ 630 w 736"/>
                <a:gd name="T41" fmla="*/ 313 h 550"/>
                <a:gd name="T42" fmla="*/ 650 w 736"/>
                <a:gd name="T43" fmla="*/ 317 h 550"/>
                <a:gd name="T44" fmla="*/ 656 w 736"/>
                <a:gd name="T45" fmla="*/ 321 h 550"/>
                <a:gd name="T46" fmla="*/ 672 w 736"/>
                <a:gd name="T47" fmla="*/ 317 h 550"/>
                <a:gd name="T48" fmla="*/ 678 w 736"/>
                <a:gd name="T49" fmla="*/ 311 h 550"/>
                <a:gd name="T50" fmla="*/ 702 w 736"/>
                <a:gd name="T51" fmla="*/ 313 h 550"/>
                <a:gd name="T52" fmla="*/ 736 w 736"/>
                <a:gd name="T53" fmla="*/ 293 h 550"/>
                <a:gd name="T54" fmla="*/ 730 w 736"/>
                <a:gd name="T55" fmla="*/ 245 h 550"/>
                <a:gd name="T56" fmla="*/ 716 w 736"/>
                <a:gd name="T57" fmla="*/ 132 h 550"/>
                <a:gd name="T58" fmla="*/ 680 w 736"/>
                <a:gd name="T59" fmla="*/ 0 h 550"/>
                <a:gd name="T60" fmla="*/ 598 w 736"/>
                <a:gd name="T61" fmla="*/ 72 h 550"/>
                <a:gd name="T62" fmla="*/ 531 w 736"/>
                <a:gd name="T63" fmla="*/ 124 h 550"/>
                <a:gd name="T64" fmla="*/ 388 w 736"/>
                <a:gd name="T65" fmla="*/ 180 h 550"/>
                <a:gd name="T66" fmla="*/ 340 w 736"/>
                <a:gd name="T67" fmla="*/ 176 h 550"/>
                <a:gd name="T68" fmla="*/ 328 w 736"/>
                <a:gd name="T69" fmla="*/ 88 h 550"/>
                <a:gd name="T70" fmla="*/ 270 w 736"/>
                <a:gd name="T71" fmla="*/ 94 h 550"/>
                <a:gd name="T72" fmla="*/ 228 w 736"/>
                <a:gd name="T73" fmla="*/ 136 h 550"/>
                <a:gd name="T74" fmla="*/ 199 w 736"/>
                <a:gd name="T75" fmla="*/ 180 h 550"/>
                <a:gd name="T76" fmla="*/ 121 w 736"/>
                <a:gd name="T77" fmla="*/ 249 h 550"/>
                <a:gd name="T78" fmla="*/ 73 w 736"/>
                <a:gd name="T79" fmla="*/ 305 h 550"/>
                <a:gd name="T80" fmla="*/ 0 w 736"/>
                <a:gd name="T81" fmla="*/ 423 h 550"/>
                <a:gd name="T82" fmla="*/ 4 w 736"/>
                <a:gd name="T83" fmla="*/ 457 h 550"/>
                <a:gd name="T84" fmla="*/ 12 w 736"/>
                <a:gd name="T85" fmla="*/ 488 h 550"/>
                <a:gd name="T86" fmla="*/ 23 w 736"/>
                <a:gd name="T87" fmla="*/ 504 h 550"/>
                <a:gd name="T88" fmla="*/ 33 w 736"/>
                <a:gd name="T89" fmla="*/ 508 h 550"/>
                <a:gd name="T90" fmla="*/ 69 w 736"/>
                <a:gd name="T91" fmla="*/ 514 h 550"/>
                <a:gd name="T92" fmla="*/ 93 w 736"/>
                <a:gd name="T93" fmla="*/ 528 h 550"/>
                <a:gd name="T94" fmla="*/ 99 w 736"/>
                <a:gd name="T95" fmla="*/ 544 h 550"/>
                <a:gd name="T96" fmla="*/ 115 w 736"/>
                <a:gd name="T97" fmla="*/ 550 h 550"/>
                <a:gd name="T98" fmla="*/ 139 w 736"/>
                <a:gd name="T99" fmla="*/ 542 h 550"/>
                <a:gd name="T100" fmla="*/ 161 w 736"/>
                <a:gd name="T101" fmla="*/ 508 h 550"/>
                <a:gd name="T102" fmla="*/ 173 w 736"/>
                <a:gd name="T103" fmla="*/ 488 h 550"/>
                <a:gd name="T104" fmla="*/ 187 w 736"/>
                <a:gd name="T105" fmla="*/ 484 h 550"/>
                <a:gd name="T106" fmla="*/ 234 w 736"/>
                <a:gd name="T107" fmla="*/ 474 h 550"/>
                <a:gd name="T108" fmla="*/ 254 w 736"/>
                <a:gd name="T109" fmla="*/ 441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36" h="550">
                  <a:moveTo>
                    <a:pt x="254" y="441"/>
                  </a:moveTo>
                  <a:lnTo>
                    <a:pt x="254" y="441"/>
                  </a:lnTo>
                  <a:lnTo>
                    <a:pt x="272" y="415"/>
                  </a:lnTo>
                  <a:lnTo>
                    <a:pt x="272" y="415"/>
                  </a:lnTo>
                  <a:lnTo>
                    <a:pt x="278" y="399"/>
                  </a:lnTo>
                  <a:lnTo>
                    <a:pt x="278" y="381"/>
                  </a:lnTo>
                  <a:lnTo>
                    <a:pt x="284" y="363"/>
                  </a:lnTo>
                  <a:lnTo>
                    <a:pt x="294" y="353"/>
                  </a:lnTo>
                  <a:lnTo>
                    <a:pt x="294" y="353"/>
                  </a:lnTo>
                  <a:lnTo>
                    <a:pt x="306" y="349"/>
                  </a:lnTo>
                  <a:lnTo>
                    <a:pt x="306" y="349"/>
                  </a:lnTo>
                  <a:lnTo>
                    <a:pt x="308" y="339"/>
                  </a:lnTo>
                  <a:lnTo>
                    <a:pt x="308" y="329"/>
                  </a:lnTo>
                  <a:lnTo>
                    <a:pt x="308" y="329"/>
                  </a:lnTo>
                  <a:lnTo>
                    <a:pt x="322" y="321"/>
                  </a:lnTo>
                  <a:lnTo>
                    <a:pt x="322" y="321"/>
                  </a:lnTo>
                  <a:lnTo>
                    <a:pt x="322" y="311"/>
                  </a:lnTo>
                  <a:lnTo>
                    <a:pt x="322" y="303"/>
                  </a:lnTo>
                  <a:lnTo>
                    <a:pt x="330" y="297"/>
                  </a:lnTo>
                  <a:lnTo>
                    <a:pt x="330" y="297"/>
                  </a:lnTo>
                  <a:lnTo>
                    <a:pt x="328" y="291"/>
                  </a:lnTo>
                  <a:lnTo>
                    <a:pt x="328" y="287"/>
                  </a:lnTo>
                  <a:lnTo>
                    <a:pt x="330" y="283"/>
                  </a:lnTo>
                  <a:lnTo>
                    <a:pt x="330" y="283"/>
                  </a:lnTo>
                  <a:lnTo>
                    <a:pt x="344" y="279"/>
                  </a:lnTo>
                  <a:lnTo>
                    <a:pt x="358" y="277"/>
                  </a:lnTo>
                  <a:lnTo>
                    <a:pt x="358" y="277"/>
                  </a:lnTo>
                  <a:lnTo>
                    <a:pt x="370" y="283"/>
                  </a:lnTo>
                  <a:lnTo>
                    <a:pt x="380" y="289"/>
                  </a:lnTo>
                  <a:lnTo>
                    <a:pt x="380" y="289"/>
                  </a:lnTo>
                  <a:lnTo>
                    <a:pt x="384" y="293"/>
                  </a:lnTo>
                  <a:lnTo>
                    <a:pt x="390" y="297"/>
                  </a:lnTo>
                  <a:lnTo>
                    <a:pt x="390" y="297"/>
                  </a:lnTo>
                  <a:lnTo>
                    <a:pt x="413" y="287"/>
                  </a:lnTo>
                  <a:lnTo>
                    <a:pt x="423" y="277"/>
                  </a:lnTo>
                  <a:lnTo>
                    <a:pt x="423" y="277"/>
                  </a:lnTo>
                  <a:lnTo>
                    <a:pt x="433" y="271"/>
                  </a:lnTo>
                  <a:lnTo>
                    <a:pt x="433" y="271"/>
                  </a:lnTo>
                  <a:lnTo>
                    <a:pt x="445" y="265"/>
                  </a:lnTo>
                  <a:lnTo>
                    <a:pt x="461" y="259"/>
                  </a:lnTo>
                  <a:lnTo>
                    <a:pt x="471" y="263"/>
                  </a:lnTo>
                  <a:lnTo>
                    <a:pt x="471" y="285"/>
                  </a:lnTo>
                  <a:lnTo>
                    <a:pt x="483" y="285"/>
                  </a:lnTo>
                  <a:lnTo>
                    <a:pt x="511" y="289"/>
                  </a:lnTo>
                  <a:lnTo>
                    <a:pt x="531" y="287"/>
                  </a:lnTo>
                  <a:lnTo>
                    <a:pt x="531" y="287"/>
                  </a:lnTo>
                  <a:lnTo>
                    <a:pt x="539" y="283"/>
                  </a:lnTo>
                  <a:lnTo>
                    <a:pt x="549" y="281"/>
                  </a:lnTo>
                  <a:lnTo>
                    <a:pt x="549" y="281"/>
                  </a:lnTo>
                  <a:lnTo>
                    <a:pt x="567" y="277"/>
                  </a:lnTo>
                  <a:lnTo>
                    <a:pt x="567" y="277"/>
                  </a:lnTo>
                  <a:lnTo>
                    <a:pt x="579" y="263"/>
                  </a:lnTo>
                  <a:lnTo>
                    <a:pt x="579" y="263"/>
                  </a:lnTo>
                  <a:lnTo>
                    <a:pt x="587" y="263"/>
                  </a:lnTo>
                  <a:lnTo>
                    <a:pt x="587" y="263"/>
                  </a:lnTo>
                  <a:lnTo>
                    <a:pt x="596" y="269"/>
                  </a:lnTo>
                  <a:lnTo>
                    <a:pt x="596" y="285"/>
                  </a:lnTo>
                  <a:lnTo>
                    <a:pt x="600" y="293"/>
                  </a:lnTo>
                  <a:lnTo>
                    <a:pt x="606" y="299"/>
                  </a:lnTo>
                  <a:lnTo>
                    <a:pt x="612" y="307"/>
                  </a:lnTo>
                  <a:lnTo>
                    <a:pt x="612" y="307"/>
                  </a:lnTo>
                  <a:lnTo>
                    <a:pt x="630" y="313"/>
                  </a:lnTo>
                  <a:lnTo>
                    <a:pt x="630" y="313"/>
                  </a:lnTo>
                  <a:lnTo>
                    <a:pt x="646" y="313"/>
                  </a:lnTo>
                  <a:lnTo>
                    <a:pt x="646" y="313"/>
                  </a:lnTo>
                  <a:lnTo>
                    <a:pt x="650" y="317"/>
                  </a:lnTo>
                  <a:lnTo>
                    <a:pt x="652" y="319"/>
                  </a:lnTo>
                  <a:lnTo>
                    <a:pt x="656" y="321"/>
                  </a:lnTo>
                  <a:lnTo>
                    <a:pt x="656" y="321"/>
                  </a:lnTo>
                  <a:lnTo>
                    <a:pt x="670" y="321"/>
                  </a:lnTo>
                  <a:lnTo>
                    <a:pt x="670" y="321"/>
                  </a:lnTo>
                  <a:lnTo>
                    <a:pt x="672" y="317"/>
                  </a:lnTo>
                  <a:lnTo>
                    <a:pt x="674" y="313"/>
                  </a:lnTo>
                  <a:lnTo>
                    <a:pt x="678" y="311"/>
                  </a:lnTo>
                  <a:lnTo>
                    <a:pt x="678" y="311"/>
                  </a:lnTo>
                  <a:lnTo>
                    <a:pt x="692" y="311"/>
                  </a:lnTo>
                  <a:lnTo>
                    <a:pt x="692" y="311"/>
                  </a:lnTo>
                  <a:lnTo>
                    <a:pt x="702" y="313"/>
                  </a:lnTo>
                  <a:lnTo>
                    <a:pt x="714" y="319"/>
                  </a:lnTo>
                  <a:lnTo>
                    <a:pt x="736" y="293"/>
                  </a:lnTo>
                  <a:lnTo>
                    <a:pt x="736" y="293"/>
                  </a:lnTo>
                  <a:lnTo>
                    <a:pt x="734" y="261"/>
                  </a:lnTo>
                  <a:lnTo>
                    <a:pt x="734" y="261"/>
                  </a:lnTo>
                  <a:lnTo>
                    <a:pt x="730" y="245"/>
                  </a:lnTo>
                  <a:lnTo>
                    <a:pt x="726" y="233"/>
                  </a:lnTo>
                  <a:lnTo>
                    <a:pt x="732" y="170"/>
                  </a:lnTo>
                  <a:lnTo>
                    <a:pt x="716" y="132"/>
                  </a:lnTo>
                  <a:lnTo>
                    <a:pt x="698" y="92"/>
                  </a:lnTo>
                  <a:lnTo>
                    <a:pt x="696" y="36"/>
                  </a:lnTo>
                  <a:lnTo>
                    <a:pt x="680" y="0"/>
                  </a:lnTo>
                  <a:lnTo>
                    <a:pt x="652" y="32"/>
                  </a:lnTo>
                  <a:lnTo>
                    <a:pt x="630" y="48"/>
                  </a:lnTo>
                  <a:lnTo>
                    <a:pt x="598" y="72"/>
                  </a:lnTo>
                  <a:lnTo>
                    <a:pt x="577" y="88"/>
                  </a:lnTo>
                  <a:lnTo>
                    <a:pt x="543" y="104"/>
                  </a:lnTo>
                  <a:lnTo>
                    <a:pt x="531" y="124"/>
                  </a:lnTo>
                  <a:lnTo>
                    <a:pt x="487" y="152"/>
                  </a:lnTo>
                  <a:lnTo>
                    <a:pt x="409" y="172"/>
                  </a:lnTo>
                  <a:lnTo>
                    <a:pt x="388" y="180"/>
                  </a:lnTo>
                  <a:lnTo>
                    <a:pt x="370" y="198"/>
                  </a:lnTo>
                  <a:lnTo>
                    <a:pt x="340" y="202"/>
                  </a:lnTo>
                  <a:lnTo>
                    <a:pt x="340" y="176"/>
                  </a:lnTo>
                  <a:lnTo>
                    <a:pt x="340" y="150"/>
                  </a:lnTo>
                  <a:lnTo>
                    <a:pt x="322" y="136"/>
                  </a:lnTo>
                  <a:lnTo>
                    <a:pt x="328" y="88"/>
                  </a:lnTo>
                  <a:lnTo>
                    <a:pt x="316" y="68"/>
                  </a:lnTo>
                  <a:lnTo>
                    <a:pt x="294" y="74"/>
                  </a:lnTo>
                  <a:lnTo>
                    <a:pt x="270" y="94"/>
                  </a:lnTo>
                  <a:lnTo>
                    <a:pt x="270" y="94"/>
                  </a:lnTo>
                  <a:lnTo>
                    <a:pt x="228" y="136"/>
                  </a:lnTo>
                  <a:lnTo>
                    <a:pt x="228" y="136"/>
                  </a:lnTo>
                  <a:lnTo>
                    <a:pt x="214" y="150"/>
                  </a:lnTo>
                  <a:lnTo>
                    <a:pt x="199" y="162"/>
                  </a:lnTo>
                  <a:lnTo>
                    <a:pt x="199" y="180"/>
                  </a:lnTo>
                  <a:lnTo>
                    <a:pt x="183" y="206"/>
                  </a:lnTo>
                  <a:lnTo>
                    <a:pt x="157" y="227"/>
                  </a:lnTo>
                  <a:lnTo>
                    <a:pt x="121" y="249"/>
                  </a:lnTo>
                  <a:lnTo>
                    <a:pt x="99" y="259"/>
                  </a:lnTo>
                  <a:lnTo>
                    <a:pt x="79" y="281"/>
                  </a:lnTo>
                  <a:lnTo>
                    <a:pt x="73" y="305"/>
                  </a:lnTo>
                  <a:lnTo>
                    <a:pt x="51" y="337"/>
                  </a:lnTo>
                  <a:lnTo>
                    <a:pt x="29" y="373"/>
                  </a:lnTo>
                  <a:lnTo>
                    <a:pt x="0" y="423"/>
                  </a:lnTo>
                  <a:lnTo>
                    <a:pt x="2" y="443"/>
                  </a:lnTo>
                  <a:lnTo>
                    <a:pt x="2" y="443"/>
                  </a:lnTo>
                  <a:lnTo>
                    <a:pt x="4" y="457"/>
                  </a:lnTo>
                  <a:lnTo>
                    <a:pt x="6" y="474"/>
                  </a:lnTo>
                  <a:lnTo>
                    <a:pt x="6" y="474"/>
                  </a:lnTo>
                  <a:lnTo>
                    <a:pt x="12" y="488"/>
                  </a:lnTo>
                  <a:lnTo>
                    <a:pt x="17" y="500"/>
                  </a:lnTo>
                  <a:lnTo>
                    <a:pt x="17" y="500"/>
                  </a:lnTo>
                  <a:lnTo>
                    <a:pt x="23" y="504"/>
                  </a:lnTo>
                  <a:lnTo>
                    <a:pt x="29" y="506"/>
                  </a:lnTo>
                  <a:lnTo>
                    <a:pt x="33" y="508"/>
                  </a:lnTo>
                  <a:lnTo>
                    <a:pt x="33" y="508"/>
                  </a:lnTo>
                  <a:lnTo>
                    <a:pt x="47" y="500"/>
                  </a:lnTo>
                  <a:lnTo>
                    <a:pt x="61" y="504"/>
                  </a:lnTo>
                  <a:lnTo>
                    <a:pt x="69" y="514"/>
                  </a:lnTo>
                  <a:lnTo>
                    <a:pt x="91" y="524"/>
                  </a:lnTo>
                  <a:lnTo>
                    <a:pt x="91" y="524"/>
                  </a:lnTo>
                  <a:lnTo>
                    <a:pt x="93" y="528"/>
                  </a:lnTo>
                  <a:lnTo>
                    <a:pt x="95" y="536"/>
                  </a:lnTo>
                  <a:lnTo>
                    <a:pt x="95" y="536"/>
                  </a:lnTo>
                  <a:lnTo>
                    <a:pt x="99" y="544"/>
                  </a:lnTo>
                  <a:lnTo>
                    <a:pt x="105" y="550"/>
                  </a:lnTo>
                  <a:lnTo>
                    <a:pt x="105" y="550"/>
                  </a:lnTo>
                  <a:lnTo>
                    <a:pt x="115" y="550"/>
                  </a:lnTo>
                  <a:lnTo>
                    <a:pt x="123" y="548"/>
                  </a:lnTo>
                  <a:lnTo>
                    <a:pt x="139" y="542"/>
                  </a:lnTo>
                  <a:lnTo>
                    <a:pt x="139" y="542"/>
                  </a:lnTo>
                  <a:lnTo>
                    <a:pt x="153" y="526"/>
                  </a:lnTo>
                  <a:lnTo>
                    <a:pt x="153" y="526"/>
                  </a:lnTo>
                  <a:lnTo>
                    <a:pt x="161" y="508"/>
                  </a:lnTo>
                  <a:lnTo>
                    <a:pt x="173" y="500"/>
                  </a:lnTo>
                  <a:lnTo>
                    <a:pt x="173" y="500"/>
                  </a:lnTo>
                  <a:lnTo>
                    <a:pt x="173" y="488"/>
                  </a:lnTo>
                  <a:lnTo>
                    <a:pt x="173" y="488"/>
                  </a:lnTo>
                  <a:lnTo>
                    <a:pt x="181" y="486"/>
                  </a:lnTo>
                  <a:lnTo>
                    <a:pt x="187" y="484"/>
                  </a:lnTo>
                  <a:lnTo>
                    <a:pt x="199" y="480"/>
                  </a:lnTo>
                  <a:lnTo>
                    <a:pt x="218" y="474"/>
                  </a:lnTo>
                  <a:lnTo>
                    <a:pt x="234" y="474"/>
                  </a:lnTo>
                  <a:lnTo>
                    <a:pt x="234" y="474"/>
                  </a:lnTo>
                  <a:lnTo>
                    <a:pt x="246" y="469"/>
                  </a:lnTo>
                  <a:lnTo>
                    <a:pt x="254" y="441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42" name="Freeform 64">
              <a:extLst>
                <a:ext uri="{FF2B5EF4-FFF2-40B4-BE49-F238E27FC236}">
                  <a16:creationId xmlns:a16="http://schemas.microsoft.com/office/drawing/2014/main" id="{E6972681-4122-9D70-F939-081BC0C34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713" y="9523413"/>
              <a:ext cx="815975" cy="876300"/>
            </a:xfrm>
            <a:custGeom>
              <a:avLst/>
              <a:gdLst>
                <a:gd name="T0" fmla="*/ 504 w 514"/>
                <a:gd name="T1" fmla="*/ 291 h 552"/>
                <a:gd name="T2" fmla="*/ 488 w 514"/>
                <a:gd name="T3" fmla="*/ 176 h 552"/>
                <a:gd name="T4" fmla="*/ 488 w 514"/>
                <a:gd name="T5" fmla="*/ 136 h 552"/>
                <a:gd name="T6" fmla="*/ 478 w 514"/>
                <a:gd name="T7" fmla="*/ 64 h 552"/>
                <a:gd name="T8" fmla="*/ 468 w 514"/>
                <a:gd name="T9" fmla="*/ 54 h 552"/>
                <a:gd name="T10" fmla="*/ 444 w 514"/>
                <a:gd name="T11" fmla="*/ 52 h 552"/>
                <a:gd name="T12" fmla="*/ 438 w 514"/>
                <a:gd name="T13" fmla="*/ 58 h 552"/>
                <a:gd name="T14" fmla="*/ 422 w 514"/>
                <a:gd name="T15" fmla="*/ 62 h 552"/>
                <a:gd name="T16" fmla="*/ 416 w 514"/>
                <a:gd name="T17" fmla="*/ 58 h 552"/>
                <a:gd name="T18" fmla="*/ 396 w 514"/>
                <a:gd name="T19" fmla="*/ 54 h 552"/>
                <a:gd name="T20" fmla="*/ 372 w 514"/>
                <a:gd name="T21" fmla="*/ 40 h 552"/>
                <a:gd name="T22" fmla="*/ 362 w 514"/>
                <a:gd name="T23" fmla="*/ 10 h 552"/>
                <a:gd name="T24" fmla="*/ 353 w 514"/>
                <a:gd name="T25" fmla="*/ 4 h 552"/>
                <a:gd name="T26" fmla="*/ 333 w 514"/>
                <a:gd name="T27" fmla="*/ 18 h 552"/>
                <a:gd name="T28" fmla="*/ 315 w 514"/>
                <a:gd name="T29" fmla="*/ 22 h 552"/>
                <a:gd name="T30" fmla="*/ 277 w 514"/>
                <a:gd name="T31" fmla="*/ 30 h 552"/>
                <a:gd name="T32" fmla="*/ 237 w 514"/>
                <a:gd name="T33" fmla="*/ 4 h 552"/>
                <a:gd name="T34" fmla="*/ 211 w 514"/>
                <a:gd name="T35" fmla="*/ 6 h 552"/>
                <a:gd name="T36" fmla="*/ 189 w 514"/>
                <a:gd name="T37" fmla="*/ 18 h 552"/>
                <a:gd name="T38" fmla="*/ 156 w 514"/>
                <a:gd name="T39" fmla="*/ 38 h 552"/>
                <a:gd name="T40" fmla="*/ 146 w 514"/>
                <a:gd name="T41" fmla="*/ 30 h 552"/>
                <a:gd name="T42" fmla="*/ 124 w 514"/>
                <a:gd name="T43" fmla="*/ 18 h 552"/>
                <a:gd name="T44" fmla="*/ 96 w 514"/>
                <a:gd name="T45" fmla="*/ 24 h 552"/>
                <a:gd name="T46" fmla="*/ 94 w 514"/>
                <a:gd name="T47" fmla="*/ 32 h 552"/>
                <a:gd name="T48" fmla="*/ 88 w 514"/>
                <a:gd name="T49" fmla="*/ 44 h 552"/>
                <a:gd name="T50" fmla="*/ 88 w 514"/>
                <a:gd name="T51" fmla="*/ 62 h 552"/>
                <a:gd name="T52" fmla="*/ 74 w 514"/>
                <a:gd name="T53" fmla="*/ 80 h 552"/>
                <a:gd name="T54" fmla="*/ 60 w 514"/>
                <a:gd name="T55" fmla="*/ 94 h 552"/>
                <a:gd name="T56" fmla="*/ 44 w 514"/>
                <a:gd name="T57" fmla="*/ 140 h 552"/>
                <a:gd name="T58" fmla="*/ 38 w 514"/>
                <a:gd name="T59" fmla="*/ 156 h 552"/>
                <a:gd name="T60" fmla="*/ 0 w 514"/>
                <a:gd name="T61" fmla="*/ 215 h 552"/>
                <a:gd name="T62" fmla="*/ 20 w 514"/>
                <a:gd name="T63" fmla="*/ 237 h 552"/>
                <a:gd name="T64" fmla="*/ 24 w 514"/>
                <a:gd name="T65" fmla="*/ 249 h 552"/>
                <a:gd name="T66" fmla="*/ 64 w 514"/>
                <a:gd name="T67" fmla="*/ 291 h 552"/>
                <a:gd name="T68" fmla="*/ 126 w 514"/>
                <a:gd name="T69" fmla="*/ 333 h 552"/>
                <a:gd name="T70" fmla="*/ 144 w 514"/>
                <a:gd name="T71" fmla="*/ 363 h 552"/>
                <a:gd name="T72" fmla="*/ 158 w 514"/>
                <a:gd name="T73" fmla="*/ 385 h 552"/>
                <a:gd name="T74" fmla="*/ 177 w 514"/>
                <a:gd name="T75" fmla="*/ 397 h 552"/>
                <a:gd name="T76" fmla="*/ 191 w 514"/>
                <a:gd name="T77" fmla="*/ 409 h 552"/>
                <a:gd name="T78" fmla="*/ 201 w 514"/>
                <a:gd name="T79" fmla="*/ 409 h 552"/>
                <a:gd name="T80" fmla="*/ 213 w 514"/>
                <a:gd name="T81" fmla="*/ 409 h 552"/>
                <a:gd name="T82" fmla="*/ 215 w 514"/>
                <a:gd name="T83" fmla="*/ 413 h 552"/>
                <a:gd name="T84" fmla="*/ 221 w 514"/>
                <a:gd name="T85" fmla="*/ 419 h 552"/>
                <a:gd name="T86" fmla="*/ 231 w 514"/>
                <a:gd name="T87" fmla="*/ 441 h 552"/>
                <a:gd name="T88" fmla="*/ 243 w 514"/>
                <a:gd name="T89" fmla="*/ 467 h 552"/>
                <a:gd name="T90" fmla="*/ 259 w 514"/>
                <a:gd name="T91" fmla="*/ 504 h 552"/>
                <a:gd name="T92" fmla="*/ 285 w 514"/>
                <a:gd name="T93" fmla="*/ 534 h 552"/>
                <a:gd name="T94" fmla="*/ 309 w 514"/>
                <a:gd name="T95" fmla="*/ 546 h 552"/>
                <a:gd name="T96" fmla="*/ 329 w 514"/>
                <a:gd name="T97" fmla="*/ 546 h 552"/>
                <a:gd name="T98" fmla="*/ 337 w 514"/>
                <a:gd name="T99" fmla="*/ 548 h 552"/>
                <a:gd name="T100" fmla="*/ 366 w 514"/>
                <a:gd name="T101" fmla="*/ 540 h 552"/>
                <a:gd name="T102" fmla="*/ 366 w 514"/>
                <a:gd name="T103" fmla="*/ 524 h 552"/>
                <a:gd name="T104" fmla="*/ 388 w 514"/>
                <a:gd name="T105" fmla="*/ 506 h 552"/>
                <a:gd name="T106" fmla="*/ 420 w 514"/>
                <a:gd name="T107" fmla="*/ 496 h 552"/>
                <a:gd name="T108" fmla="*/ 436 w 514"/>
                <a:gd name="T109" fmla="*/ 494 h 552"/>
                <a:gd name="T110" fmla="*/ 468 w 514"/>
                <a:gd name="T111" fmla="*/ 500 h 552"/>
                <a:gd name="T112" fmla="*/ 486 w 514"/>
                <a:gd name="T113" fmla="*/ 471 h 552"/>
                <a:gd name="T114" fmla="*/ 494 w 514"/>
                <a:gd name="T115" fmla="*/ 443 h 552"/>
                <a:gd name="T116" fmla="*/ 514 w 514"/>
                <a:gd name="T117" fmla="*/ 405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14" h="552">
                  <a:moveTo>
                    <a:pt x="508" y="367"/>
                  </a:moveTo>
                  <a:lnTo>
                    <a:pt x="502" y="333"/>
                  </a:lnTo>
                  <a:lnTo>
                    <a:pt x="504" y="291"/>
                  </a:lnTo>
                  <a:lnTo>
                    <a:pt x="492" y="223"/>
                  </a:lnTo>
                  <a:lnTo>
                    <a:pt x="488" y="176"/>
                  </a:lnTo>
                  <a:lnTo>
                    <a:pt x="488" y="176"/>
                  </a:lnTo>
                  <a:lnTo>
                    <a:pt x="488" y="158"/>
                  </a:lnTo>
                  <a:lnTo>
                    <a:pt x="488" y="136"/>
                  </a:lnTo>
                  <a:lnTo>
                    <a:pt x="488" y="136"/>
                  </a:lnTo>
                  <a:lnTo>
                    <a:pt x="482" y="120"/>
                  </a:lnTo>
                  <a:lnTo>
                    <a:pt x="476" y="108"/>
                  </a:lnTo>
                  <a:lnTo>
                    <a:pt x="478" y="64"/>
                  </a:lnTo>
                  <a:lnTo>
                    <a:pt x="480" y="60"/>
                  </a:lnTo>
                  <a:lnTo>
                    <a:pt x="468" y="54"/>
                  </a:lnTo>
                  <a:lnTo>
                    <a:pt x="468" y="54"/>
                  </a:lnTo>
                  <a:lnTo>
                    <a:pt x="458" y="52"/>
                  </a:lnTo>
                  <a:lnTo>
                    <a:pt x="458" y="52"/>
                  </a:lnTo>
                  <a:lnTo>
                    <a:pt x="444" y="52"/>
                  </a:lnTo>
                  <a:lnTo>
                    <a:pt x="444" y="52"/>
                  </a:lnTo>
                  <a:lnTo>
                    <a:pt x="440" y="54"/>
                  </a:lnTo>
                  <a:lnTo>
                    <a:pt x="438" y="58"/>
                  </a:lnTo>
                  <a:lnTo>
                    <a:pt x="436" y="62"/>
                  </a:lnTo>
                  <a:lnTo>
                    <a:pt x="436" y="62"/>
                  </a:lnTo>
                  <a:lnTo>
                    <a:pt x="422" y="62"/>
                  </a:lnTo>
                  <a:lnTo>
                    <a:pt x="422" y="62"/>
                  </a:lnTo>
                  <a:lnTo>
                    <a:pt x="418" y="60"/>
                  </a:lnTo>
                  <a:lnTo>
                    <a:pt x="416" y="58"/>
                  </a:lnTo>
                  <a:lnTo>
                    <a:pt x="412" y="54"/>
                  </a:lnTo>
                  <a:lnTo>
                    <a:pt x="412" y="54"/>
                  </a:lnTo>
                  <a:lnTo>
                    <a:pt x="396" y="54"/>
                  </a:lnTo>
                  <a:lnTo>
                    <a:pt x="396" y="54"/>
                  </a:lnTo>
                  <a:lnTo>
                    <a:pt x="378" y="48"/>
                  </a:lnTo>
                  <a:lnTo>
                    <a:pt x="372" y="40"/>
                  </a:lnTo>
                  <a:lnTo>
                    <a:pt x="366" y="34"/>
                  </a:lnTo>
                  <a:lnTo>
                    <a:pt x="362" y="26"/>
                  </a:lnTo>
                  <a:lnTo>
                    <a:pt x="362" y="10"/>
                  </a:lnTo>
                  <a:lnTo>
                    <a:pt x="362" y="10"/>
                  </a:lnTo>
                  <a:lnTo>
                    <a:pt x="353" y="4"/>
                  </a:lnTo>
                  <a:lnTo>
                    <a:pt x="353" y="4"/>
                  </a:lnTo>
                  <a:lnTo>
                    <a:pt x="345" y="4"/>
                  </a:lnTo>
                  <a:lnTo>
                    <a:pt x="345" y="4"/>
                  </a:lnTo>
                  <a:lnTo>
                    <a:pt x="333" y="18"/>
                  </a:lnTo>
                  <a:lnTo>
                    <a:pt x="333" y="18"/>
                  </a:lnTo>
                  <a:lnTo>
                    <a:pt x="315" y="22"/>
                  </a:lnTo>
                  <a:lnTo>
                    <a:pt x="315" y="22"/>
                  </a:lnTo>
                  <a:lnTo>
                    <a:pt x="305" y="24"/>
                  </a:lnTo>
                  <a:lnTo>
                    <a:pt x="297" y="28"/>
                  </a:lnTo>
                  <a:lnTo>
                    <a:pt x="277" y="30"/>
                  </a:lnTo>
                  <a:lnTo>
                    <a:pt x="249" y="26"/>
                  </a:lnTo>
                  <a:lnTo>
                    <a:pt x="237" y="26"/>
                  </a:lnTo>
                  <a:lnTo>
                    <a:pt x="237" y="4"/>
                  </a:lnTo>
                  <a:lnTo>
                    <a:pt x="227" y="0"/>
                  </a:lnTo>
                  <a:lnTo>
                    <a:pt x="211" y="6"/>
                  </a:lnTo>
                  <a:lnTo>
                    <a:pt x="211" y="6"/>
                  </a:lnTo>
                  <a:lnTo>
                    <a:pt x="199" y="12"/>
                  </a:lnTo>
                  <a:lnTo>
                    <a:pt x="199" y="12"/>
                  </a:lnTo>
                  <a:lnTo>
                    <a:pt x="189" y="18"/>
                  </a:lnTo>
                  <a:lnTo>
                    <a:pt x="179" y="28"/>
                  </a:lnTo>
                  <a:lnTo>
                    <a:pt x="179" y="28"/>
                  </a:lnTo>
                  <a:lnTo>
                    <a:pt x="156" y="38"/>
                  </a:lnTo>
                  <a:lnTo>
                    <a:pt x="156" y="38"/>
                  </a:lnTo>
                  <a:lnTo>
                    <a:pt x="150" y="34"/>
                  </a:lnTo>
                  <a:lnTo>
                    <a:pt x="146" y="30"/>
                  </a:lnTo>
                  <a:lnTo>
                    <a:pt x="146" y="30"/>
                  </a:lnTo>
                  <a:lnTo>
                    <a:pt x="136" y="24"/>
                  </a:lnTo>
                  <a:lnTo>
                    <a:pt x="124" y="18"/>
                  </a:lnTo>
                  <a:lnTo>
                    <a:pt x="124" y="18"/>
                  </a:lnTo>
                  <a:lnTo>
                    <a:pt x="110" y="20"/>
                  </a:lnTo>
                  <a:lnTo>
                    <a:pt x="96" y="24"/>
                  </a:lnTo>
                  <a:lnTo>
                    <a:pt x="96" y="24"/>
                  </a:lnTo>
                  <a:lnTo>
                    <a:pt x="94" y="28"/>
                  </a:lnTo>
                  <a:lnTo>
                    <a:pt x="94" y="32"/>
                  </a:lnTo>
                  <a:lnTo>
                    <a:pt x="96" y="38"/>
                  </a:lnTo>
                  <a:lnTo>
                    <a:pt x="88" y="44"/>
                  </a:lnTo>
                  <a:lnTo>
                    <a:pt x="88" y="44"/>
                  </a:lnTo>
                  <a:lnTo>
                    <a:pt x="88" y="52"/>
                  </a:lnTo>
                  <a:lnTo>
                    <a:pt x="88" y="62"/>
                  </a:lnTo>
                  <a:lnTo>
                    <a:pt x="88" y="62"/>
                  </a:lnTo>
                  <a:lnTo>
                    <a:pt x="74" y="70"/>
                  </a:lnTo>
                  <a:lnTo>
                    <a:pt x="74" y="70"/>
                  </a:lnTo>
                  <a:lnTo>
                    <a:pt x="74" y="80"/>
                  </a:lnTo>
                  <a:lnTo>
                    <a:pt x="72" y="90"/>
                  </a:lnTo>
                  <a:lnTo>
                    <a:pt x="72" y="90"/>
                  </a:lnTo>
                  <a:lnTo>
                    <a:pt x="60" y="94"/>
                  </a:lnTo>
                  <a:lnTo>
                    <a:pt x="50" y="104"/>
                  </a:lnTo>
                  <a:lnTo>
                    <a:pt x="44" y="122"/>
                  </a:lnTo>
                  <a:lnTo>
                    <a:pt x="44" y="140"/>
                  </a:lnTo>
                  <a:lnTo>
                    <a:pt x="44" y="140"/>
                  </a:lnTo>
                  <a:lnTo>
                    <a:pt x="38" y="156"/>
                  </a:lnTo>
                  <a:lnTo>
                    <a:pt x="38" y="156"/>
                  </a:lnTo>
                  <a:lnTo>
                    <a:pt x="20" y="182"/>
                  </a:lnTo>
                  <a:lnTo>
                    <a:pt x="12" y="210"/>
                  </a:lnTo>
                  <a:lnTo>
                    <a:pt x="0" y="215"/>
                  </a:lnTo>
                  <a:lnTo>
                    <a:pt x="12" y="231"/>
                  </a:lnTo>
                  <a:lnTo>
                    <a:pt x="12" y="231"/>
                  </a:lnTo>
                  <a:lnTo>
                    <a:pt x="20" y="237"/>
                  </a:lnTo>
                  <a:lnTo>
                    <a:pt x="20" y="237"/>
                  </a:lnTo>
                  <a:lnTo>
                    <a:pt x="24" y="243"/>
                  </a:lnTo>
                  <a:lnTo>
                    <a:pt x="24" y="249"/>
                  </a:lnTo>
                  <a:lnTo>
                    <a:pt x="38" y="257"/>
                  </a:lnTo>
                  <a:lnTo>
                    <a:pt x="48" y="271"/>
                  </a:lnTo>
                  <a:lnTo>
                    <a:pt x="64" y="291"/>
                  </a:lnTo>
                  <a:lnTo>
                    <a:pt x="88" y="299"/>
                  </a:lnTo>
                  <a:lnTo>
                    <a:pt x="108" y="315"/>
                  </a:lnTo>
                  <a:lnTo>
                    <a:pt x="126" y="333"/>
                  </a:lnTo>
                  <a:lnTo>
                    <a:pt x="134" y="349"/>
                  </a:lnTo>
                  <a:lnTo>
                    <a:pt x="140" y="357"/>
                  </a:lnTo>
                  <a:lnTo>
                    <a:pt x="144" y="363"/>
                  </a:lnTo>
                  <a:lnTo>
                    <a:pt x="154" y="373"/>
                  </a:lnTo>
                  <a:lnTo>
                    <a:pt x="158" y="385"/>
                  </a:lnTo>
                  <a:lnTo>
                    <a:pt x="158" y="385"/>
                  </a:lnTo>
                  <a:lnTo>
                    <a:pt x="167" y="393"/>
                  </a:lnTo>
                  <a:lnTo>
                    <a:pt x="167" y="393"/>
                  </a:lnTo>
                  <a:lnTo>
                    <a:pt x="177" y="397"/>
                  </a:lnTo>
                  <a:lnTo>
                    <a:pt x="187" y="407"/>
                  </a:lnTo>
                  <a:lnTo>
                    <a:pt x="187" y="407"/>
                  </a:lnTo>
                  <a:lnTo>
                    <a:pt x="191" y="409"/>
                  </a:lnTo>
                  <a:lnTo>
                    <a:pt x="197" y="413"/>
                  </a:lnTo>
                  <a:lnTo>
                    <a:pt x="197" y="413"/>
                  </a:lnTo>
                  <a:lnTo>
                    <a:pt x="201" y="409"/>
                  </a:lnTo>
                  <a:lnTo>
                    <a:pt x="205" y="407"/>
                  </a:lnTo>
                  <a:lnTo>
                    <a:pt x="205" y="407"/>
                  </a:lnTo>
                  <a:lnTo>
                    <a:pt x="213" y="409"/>
                  </a:lnTo>
                  <a:lnTo>
                    <a:pt x="213" y="409"/>
                  </a:lnTo>
                  <a:lnTo>
                    <a:pt x="215" y="411"/>
                  </a:lnTo>
                  <a:lnTo>
                    <a:pt x="215" y="413"/>
                  </a:lnTo>
                  <a:lnTo>
                    <a:pt x="215" y="413"/>
                  </a:lnTo>
                  <a:lnTo>
                    <a:pt x="221" y="419"/>
                  </a:lnTo>
                  <a:lnTo>
                    <a:pt x="221" y="419"/>
                  </a:lnTo>
                  <a:lnTo>
                    <a:pt x="223" y="423"/>
                  </a:lnTo>
                  <a:lnTo>
                    <a:pt x="225" y="427"/>
                  </a:lnTo>
                  <a:lnTo>
                    <a:pt x="231" y="441"/>
                  </a:lnTo>
                  <a:lnTo>
                    <a:pt x="241" y="457"/>
                  </a:lnTo>
                  <a:lnTo>
                    <a:pt x="239" y="459"/>
                  </a:lnTo>
                  <a:lnTo>
                    <a:pt x="243" y="467"/>
                  </a:lnTo>
                  <a:lnTo>
                    <a:pt x="247" y="473"/>
                  </a:lnTo>
                  <a:lnTo>
                    <a:pt x="255" y="480"/>
                  </a:lnTo>
                  <a:lnTo>
                    <a:pt x="259" y="504"/>
                  </a:lnTo>
                  <a:lnTo>
                    <a:pt x="265" y="516"/>
                  </a:lnTo>
                  <a:lnTo>
                    <a:pt x="269" y="524"/>
                  </a:lnTo>
                  <a:lnTo>
                    <a:pt x="285" y="534"/>
                  </a:lnTo>
                  <a:lnTo>
                    <a:pt x="291" y="546"/>
                  </a:lnTo>
                  <a:lnTo>
                    <a:pt x="309" y="546"/>
                  </a:lnTo>
                  <a:lnTo>
                    <a:pt x="309" y="546"/>
                  </a:lnTo>
                  <a:lnTo>
                    <a:pt x="315" y="552"/>
                  </a:lnTo>
                  <a:lnTo>
                    <a:pt x="315" y="552"/>
                  </a:lnTo>
                  <a:lnTo>
                    <a:pt x="329" y="546"/>
                  </a:lnTo>
                  <a:lnTo>
                    <a:pt x="329" y="546"/>
                  </a:lnTo>
                  <a:lnTo>
                    <a:pt x="337" y="548"/>
                  </a:lnTo>
                  <a:lnTo>
                    <a:pt x="337" y="548"/>
                  </a:lnTo>
                  <a:lnTo>
                    <a:pt x="353" y="542"/>
                  </a:lnTo>
                  <a:lnTo>
                    <a:pt x="353" y="542"/>
                  </a:lnTo>
                  <a:lnTo>
                    <a:pt x="366" y="540"/>
                  </a:lnTo>
                  <a:lnTo>
                    <a:pt x="366" y="540"/>
                  </a:lnTo>
                  <a:lnTo>
                    <a:pt x="368" y="534"/>
                  </a:lnTo>
                  <a:lnTo>
                    <a:pt x="366" y="524"/>
                  </a:lnTo>
                  <a:lnTo>
                    <a:pt x="374" y="508"/>
                  </a:lnTo>
                  <a:lnTo>
                    <a:pt x="388" y="506"/>
                  </a:lnTo>
                  <a:lnTo>
                    <a:pt x="388" y="506"/>
                  </a:lnTo>
                  <a:lnTo>
                    <a:pt x="394" y="496"/>
                  </a:lnTo>
                  <a:lnTo>
                    <a:pt x="394" y="496"/>
                  </a:lnTo>
                  <a:lnTo>
                    <a:pt x="420" y="496"/>
                  </a:lnTo>
                  <a:lnTo>
                    <a:pt x="428" y="500"/>
                  </a:lnTo>
                  <a:lnTo>
                    <a:pt x="428" y="500"/>
                  </a:lnTo>
                  <a:lnTo>
                    <a:pt x="436" y="494"/>
                  </a:lnTo>
                  <a:lnTo>
                    <a:pt x="436" y="494"/>
                  </a:lnTo>
                  <a:lnTo>
                    <a:pt x="462" y="494"/>
                  </a:lnTo>
                  <a:lnTo>
                    <a:pt x="468" y="500"/>
                  </a:lnTo>
                  <a:lnTo>
                    <a:pt x="480" y="496"/>
                  </a:lnTo>
                  <a:lnTo>
                    <a:pt x="480" y="484"/>
                  </a:lnTo>
                  <a:lnTo>
                    <a:pt x="486" y="471"/>
                  </a:lnTo>
                  <a:lnTo>
                    <a:pt x="498" y="451"/>
                  </a:lnTo>
                  <a:lnTo>
                    <a:pt x="498" y="451"/>
                  </a:lnTo>
                  <a:lnTo>
                    <a:pt x="494" y="443"/>
                  </a:lnTo>
                  <a:lnTo>
                    <a:pt x="494" y="443"/>
                  </a:lnTo>
                  <a:lnTo>
                    <a:pt x="498" y="431"/>
                  </a:lnTo>
                  <a:lnTo>
                    <a:pt x="514" y="405"/>
                  </a:lnTo>
                  <a:lnTo>
                    <a:pt x="512" y="369"/>
                  </a:lnTo>
                  <a:lnTo>
                    <a:pt x="508" y="367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43" name="Freeform 65">
              <a:extLst>
                <a:ext uri="{FF2B5EF4-FFF2-40B4-BE49-F238E27FC236}">
                  <a16:creationId xmlns:a16="http://schemas.microsoft.com/office/drawing/2014/main" id="{0BDD8439-23AB-6C52-4F1B-6F201AF28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9013" y="10083800"/>
              <a:ext cx="749300" cy="604838"/>
            </a:xfrm>
            <a:custGeom>
              <a:avLst/>
              <a:gdLst>
                <a:gd name="T0" fmla="*/ 420 w 472"/>
                <a:gd name="T1" fmla="*/ 259 h 381"/>
                <a:gd name="T2" fmla="*/ 384 w 472"/>
                <a:gd name="T3" fmla="*/ 255 h 381"/>
                <a:gd name="T4" fmla="*/ 371 w 472"/>
                <a:gd name="T5" fmla="*/ 253 h 381"/>
                <a:gd name="T6" fmla="*/ 359 w 472"/>
                <a:gd name="T7" fmla="*/ 245 h 381"/>
                <a:gd name="T8" fmla="*/ 335 w 472"/>
                <a:gd name="T9" fmla="*/ 223 h 381"/>
                <a:gd name="T10" fmla="*/ 313 w 472"/>
                <a:gd name="T11" fmla="*/ 179 h 381"/>
                <a:gd name="T12" fmla="*/ 299 w 472"/>
                <a:gd name="T13" fmla="*/ 151 h 381"/>
                <a:gd name="T14" fmla="*/ 285 w 472"/>
                <a:gd name="T15" fmla="*/ 120 h 381"/>
                <a:gd name="T16" fmla="*/ 285 w 472"/>
                <a:gd name="T17" fmla="*/ 112 h 381"/>
                <a:gd name="T18" fmla="*/ 279 w 472"/>
                <a:gd name="T19" fmla="*/ 88 h 381"/>
                <a:gd name="T20" fmla="*/ 259 w 472"/>
                <a:gd name="T21" fmla="*/ 52 h 381"/>
                <a:gd name="T22" fmla="*/ 237 w 472"/>
                <a:gd name="T23" fmla="*/ 8 h 381"/>
                <a:gd name="T24" fmla="*/ 124 w 472"/>
                <a:gd name="T25" fmla="*/ 0 h 381"/>
                <a:gd name="T26" fmla="*/ 92 w 472"/>
                <a:gd name="T27" fmla="*/ 8 h 381"/>
                <a:gd name="T28" fmla="*/ 80 w 472"/>
                <a:gd name="T29" fmla="*/ 12 h 381"/>
                <a:gd name="T30" fmla="*/ 66 w 472"/>
                <a:gd name="T31" fmla="*/ 14 h 381"/>
                <a:gd name="T32" fmla="*/ 64 w 472"/>
                <a:gd name="T33" fmla="*/ 36 h 381"/>
                <a:gd name="T34" fmla="*/ 56 w 472"/>
                <a:gd name="T35" fmla="*/ 58 h 381"/>
                <a:gd name="T36" fmla="*/ 48 w 472"/>
                <a:gd name="T37" fmla="*/ 82 h 381"/>
                <a:gd name="T38" fmla="*/ 32 w 472"/>
                <a:gd name="T39" fmla="*/ 141 h 381"/>
                <a:gd name="T40" fmla="*/ 0 w 472"/>
                <a:gd name="T41" fmla="*/ 171 h 381"/>
                <a:gd name="T42" fmla="*/ 14 w 472"/>
                <a:gd name="T43" fmla="*/ 223 h 381"/>
                <a:gd name="T44" fmla="*/ 16 w 472"/>
                <a:gd name="T45" fmla="*/ 233 h 381"/>
                <a:gd name="T46" fmla="*/ 28 w 472"/>
                <a:gd name="T47" fmla="*/ 239 h 381"/>
                <a:gd name="T48" fmla="*/ 44 w 472"/>
                <a:gd name="T49" fmla="*/ 255 h 381"/>
                <a:gd name="T50" fmla="*/ 52 w 472"/>
                <a:gd name="T51" fmla="*/ 253 h 381"/>
                <a:gd name="T52" fmla="*/ 72 w 472"/>
                <a:gd name="T53" fmla="*/ 275 h 381"/>
                <a:gd name="T54" fmla="*/ 74 w 472"/>
                <a:gd name="T55" fmla="*/ 283 h 381"/>
                <a:gd name="T56" fmla="*/ 102 w 472"/>
                <a:gd name="T57" fmla="*/ 303 h 381"/>
                <a:gd name="T58" fmla="*/ 162 w 472"/>
                <a:gd name="T59" fmla="*/ 341 h 381"/>
                <a:gd name="T60" fmla="*/ 187 w 472"/>
                <a:gd name="T61" fmla="*/ 357 h 381"/>
                <a:gd name="T62" fmla="*/ 199 w 472"/>
                <a:gd name="T63" fmla="*/ 373 h 381"/>
                <a:gd name="T64" fmla="*/ 229 w 472"/>
                <a:gd name="T65" fmla="*/ 377 h 381"/>
                <a:gd name="T66" fmla="*/ 255 w 472"/>
                <a:gd name="T67" fmla="*/ 381 h 381"/>
                <a:gd name="T68" fmla="*/ 275 w 472"/>
                <a:gd name="T69" fmla="*/ 377 h 381"/>
                <a:gd name="T70" fmla="*/ 285 w 472"/>
                <a:gd name="T71" fmla="*/ 373 h 381"/>
                <a:gd name="T72" fmla="*/ 293 w 472"/>
                <a:gd name="T73" fmla="*/ 367 h 381"/>
                <a:gd name="T74" fmla="*/ 289 w 472"/>
                <a:gd name="T75" fmla="*/ 353 h 381"/>
                <a:gd name="T76" fmla="*/ 285 w 472"/>
                <a:gd name="T77" fmla="*/ 339 h 381"/>
                <a:gd name="T78" fmla="*/ 297 w 472"/>
                <a:gd name="T79" fmla="*/ 331 h 381"/>
                <a:gd name="T80" fmla="*/ 315 w 472"/>
                <a:gd name="T81" fmla="*/ 327 h 381"/>
                <a:gd name="T82" fmla="*/ 331 w 472"/>
                <a:gd name="T83" fmla="*/ 325 h 381"/>
                <a:gd name="T84" fmla="*/ 345 w 472"/>
                <a:gd name="T85" fmla="*/ 323 h 381"/>
                <a:gd name="T86" fmla="*/ 367 w 472"/>
                <a:gd name="T87" fmla="*/ 331 h 381"/>
                <a:gd name="T88" fmla="*/ 412 w 472"/>
                <a:gd name="T89" fmla="*/ 351 h 381"/>
                <a:gd name="T90" fmla="*/ 456 w 472"/>
                <a:gd name="T91" fmla="*/ 349 h 381"/>
                <a:gd name="T92" fmla="*/ 466 w 472"/>
                <a:gd name="T93" fmla="*/ 343 h 381"/>
                <a:gd name="T94" fmla="*/ 466 w 472"/>
                <a:gd name="T95" fmla="*/ 331 h 381"/>
                <a:gd name="T96" fmla="*/ 466 w 472"/>
                <a:gd name="T97" fmla="*/ 313 h 381"/>
                <a:gd name="T98" fmla="*/ 472 w 472"/>
                <a:gd name="T99" fmla="*/ 303 h 381"/>
                <a:gd name="T100" fmla="*/ 472 w 472"/>
                <a:gd name="T101" fmla="*/ 293 h 381"/>
                <a:gd name="T102" fmla="*/ 460 w 472"/>
                <a:gd name="T103" fmla="*/ 281 h 381"/>
                <a:gd name="T104" fmla="*/ 454 w 472"/>
                <a:gd name="T105" fmla="*/ 263 h 381"/>
                <a:gd name="T106" fmla="*/ 438 w 472"/>
                <a:gd name="T107" fmla="*/ 255 h 381"/>
                <a:gd name="T108" fmla="*/ 420 w 472"/>
                <a:gd name="T109" fmla="*/ 259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72" h="381">
                  <a:moveTo>
                    <a:pt x="420" y="259"/>
                  </a:moveTo>
                  <a:lnTo>
                    <a:pt x="420" y="259"/>
                  </a:lnTo>
                  <a:lnTo>
                    <a:pt x="406" y="265"/>
                  </a:lnTo>
                  <a:lnTo>
                    <a:pt x="384" y="255"/>
                  </a:lnTo>
                  <a:lnTo>
                    <a:pt x="384" y="255"/>
                  </a:lnTo>
                  <a:lnTo>
                    <a:pt x="371" y="253"/>
                  </a:lnTo>
                  <a:lnTo>
                    <a:pt x="371" y="253"/>
                  </a:lnTo>
                  <a:lnTo>
                    <a:pt x="359" y="245"/>
                  </a:lnTo>
                  <a:lnTo>
                    <a:pt x="349" y="235"/>
                  </a:lnTo>
                  <a:lnTo>
                    <a:pt x="335" y="223"/>
                  </a:lnTo>
                  <a:lnTo>
                    <a:pt x="319" y="197"/>
                  </a:lnTo>
                  <a:lnTo>
                    <a:pt x="313" y="179"/>
                  </a:lnTo>
                  <a:lnTo>
                    <a:pt x="311" y="161"/>
                  </a:lnTo>
                  <a:lnTo>
                    <a:pt x="299" y="151"/>
                  </a:lnTo>
                  <a:lnTo>
                    <a:pt x="285" y="120"/>
                  </a:lnTo>
                  <a:lnTo>
                    <a:pt x="285" y="120"/>
                  </a:lnTo>
                  <a:lnTo>
                    <a:pt x="285" y="112"/>
                  </a:lnTo>
                  <a:lnTo>
                    <a:pt x="285" y="112"/>
                  </a:lnTo>
                  <a:lnTo>
                    <a:pt x="285" y="106"/>
                  </a:lnTo>
                  <a:lnTo>
                    <a:pt x="279" y="88"/>
                  </a:lnTo>
                  <a:lnTo>
                    <a:pt x="269" y="78"/>
                  </a:lnTo>
                  <a:lnTo>
                    <a:pt x="259" y="52"/>
                  </a:lnTo>
                  <a:lnTo>
                    <a:pt x="259" y="28"/>
                  </a:lnTo>
                  <a:lnTo>
                    <a:pt x="237" y="8"/>
                  </a:lnTo>
                  <a:lnTo>
                    <a:pt x="154" y="4"/>
                  </a:lnTo>
                  <a:lnTo>
                    <a:pt x="124" y="0"/>
                  </a:lnTo>
                  <a:lnTo>
                    <a:pt x="108" y="8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80" y="12"/>
                  </a:lnTo>
                  <a:lnTo>
                    <a:pt x="80" y="12"/>
                  </a:lnTo>
                  <a:lnTo>
                    <a:pt x="66" y="14"/>
                  </a:lnTo>
                  <a:lnTo>
                    <a:pt x="66" y="14"/>
                  </a:lnTo>
                  <a:lnTo>
                    <a:pt x="64" y="36"/>
                  </a:lnTo>
                  <a:lnTo>
                    <a:pt x="64" y="36"/>
                  </a:lnTo>
                  <a:lnTo>
                    <a:pt x="56" y="58"/>
                  </a:lnTo>
                  <a:lnTo>
                    <a:pt x="56" y="58"/>
                  </a:lnTo>
                  <a:lnTo>
                    <a:pt x="48" y="82"/>
                  </a:lnTo>
                  <a:lnTo>
                    <a:pt x="38" y="104"/>
                  </a:lnTo>
                  <a:lnTo>
                    <a:pt x="32" y="141"/>
                  </a:lnTo>
                  <a:lnTo>
                    <a:pt x="12" y="165"/>
                  </a:lnTo>
                  <a:lnTo>
                    <a:pt x="0" y="171"/>
                  </a:lnTo>
                  <a:lnTo>
                    <a:pt x="8" y="211"/>
                  </a:lnTo>
                  <a:lnTo>
                    <a:pt x="14" y="223"/>
                  </a:lnTo>
                  <a:lnTo>
                    <a:pt x="16" y="233"/>
                  </a:lnTo>
                  <a:lnTo>
                    <a:pt x="16" y="233"/>
                  </a:lnTo>
                  <a:lnTo>
                    <a:pt x="28" y="239"/>
                  </a:lnTo>
                  <a:lnTo>
                    <a:pt x="28" y="239"/>
                  </a:lnTo>
                  <a:lnTo>
                    <a:pt x="36" y="241"/>
                  </a:lnTo>
                  <a:lnTo>
                    <a:pt x="44" y="255"/>
                  </a:lnTo>
                  <a:lnTo>
                    <a:pt x="52" y="253"/>
                  </a:lnTo>
                  <a:lnTo>
                    <a:pt x="52" y="253"/>
                  </a:lnTo>
                  <a:lnTo>
                    <a:pt x="62" y="263"/>
                  </a:lnTo>
                  <a:lnTo>
                    <a:pt x="72" y="275"/>
                  </a:lnTo>
                  <a:lnTo>
                    <a:pt x="72" y="275"/>
                  </a:lnTo>
                  <a:lnTo>
                    <a:pt x="74" y="283"/>
                  </a:lnTo>
                  <a:lnTo>
                    <a:pt x="90" y="289"/>
                  </a:lnTo>
                  <a:lnTo>
                    <a:pt x="102" y="303"/>
                  </a:lnTo>
                  <a:lnTo>
                    <a:pt x="132" y="327"/>
                  </a:lnTo>
                  <a:lnTo>
                    <a:pt x="162" y="341"/>
                  </a:lnTo>
                  <a:lnTo>
                    <a:pt x="174" y="347"/>
                  </a:lnTo>
                  <a:lnTo>
                    <a:pt x="187" y="357"/>
                  </a:lnTo>
                  <a:lnTo>
                    <a:pt x="189" y="367"/>
                  </a:lnTo>
                  <a:lnTo>
                    <a:pt x="199" y="373"/>
                  </a:lnTo>
                  <a:lnTo>
                    <a:pt x="209" y="371"/>
                  </a:lnTo>
                  <a:lnTo>
                    <a:pt x="229" y="377"/>
                  </a:lnTo>
                  <a:lnTo>
                    <a:pt x="243" y="375"/>
                  </a:lnTo>
                  <a:lnTo>
                    <a:pt x="255" y="381"/>
                  </a:lnTo>
                  <a:lnTo>
                    <a:pt x="275" y="377"/>
                  </a:lnTo>
                  <a:lnTo>
                    <a:pt x="275" y="377"/>
                  </a:lnTo>
                  <a:lnTo>
                    <a:pt x="285" y="373"/>
                  </a:lnTo>
                  <a:lnTo>
                    <a:pt x="285" y="373"/>
                  </a:lnTo>
                  <a:lnTo>
                    <a:pt x="293" y="367"/>
                  </a:lnTo>
                  <a:lnTo>
                    <a:pt x="293" y="367"/>
                  </a:lnTo>
                  <a:lnTo>
                    <a:pt x="289" y="353"/>
                  </a:lnTo>
                  <a:lnTo>
                    <a:pt x="289" y="353"/>
                  </a:lnTo>
                  <a:lnTo>
                    <a:pt x="285" y="339"/>
                  </a:lnTo>
                  <a:lnTo>
                    <a:pt x="285" y="339"/>
                  </a:lnTo>
                  <a:lnTo>
                    <a:pt x="297" y="331"/>
                  </a:lnTo>
                  <a:lnTo>
                    <a:pt x="297" y="331"/>
                  </a:lnTo>
                  <a:lnTo>
                    <a:pt x="315" y="327"/>
                  </a:lnTo>
                  <a:lnTo>
                    <a:pt x="315" y="327"/>
                  </a:lnTo>
                  <a:lnTo>
                    <a:pt x="331" y="325"/>
                  </a:lnTo>
                  <a:lnTo>
                    <a:pt x="331" y="325"/>
                  </a:lnTo>
                  <a:lnTo>
                    <a:pt x="335" y="323"/>
                  </a:lnTo>
                  <a:lnTo>
                    <a:pt x="345" y="323"/>
                  </a:lnTo>
                  <a:lnTo>
                    <a:pt x="357" y="323"/>
                  </a:lnTo>
                  <a:lnTo>
                    <a:pt x="367" y="331"/>
                  </a:lnTo>
                  <a:lnTo>
                    <a:pt x="377" y="327"/>
                  </a:lnTo>
                  <a:lnTo>
                    <a:pt x="412" y="351"/>
                  </a:lnTo>
                  <a:lnTo>
                    <a:pt x="456" y="349"/>
                  </a:lnTo>
                  <a:lnTo>
                    <a:pt x="456" y="349"/>
                  </a:lnTo>
                  <a:lnTo>
                    <a:pt x="466" y="343"/>
                  </a:lnTo>
                  <a:lnTo>
                    <a:pt x="466" y="343"/>
                  </a:lnTo>
                  <a:lnTo>
                    <a:pt x="466" y="331"/>
                  </a:lnTo>
                  <a:lnTo>
                    <a:pt x="466" y="331"/>
                  </a:lnTo>
                  <a:lnTo>
                    <a:pt x="466" y="313"/>
                  </a:lnTo>
                  <a:lnTo>
                    <a:pt x="466" y="313"/>
                  </a:lnTo>
                  <a:lnTo>
                    <a:pt x="468" y="309"/>
                  </a:lnTo>
                  <a:lnTo>
                    <a:pt x="472" y="303"/>
                  </a:lnTo>
                  <a:lnTo>
                    <a:pt x="472" y="303"/>
                  </a:lnTo>
                  <a:lnTo>
                    <a:pt x="472" y="293"/>
                  </a:lnTo>
                  <a:lnTo>
                    <a:pt x="472" y="293"/>
                  </a:lnTo>
                  <a:lnTo>
                    <a:pt x="460" y="281"/>
                  </a:lnTo>
                  <a:lnTo>
                    <a:pt x="460" y="281"/>
                  </a:lnTo>
                  <a:lnTo>
                    <a:pt x="454" y="263"/>
                  </a:lnTo>
                  <a:lnTo>
                    <a:pt x="446" y="253"/>
                  </a:lnTo>
                  <a:lnTo>
                    <a:pt x="438" y="255"/>
                  </a:lnTo>
                  <a:lnTo>
                    <a:pt x="438" y="255"/>
                  </a:lnTo>
                  <a:lnTo>
                    <a:pt x="420" y="259"/>
                  </a:lnTo>
                  <a:lnTo>
                    <a:pt x="420" y="259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44" name="Freeform 66">
              <a:extLst>
                <a:ext uri="{FF2B5EF4-FFF2-40B4-BE49-F238E27FC236}">
                  <a16:creationId xmlns:a16="http://schemas.microsoft.com/office/drawing/2014/main" id="{3FD519BD-30AF-0ED6-7302-F95424D39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275" y="10679113"/>
              <a:ext cx="542925" cy="571500"/>
            </a:xfrm>
            <a:custGeom>
              <a:avLst/>
              <a:gdLst>
                <a:gd name="T0" fmla="*/ 179 w 342"/>
                <a:gd name="T1" fmla="*/ 15 h 360"/>
                <a:gd name="T2" fmla="*/ 105 w 342"/>
                <a:gd name="T3" fmla="*/ 43 h 360"/>
                <a:gd name="T4" fmla="*/ 71 w 342"/>
                <a:gd name="T5" fmla="*/ 39 h 360"/>
                <a:gd name="T6" fmla="*/ 49 w 342"/>
                <a:gd name="T7" fmla="*/ 43 h 360"/>
                <a:gd name="T8" fmla="*/ 53 w 342"/>
                <a:gd name="T9" fmla="*/ 65 h 360"/>
                <a:gd name="T10" fmla="*/ 65 w 342"/>
                <a:gd name="T11" fmla="*/ 77 h 360"/>
                <a:gd name="T12" fmla="*/ 71 w 342"/>
                <a:gd name="T13" fmla="*/ 83 h 360"/>
                <a:gd name="T14" fmla="*/ 65 w 342"/>
                <a:gd name="T15" fmla="*/ 89 h 360"/>
                <a:gd name="T16" fmla="*/ 21 w 342"/>
                <a:gd name="T17" fmla="*/ 121 h 360"/>
                <a:gd name="T18" fmla="*/ 0 w 342"/>
                <a:gd name="T19" fmla="*/ 121 h 360"/>
                <a:gd name="T20" fmla="*/ 12 w 342"/>
                <a:gd name="T21" fmla="*/ 171 h 360"/>
                <a:gd name="T22" fmla="*/ 47 w 342"/>
                <a:gd name="T23" fmla="*/ 181 h 360"/>
                <a:gd name="T24" fmla="*/ 71 w 342"/>
                <a:gd name="T25" fmla="*/ 173 h 360"/>
                <a:gd name="T26" fmla="*/ 87 w 342"/>
                <a:gd name="T27" fmla="*/ 177 h 360"/>
                <a:gd name="T28" fmla="*/ 75 w 342"/>
                <a:gd name="T29" fmla="*/ 193 h 360"/>
                <a:gd name="T30" fmla="*/ 79 w 342"/>
                <a:gd name="T31" fmla="*/ 201 h 360"/>
                <a:gd name="T32" fmla="*/ 99 w 342"/>
                <a:gd name="T33" fmla="*/ 203 h 360"/>
                <a:gd name="T34" fmla="*/ 109 w 342"/>
                <a:gd name="T35" fmla="*/ 221 h 360"/>
                <a:gd name="T36" fmla="*/ 121 w 342"/>
                <a:gd name="T37" fmla="*/ 245 h 360"/>
                <a:gd name="T38" fmla="*/ 127 w 342"/>
                <a:gd name="T39" fmla="*/ 259 h 360"/>
                <a:gd name="T40" fmla="*/ 125 w 342"/>
                <a:gd name="T41" fmla="*/ 265 h 360"/>
                <a:gd name="T42" fmla="*/ 133 w 342"/>
                <a:gd name="T43" fmla="*/ 275 h 360"/>
                <a:gd name="T44" fmla="*/ 141 w 342"/>
                <a:gd name="T45" fmla="*/ 290 h 360"/>
                <a:gd name="T46" fmla="*/ 173 w 342"/>
                <a:gd name="T47" fmla="*/ 312 h 360"/>
                <a:gd name="T48" fmla="*/ 185 w 342"/>
                <a:gd name="T49" fmla="*/ 334 h 360"/>
                <a:gd name="T50" fmla="*/ 175 w 342"/>
                <a:gd name="T51" fmla="*/ 354 h 360"/>
                <a:gd name="T52" fmla="*/ 189 w 342"/>
                <a:gd name="T53" fmla="*/ 356 h 360"/>
                <a:gd name="T54" fmla="*/ 207 w 342"/>
                <a:gd name="T55" fmla="*/ 360 h 360"/>
                <a:gd name="T56" fmla="*/ 212 w 342"/>
                <a:gd name="T57" fmla="*/ 360 h 360"/>
                <a:gd name="T58" fmla="*/ 234 w 342"/>
                <a:gd name="T59" fmla="*/ 350 h 360"/>
                <a:gd name="T60" fmla="*/ 290 w 342"/>
                <a:gd name="T61" fmla="*/ 342 h 360"/>
                <a:gd name="T62" fmla="*/ 300 w 342"/>
                <a:gd name="T63" fmla="*/ 314 h 360"/>
                <a:gd name="T64" fmla="*/ 312 w 342"/>
                <a:gd name="T65" fmla="*/ 282 h 360"/>
                <a:gd name="T66" fmla="*/ 316 w 342"/>
                <a:gd name="T67" fmla="*/ 269 h 360"/>
                <a:gd name="T68" fmla="*/ 318 w 342"/>
                <a:gd name="T69" fmla="*/ 251 h 360"/>
                <a:gd name="T70" fmla="*/ 320 w 342"/>
                <a:gd name="T71" fmla="*/ 241 h 360"/>
                <a:gd name="T72" fmla="*/ 328 w 342"/>
                <a:gd name="T73" fmla="*/ 235 h 360"/>
                <a:gd name="T74" fmla="*/ 342 w 342"/>
                <a:gd name="T75" fmla="*/ 185 h 360"/>
                <a:gd name="T76" fmla="*/ 334 w 342"/>
                <a:gd name="T77" fmla="*/ 161 h 360"/>
                <a:gd name="T78" fmla="*/ 324 w 342"/>
                <a:gd name="T79" fmla="*/ 151 h 360"/>
                <a:gd name="T80" fmla="*/ 314 w 342"/>
                <a:gd name="T81" fmla="*/ 133 h 360"/>
                <a:gd name="T82" fmla="*/ 314 w 342"/>
                <a:gd name="T83" fmla="*/ 91 h 360"/>
                <a:gd name="T84" fmla="*/ 308 w 342"/>
                <a:gd name="T85" fmla="*/ 81 h 360"/>
                <a:gd name="T86" fmla="*/ 310 w 342"/>
                <a:gd name="T87" fmla="*/ 73 h 360"/>
                <a:gd name="T88" fmla="*/ 298 w 342"/>
                <a:gd name="T89" fmla="*/ 65 h 360"/>
                <a:gd name="T90" fmla="*/ 280 w 342"/>
                <a:gd name="T91" fmla="*/ 51 h 360"/>
                <a:gd name="T92" fmla="*/ 256 w 342"/>
                <a:gd name="T93" fmla="*/ 57 h 360"/>
                <a:gd name="T94" fmla="*/ 248 w 342"/>
                <a:gd name="T95" fmla="*/ 45 h 360"/>
                <a:gd name="T96" fmla="*/ 230 w 342"/>
                <a:gd name="T97" fmla="*/ 31 h 360"/>
                <a:gd name="T98" fmla="*/ 205 w 342"/>
                <a:gd name="T99" fmla="*/ 8 h 360"/>
                <a:gd name="T100" fmla="*/ 203 w 342"/>
                <a:gd name="T101" fmla="*/ 0 h 360"/>
                <a:gd name="T102" fmla="*/ 183 w 342"/>
                <a:gd name="T103" fmla="*/ 4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42" h="360">
                  <a:moveTo>
                    <a:pt x="183" y="4"/>
                  </a:moveTo>
                  <a:lnTo>
                    <a:pt x="179" y="15"/>
                  </a:lnTo>
                  <a:lnTo>
                    <a:pt x="163" y="23"/>
                  </a:lnTo>
                  <a:lnTo>
                    <a:pt x="105" y="43"/>
                  </a:lnTo>
                  <a:lnTo>
                    <a:pt x="89" y="47"/>
                  </a:lnTo>
                  <a:lnTo>
                    <a:pt x="71" y="39"/>
                  </a:lnTo>
                  <a:lnTo>
                    <a:pt x="57" y="37"/>
                  </a:lnTo>
                  <a:lnTo>
                    <a:pt x="49" y="43"/>
                  </a:lnTo>
                  <a:lnTo>
                    <a:pt x="49" y="53"/>
                  </a:lnTo>
                  <a:lnTo>
                    <a:pt x="53" y="65"/>
                  </a:lnTo>
                  <a:lnTo>
                    <a:pt x="61" y="73"/>
                  </a:lnTo>
                  <a:lnTo>
                    <a:pt x="65" y="77"/>
                  </a:lnTo>
                  <a:lnTo>
                    <a:pt x="71" y="83"/>
                  </a:lnTo>
                  <a:lnTo>
                    <a:pt x="71" y="83"/>
                  </a:lnTo>
                  <a:lnTo>
                    <a:pt x="65" y="89"/>
                  </a:lnTo>
                  <a:lnTo>
                    <a:pt x="65" y="89"/>
                  </a:lnTo>
                  <a:lnTo>
                    <a:pt x="47" y="103"/>
                  </a:lnTo>
                  <a:lnTo>
                    <a:pt x="21" y="121"/>
                  </a:lnTo>
                  <a:lnTo>
                    <a:pt x="17" y="119"/>
                  </a:lnTo>
                  <a:lnTo>
                    <a:pt x="0" y="121"/>
                  </a:lnTo>
                  <a:lnTo>
                    <a:pt x="8" y="137"/>
                  </a:lnTo>
                  <a:lnTo>
                    <a:pt x="12" y="171"/>
                  </a:lnTo>
                  <a:lnTo>
                    <a:pt x="31" y="181"/>
                  </a:lnTo>
                  <a:lnTo>
                    <a:pt x="47" y="181"/>
                  </a:lnTo>
                  <a:lnTo>
                    <a:pt x="61" y="171"/>
                  </a:lnTo>
                  <a:lnTo>
                    <a:pt x="71" y="173"/>
                  </a:lnTo>
                  <a:lnTo>
                    <a:pt x="79" y="173"/>
                  </a:lnTo>
                  <a:lnTo>
                    <a:pt x="87" y="177"/>
                  </a:lnTo>
                  <a:lnTo>
                    <a:pt x="75" y="193"/>
                  </a:lnTo>
                  <a:lnTo>
                    <a:pt x="75" y="193"/>
                  </a:lnTo>
                  <a:lnTo>
                    <a:pt x="79" y="201"/>
                  </a:lnTo>
                  <a:lnTo>
                    <a:pt x="79" y="201"/>
                  </a:lnTo>
                  <a:lnTo>
                    <a:pt x="87" y="197"/>
                  </a:lnTo>
                  <a:lnTo>
                    <a:pt x="99" y="203"/>
                  </a:lnTo>
                  <a:lnTo>
                    <a:pt x="109" y="211"/>
                  </a:lnTo>
                  <a:lnTo>
                    <a:pt x="109" y="221"/>
                  </a:lnTo>
                  <a:lnTo>
                    <a:pt x="113" y="229"/>
                  </a:lnTo>
                  <a:lnTo>
                    <a:pt x="121" y="245"/>
                  </a:lnTo>
                  <a:lnTo>
                    <a:pt x="127" y="259"/>
                  </a:lnTo>
                  <a:lnTo>
                    <a:pt x="127" y="259"/>
                  </a:lnTo>
                  <a:lnTo>
                    <a:pt x="125" y="265"/>
                  </a:lnTo>
                  <a:lnTo>
                    <a:pt x="125" y="265"/>
                  </a:lnTo>
                  <a:lnTo>
                    <a:pt x="129" y="273"/>
                  </a:lnTo>
                  <a:lnTo>
                    <a:pt x="133" y="275"/>
                  </a:lnTo>
                  <a:lnTo>
                    <a:pt x="135" y="284"/>
                  </a:lnTo>
                  <a:lnTo>
                    <a:pt x="141" y="290"/>
                  </a:lnTo>
                  <a:lnTo>
                    <a:pt x="159" y="306"/>
                  </a:lnTo>
                  <a:lnTo>
                    <a:pt x="173" y="312"/>
                  </a:lnTo>
                  <a:lnTo>
                    <a:pt x="177" y="316"/>
                  </a:lnTo>
                  <a:lnTo>
                    <a:pt x="185" y="334"/>
                  </a:lnTo>
                  <a:lnTo>
                    <a:pt x="181" y="344"/>
                  </a:lnTo>
                  <a:lnTo>
                    <a:pt x="175" y="354"/>
                  </a:lnTo>
                  <a:lnTo>
                    <a:pt x="189" y="356"/>
                  </a:lnTo>
                  <a:lnTo>
                    <a:pt x="189" y="356"/>
                  </a:lnTo>
                  <a:lnTo>
                    <a:pt x="199" y="358"/>
                  </a:lnTo>
                  <a:lnTo>
                    <a:pt x="207" y="360"/>
                  </a:lnTo>
                  <a:lnTo>
                    <a:pt x="212" y="360"/>
                  </a:lnTo>
                  <a:lnTo>
                    <a:pt x="212" y="360"/>
                  </a:lnTo>
                  <a:lnTo>
                    <a:pt x="226" y="354"/>
                  </a:lnTo>
                  <a:lnTo>
                    <a:pt x="234" y="350"/>
                  </a:lnTo>
                  <a:lnTo>
                    <a:pt x="276" y="336"/>
                  </a:lnTo>
                  <a:lnTo>
                    <a:pt x="290" y="342"/>
                  </a:lnTo>
                  <a:lnTo>
                    <a:pt x="290" y="324"/>
                  </a:lnTo>
                  <a:lnTo>
                    <a:pt x="300" y="314"/>
                  </a:lnTo>
                  <a:lnTo>
                    <a:pt x="300" y="302"/>
                  </a:lnTo>
                  <a:lnTo>
                    <a:pt x="312" y="282"/>
                  </a:lnTo>
                  <a:lnTo>
                    <a:pt x="316" y="276"/>
                  </a:lnTo>
                  <a:lnTo>
                    <a:pt x="316" y="269"/>
                  </a:lnTo>
                  <a:lnTo>
                    <a:pt x="318" y="257"/>
                  </a:lnTo>
                  <a:lnTo>
                    <a:pt x="318" y="251"/>
                  </a:lnTo>
                  <a:lnTo>
                    <a:pt x="318" y="251"/>
                  </a:lnTo>
                  <a:lnTo>
                    <a:pt x="320" y="241"/>
                  </a:lnTo>
                  <a:lnTo>
                    <a:pt x="320" y="241"/>
                  </a:lnTo>
                  <a:lnTo>
                    <a:pt x="328" y="235"/>
                  </a:lnTo>
                  <a:lnTo>
                    <a:pt x="342" y="185"/>
                  </a:lnTo>
                  <a:lnTo>
                    <a:pt x="342" y="185"/>
                  </a:lnTo>
                  <a:lnTo>
                    <a:pt x="338" y="173"/>
                  </a:lnTo>
                  <a:lnTo>
                    <a:pt x="334" y="161"/>
                  </a:lnTo>
                  <a:lnTo>
                    <a:pt x="334" y="161"/>
                  </a:lnTo>
                  <a:lnTo>
                    <a:pt x="324" y="151"/>
                  </a:lnTo>
                  <a:lnTo>
                    <a:pt x="322" y="139"/>
                  </a:lnTo>
                  <a:lnTo>
                    <a:pt x="314" y="133"/>
                  </a:lnTo>
                  <a:lnTo>
                    <a:pt x="310" y="109"/>
                  </a:lnTo>
                  <a:lnTo>
                    <a:pt x="314" y="91"/>
                  </a:lnTo>
                  <a:lnTo>
                    <a:pt x="314" y="91"/>
                  </a:lnTo>
                  <a:lnTo>
                    <a:pt x="308" y="81"/>
                  </a:lnTo>
                  <a:lnTo>
                    <a:pt x="308" y="81"/>
                  </a:lnTo>
                  <a:lnTo>
                    <a:pt x="310" y="73"/>
                  </a:lnTo>
                  <a:lnTo>
                    <a:pt x="310" y="73"/>
                  </a:lnTo>
                  <a:lnTo>
                    <a:pt x="298" y="65"/>
                  </a:lnTo>
                  <a:lnTo>
                    <a:pt x="286" y="61"/>
                  </a:lnTo>
                  <a:lnTo>
                    <a:pt x="280" y="51"/>
                  </a:lnTo>
                  <a:lnTo>
                    <a:pt x="264" y="51"/>
                  </a:lnTo>
                  <a:lnTo>
                    <a:pt x="256" y="57"/>
                  </a:lnTo>
                  <a:lnTo>
                    <a:pt x="248" y="55"/>
                  </a:lnTo>
                  <a:lnTo>
                    <a:pt x="248" y="45"/>
                  </a:lnTo>
                  <a:lnTo>
                    <a:pt x="242" y="35"/>
                  </a:lnTo>
                  <a:lnTo>
                    <a:pt x="230" y="31"/>
                  </a:lnTo>
                  <a:lnTo>
                    <a:pt x="232" y="21"/>
                  </a:lnTo>
                  <a:lnTo>
                    <a:pt x="205" y="8"/>
                  </a:lnTo>
                  <a:lnTo>
                    <a:pt x="205" y="8"/>
                  </a:lnTo>
                  <a:lnTo>
                    <a:pt x="203" y="0"/>
                  </a:lnTo>
                  <a:lnTo>
                    <a:pt x="203" y="0"/>
                  </a:lnTo>
                  <a:lnTo>
                    <a:pt x="183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45" name="Freeform 67">
              <a:extLst>
                <a:ext uri="{FF2B5EF4-FFF2-40B4-BE49-F238E27FC236}">
                  <a16:creationId xmlns:a16="http://schemas.microsoft.com/office/drawing/2014/main" id="{5446C837-6EE6-8889-FDD2-4EC86D9B3F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050" y="10596563"/>
              <a:ext cx="598487" cy="644525"/>
            </a:xfrm>
            <a:custGeom>
              <a:avLst/>
              <a:gdLst>
                <a:gd name="T0" fmla="*/ 333 w 377"/>
                <a:gd name="T1" fmla="*/ 358 h 406"/>
                <a:gd name="T2" fmla="*/ 309 w 377"/>
                <a:gd name="T3" fmla="*/ 336 h 406"/>
                <a:gd name="T4" fmla="*/ 303 w 377"/>
                <a:gd name="T5" fmla="*/ 325 h 406"/>
                <a:gd name="T6" fmla="*/ 299 w 377"/>
                <a:gd name="T7" fmla="*/ 317 h 406"/>
                <a:gd name="T8" fmla="*/ 301 w 377"/>
                <a:gd name="T9" fmla="*/ 311 h 406"/>
                <a:gd name="T10" fmla="*/ 287 w 377"/>
                <a:gd name="T11" fmla="*/ 281 h 406"/>
                <a:gd name="T12" fmla="*/ 283 w 377"/>
                <a:gd name="T13" fmla="*/ 263 h 406"/>
                <a:gd name="T14" fmla="*/ 261 w 377"/>
                <a:gd name="T15" fmla="*/ 249 h 406"/>
                <a:gd name="T16" fmla="*/ 253 w 377"/>
                <a:gd name="T17" fmla="*/ 253 h 406"/>
                <a:gd name="T18" fmla="*/ 249 w 377"/>
                <a:gd name="T19" fmla="*/ 245 h 406"/>
                <a:gd name="T20" fmla="*/ 253 w 377"/>
                <a:gd name="T21" fmla="*/ 225 h 406"/>
                <a:gd name="T22" fmla="*/ 235 w 377"/>
                <a:gd name="T23" fmla="*/ 223 h 406"/>
                <a:gd name="T24" fmla="*/ 205 w 377"/>
                <a:gd name="T25" fmla="*/ 233 h 406"/>
                <a:gd name="T26" fmla="*/ 182 w 377"/>
                <a:gd name="T27" fmla="*/ 189 h 406"/>
                <a:gd name="T28" fmla="*/ 191 w 377"/>
                <a:gd name="T29" fmla="*/ 171 h 406"/>
                <a:gd name="T30" fmla="*/ 221 w 377"/>
                <a:gd name="T31" fmla="*/ 155 h 406"/>
                <a:gd name="T32" fmla="*/ 239 w 377"/>
                <a:gd name="T33" fmla="*/ 141 h 406"/>
                <a:gd name="T34" fmla="*/ 245 w 377"/>
                <a:gd name="T35" fmla="*/ 135 h 406"/>
                <a:gd name="T36" fmla="*/ 235 w 377"/>
                <a:gd name="T37" fmla="*/ 125 h 406"/>
                <a:gd name="T38" fmla="*/ 223 w 377"/>
                <a:gd name="T39" fmla="*/ 105 h 406"/>
                <a:gd name="T40" fmla="*/ 231 w 377"/>
                <a:gd name="T41" fmla="*/ 89 h 406"/>
                <a:gd name="T42" fmla="*/ 263 w 377"/>
                <a:gd name="T43" fmla="*/ 99 h 406"/>
                <a:gd name="T44" fmla="*/ 337 w 377"/>
                <a:gd name="T45" fmla="*/ 75 h 406"/>
                <a:gd name="T46" fmla="*/ 357 w 377"/>
                <a:gd name="T47" fmla="*/ 56 h 406"/>
                <a:gd name="T48" fmla="*/ 377 w 377"/>
                <a:gd name="T49" fmla="*/ 52 h 406"/>
                <a:gd name="T50" fmla="*/ 375 w 377"/>
                <a:gd name="T51" fmla="*/ 50 h 406"/>
                <a:gd name="T52" fmla="*/ 373 w 377"/>
                <a:gd name="T53" fmla="*/ 44 h 406"/>
                <a:gd name="T54" fmla="*/ 361 w 377"/>
                <a:gd name="T55" fmla="*/ 36 h 406"/>
                <a:gd name="T56" fmla="*/ 335 w 377"/>
                <a:gd name="T57" fmla="*/ 24 h 406"/>
                <a:gd name="T58" fmla="*/ 287 w 377"/>
                <a:gd name="T59" fmla="*/ 10 h 406"/>
                <a:gd name="T60" fmla="*/ 277 w 377"/>
                <a:gd name="T61" fmla="*/ 8 h 406"/>
                <a:gd name="T62" fmla="*/ 277 w 377"/>
                <a:gd name="T63" fmla="*/ 20 h 406"/>
                <a:gd name="T64" fmla="*/ 223 w 377"/>
                <a:gd name="T65" fmla="*/ 28 h 406"/>
                <a:gd name="T66" fmla="*/ 178 w 377"/>
                <a:gd name="T67" fmla="*/ 8 h 406"/>
                <a:gd name="T68" fmla="*/ 156 w 377"/>
                <a:gd name="T69" fmla="*/ 0 h 406"/>
                <a:gd name="T70" fmla="*/ 146 w 377"/>
                <a:gd name="T71" fmla="*/ 0 h 406"/>
                <a:gd name="T72" fmla="*/ 142 w 377"/>
                <a:gd name="T73" fmla="*/ 2 h 406"/>
                <a:gd name="T74" fmla="*/ 138 w 377"/>
                <a:gd name="T75" fmla="*/ 2 h 406"/>
                <a:gd name="T76" fmla="*/ 128 w 377"/>
                <a:gd name="T77" fmla="*/ 40 h 406"/>
                <a:gd name="T78" fmla="*/ 122 w 377"/>
                <a:gd name="T79" fmla="*/ 65 h 406"/>
                <a:gd name="T80" fmla="*/ 116 w 377"/>
                <a:gd name="T81" fmla="*/ 97 h 406"/>
                <a:gd name="T82" fmla="*/ 52 w 377"/>
                <a:gd name="T83" fmla="*/ 117 h 406"/>
                <a:gd name="T84" fmla="*/ 26 w 377"/>
                <a:gd name="T85" fmla="*/ 157 h 406"/>
                <a:gd name="T86" fmla="*/ 12 w 377"/>
                <a:gd name="T87" fmla="*/ 193 h 406"/>
                <a:gd name="T88" fmla="*/ 22 w 377"/>
                <a:gd name="T89" fmla="*/ 205 h 406"/>
                <a:gd name="T90" fmla="*/ 34 w 377"/>
                <a:gd name="T91" fmla="*/ 217 h 406"/>
                <a:gd name="T92" fmla="*/ 34 w 377"/>
                <a:gd name="T93" fmla="*/ 221 h 406"/>
                <a:gd name="T94" fmla="*/ 46 w 377"/>
                <a:gd name="T95" fmla="*/ 229 h 406"/>
                <a:gd name="T96" fmla="*/ 64 w 377"/>
                <a:gd name="T97" fmla="*/ 255 h 406"/>
                <a:gd name="T98" fmla="*/ 74 w 377"/>
                <a:gd name="T99" fmla="*/ 261 h 406"/>
                <a:gd name="T100" fmla="*/ 82 w 377"/>
                <a:gd name="T101" fmla="*/ 269 h 406"/>
                <a:gd name="T102" fmla="*/ 82 w 377"/>
                <a:gd name="T103" fmla="*/ 275 h 406"/>
                <a:gd name="T104" fmla="*/ 96 w 377"/>
                <a:gd name="T105" fmla="*/ 289 h 406"/>
                <a:gd name="T106" fmla="*/ 108 w 377"/>
                <a:gd name="T107" fmla="*/ 317 h 406"/>
                <a:gd name="T108" fmla="*/ 112 w 377"/>
                <a:gd name="T109" fmla="*/ 328 h 406"/>
                <a:gd name="T110" fmla="*/ 142 w 377"/>
                <a:gd name="T111" fmla="*/ 334 h 406"/>
                <a:gd name="T112" fmla="*/ 197 w 377"/>
                <a:gd name="T113" fmla="*/ 374 h 406"/>
                <a:gd name="T114" fmla="*/ 257 w 377"/>
                <a:gd name="T115" fmla="*/ 374 h 406"/>
                <a:gd name="T116" fmla="*/ 309 w 377"/>
                <a:gd name="T117" fmla="*/ 402 h 406"/>
                <a:gd name="T118" fmla="*/ 355 w 377"/>
                <a:gd name="T119" fmla="*/ 396 h 406"/>
                <a:gd name="T120" fmla="*/ 351 w 377"/>
                <a:gd name="T121" fmla="*/ 368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77" h="406">
                  <a:moveTo>
                    <a:pt x="347" y="364"/>
                  </a:moveTo>
                  <a:lnTo>
                    <a:pt x="333" y="358"/>
                  </a:lnTo>
                  <a:lnTo>
                    <a:pt x="315" y="342"/>
                  </a:lnTo>
                  <a:lnTo>
                    <a:pt x="309" y="336"/>
                  </a:lnTo>
                  <a:lnTo>
                    <a:pt x="307" y="327"/>
                  </a:lnTo>
                  <a:lnTo>
                    <a:pt x="303" y="325"/>
                  </a:lnTo>
                  <a:lnTo>
                    <a:pt x="303" y="325"/>
                  </a:lnTo>
                  <a:lnTo>
                    <a:pt x="299" y="317"/>
                  </a:lnTo>
                  <a:lnTo>
                    <a:pt x="299" y="317"/>
                  </a:lnTo>
                  <a:lnTo>
                    <a:pt x="301" y="311"/>
                  </a:lnTo>
                  <a:lnTo>
                    <a:pt x="295" y="297"/>
                  </a:lnTo>
                  <a:lnTo>
                    <a:pt x="287" y="281"/>
                  </a:lnTo>
                  <a:lnTo>
                    <a:pt x="283" y="273"/>
                  </a:lnTo>
                  <a:lnTo>
                    <a:pt x="283" y="263"/>
                  </a:lnTo>
                  <a:lnTo>
                    <a:pt x="273" y="255"/>
                  </a:lnTo>
                  <a:lnTo>
                    <a:pt x="261" y="249"/>
                  </a:lnTo>
                  <a:lnTo>
                    <a:pt x="261" y="249"/>
                  </a:lnTo>
                  <a:lnTo>
                    <a:pt x="253" y="253"/>
                  </a:lnTo>
                  <a:lnTo>
                    <a:pt x="253" y="253"/>
                  </a:lnTo>
                  <a:lnTo>
                    <a:pt x="249" y="245"/>
                  </a:lnTo>
                  <a:lnTo>
                    <a:pt x="261" y="229"/>
                  </a:lnTo>
                  <a:lnTo>
                    <a:pt x="253" y="225"/>
                  </a:lnTo>
                  <a:lnTo>
                    <a:pt x="245" y="225"/>
                  </a:lnTo>
                  <a:lnTo>
                    <a:pt x="235" y="223"/>
                  </a:lnTo>
                  <a:lnTo>
                    <a:pt x="221" y="233"/>
                  </a:lnTo>
                  <a:lnTo>
                    <a:pt x="205" y="233"/>
                  </a:lnTo>
                  <a:lnTo>
                    <a:pt x="186" y="223"/>
                  </a:lnTo>
                  <a:lnTo>
                    <a:pt x="182" y="189"/>
                  </a:lnTo>
                  <a:lnTo>
                    <a:pt x="174" y="173"/>
                  </a:lnTo>
                  <a:lnTo>
                    <a:pt x="191" y="171"/>
                  </a:lnTo>
                  <a:lnTo>
                    <a:pt x="195" y="173"/>
                  </a:lnTo>
                  <a:lnTo>
                    <a:pt x="221" y="155"/>
                  </a:lnTo>
                  <a:lnTo>
                    <a:pt x="221" y="155"/>
                  </a:lnTo>
                  <a:lnTo>
                    <a:pt x="239" y="141"/>
                  </a:lnTo>
                  <a:lnTo>
                    <a:pt x="239" y="141"/>
                  </a:lnTo>
                  <a:lnTo>
                    <a:pt x="245" y="135"/>
                  </a:lnTo>
                  <a:lnTo>
                    <a:pt x="239" y="129"/>
                  </a:lnTo>
                  <a:lnTo>
                    <a:pt x="235" y="125"/>
                  </a:lnTo>
                  <a:lnTo>
                    <a:pt x="227" y="117"/>
                  </a:lnTo>
                  <a:lnTo>
                    <a:pt x="223" y="105"/>
                  </a:lnTo>
                  <a:lnTo>
                    <a:pt x="223" y="95"/>
                  </a:lnTo>
                  <a:lnTo>
                    <a:pt x="231" y="89"/>
                  </a:lnTo>
                  <a:lnTo>
                    <a:pt x="245" y="91"/>
                  </a:lnTo>
                  <a:lnTo>
                    <a:pt x="263" y="99"/>
                  </a:lnTo>
                  <a:lnTo>
                    <a:pt x="279" y="95"/>
                  </a:lnTo>
                  <a:lnTo>
                    <a:pt x="337" y="75"/>
                  </a:lnTo>
                  <a:lnTo>
                    <a:pt x="353" y="67"/>
                  </a:lnTo>
                  <a:lnTo>
                    <a:pt x="357" y="56"/>
                  </a:lnTo>
                  <a:lnTo>
                    <a:pt x="377" y="52"/>
                  </a:lnTo>
                  <a:lnTo>
                    <a:pt x="377" y="52"/>
                  </a:lnTo>
                  <a:lnTo>
                    <a:pt x="375" y="50"/>
                  </a:lnTo>
                  <a:lnTo>
                    <a:pt x="375" y="50"/>
                  </a:lnTo>
                  <a:lnTo>
                    <a:pt x="375" y="48"/>
                  </a:lnTo>
                  <a:lnTo>
                    <a:pt x="373" y="44"/>
                  </a:lnTo>
                  <a:lnTo>
                    <a:pt x="373" y="44"/>
                  </a:lnTo>
                  <a:lnTo>
                    <a:pt x="361" y="36"/>
                  </a:lnTo>
                  <a:lnTo>
                    <a:pt x="347" y="32"/>
                  </a:lnTo>
                  <a:lnTo>
                    <a:pt x="335" y="24"/>
                  </a:lnTo>
                  <a:lnTo>
                    <a:pt x="299" y="18"/>
                  </a:lnTo>
                  <a:lnTo>
                    <a:pt x="287" y="10"/>
                  </a:lnTo>
                  <a:lnTo>
                    <a:pt x="277" y="8"/>
                  </a:lnTo>
                  <a:lnTo>
                    <a:pt x="277" y="8"/>
                  </a:lnTo>
                  <a:lnTo>
                    <a:pt x="277" y="20"/>
                  </a:lnTo>
                  <a:lnTo>
                    <a:pt x="277" y="20"/>
                  </a:lnTo>
                  <a:lnTo>
                    <a:pt x="267" y="26"/>
                  </a:lnTo>
                  <a:lnTo>
                    <a:pt x="223" y="28"/>
                  </a:lnTo>
                  <a:lnTo>
                    <a:pt x="188" y="4"/>
                  </a:lnTo>
                  <a:lnTo>
                    <a:pt x="178" y="8"/>
                  </a:lnTo>
                  <a:lnTo>
                    <a:pt x="168" y="0"/>
                  </a:lnTo>
                  <a:lnTo>
                    <a:pt x="156" y="0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42" y="2"/>
                  </a:lnTo>
                  <a:lnTo>
                    <a:pt x="142" y="2"/>
                  </a:lnTo>
                  <a:lnTo>
                    <a:pt x="138" y="2"/>
                  </a:lnTo>
                  <a:lnTo>
                    <a:pt x="138" y="2"/>
                  </a:lnTo>
                  <a:lnTo>
                    <a:pt x="136" y="18"/>
                  </a:lnTo>
                  <a:lnTo>
                    <a:pt x="128" y="40"/>
                  </a:lnTo>
                  <a:lnTo>
                    <a:pt x="126" y="54"/>
                  </a:lnTo>
                  <a:lnTo>
                    <a:pt x="122" y="65"/>
                  </a:lnTo>
                  <a:lnTo>
                    <a:pt x="126" y="89"/>
                  </a:lnTo>
                  <a:lnTo>
                    <a:pt x="116" y="97"/>
                  </a:lnTo>
                  <a:lnTo>
                    <a:pt x="106" y="107"/>
                  </a:lnTo>
                  <a:lnTo>
                    <a:pt x="52" y="117"/>
                  </a:lnTo>
                  <a:lnTo>
                    <a:pt x="34" y="135"/>
                  </a:lnTo>
                  <a:lnTo>
                    <a:pt x="26" y="157"/>
                  </a:lnTo>
                  <a:lnTo>
                    <a:pt x="0" y="187"/>
                  </a:lnTo>
                  <a:lnTo>
                    <a:pt x="12" y="193"/>
                  </a:lnTo>
                  <a:lnTo>
                    <a:pt x="16" y="203"/>
                  </a:lnTo>
                  <a:lnTo>
                    <a:pt x="22" y="205"/>
                  </a:lnTo>
                  <a:lnTo>
                    <a:pt x="34" y="217"/>
                  </a:lnTo>
                  <a:lnTo>
                    <a:pt x="34" y="217"/>
                  </a:lnTo>
                  <a:lnTo>
                    <a:pt x="34" y="221"/>
                  </a:lnTo>
                  <a:lnTo>
                    <a:pt x="34" y="221"/>
                  </a:lnTo>
                  <a:lnTo>
                    <a:pt x="40" y="229"/>
                  </a:lnTo>
                  <a:lnTo>
                    <a:pt x="46" y="229"/>
                  </a:lnTo>
                  <a:lnTo>
                    <a:pt x="64" y="245"/>
                  </a:lnTo>
                  <a:lnTo>
                    <a:pt x="64" y="255"/>
                  </a:lnTo>
                  <a:lnTo>
                    <a:pt x="64" y="259"/>
                  </a:lnTo>
                  <a:lnTo>
                    <a:pt x="74" y="261"/>
                  </a:lnTo>
                  <a:lnTo>
                    <a:pt x="74" y="261"/>
                  </a:lnTo>
                  <a:lnTo>
                    <a:pt x="82" y="269"/>
                  </a:lnTo>
                  <a:lnTo>
                    <a:pt x="82" y="269"/>
                  </a:lnTo>
                  <a:lnTo>
                    <a:pt x="82" y="275"/>
                  </a:lnTo>
                  <a:lnTo>
                    <a:pt x="82" y="275"/>
                  </a:lnTo>
                  <a:lnTo>
                    <a:pt x="96" y="289"/>
                  </a:lnTo>
                  <a:lnTo>
                    <a:pt x="110" y="309"/>
                  </a:lnTo>
                  <a:lnTo>
                    <a:pt x="108" y="317"/>
                  </a:lnTo>
                  <a:lnTo>
                    <a:pt x="112" y="328"/>
                  </a:lnTo>
                  <a:lnTo>
                    <a:pt x="112" y="328"/>
                  </a:lnTo>
                  <a:lnTo>
                    <a:pt x="122" y="327"/>
                  </a:lnTo>
                  <a:lnTo>
                    <a:pt x="142" y="334"/>
                  </a:lnTo>
                  <a:lnTo>
                    <a:pt x="166" y="364"/>
                  </a:lnTo>
                  <a:lnTo>
                    <a:pt x="197" y="374"/>
                  </a:lnTo>
                  <a:lnTo>
                    <a:pt x="227" y="360"/>
                  </a:lnTo>
                  <a:lnTo>
                    <a:pt x="257" y="374"/>
                  </a:lnTo>
                  <a:lnTo>
                    <a:pt x="287" y="400"/>
                  </a:lnTo>
                  <a:lnTo>
                    <a:pt x="309" y="402"/>
                  </a:lnTo>
                  <a:lnTo>
                    <a:pt x="349" y="406"/>
                  </a:lnTo>
                  <a:lnTo>
                    <a:pt x="355" y="396"/>
                  </a:lnTo>
                  <a:lnTo>
                    <a:pt x="359" y="386"/>
                  </a:lnTo>
                  <a:lnTo>
                    <a:pt x="351" y="368"/>
                  </a:lnTo>
                  <a:lnTo>
                    <a:pt x="347" y="364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46" name="Freeform 68">
              <a:extLst>
                <a:ext uri="{FF2B5EF4-FFF2-40B4-BE49-F238E27FC236}">
                  <a16:creationId xmlns:a16="http://schemas.microsoft.com/office/drawing/2014/main" id="{27DF25BA-BEA6-962C-ADF9-CA4FCBE53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6125" y="10355263"/>
              <a:ext cx="762000" cy="942975"/>
            </a:xfrm>
            <a:custGeom>
              <a:avLst/>
              <a:gdLst>
                <a:gd name="T0" fmla="*/ 452 w 480"/>
                <a:gd name="T1" fmla="*/ 461 h 594"/>
                <a:gd name="T2" fmla="*/ 438 w 480"/>
                <a:gd name="T3" fmla="*/ 441 h 594"/>
                <a:gd name="T4" fmla="*/ 424 w 480"/>
                <a:gd name="T5" fmla="*/ 427 h 594"/>
                <a:gd name="T6" fmla="*/ 424 w 480"/>
                <a:gd name="T7" fmla="*/ 421 h 594"/>
                <a:gd name="T8" fmla="*/ 406 w 480"/>
                <a:gd name="T9" fmla="*/ 411 h 594"/>
                <a:gd name="T10" fmla="*/ 406 w 480"/>
                <a:gd name="T11" fmla="*/ 397 h 594"/>
                <a:gd name="T12" fmla="*/ 382 w 480"/>
                <a:gd name="T13" fmla="*/ 381 h 594"/>
                <a:gd name="T14" fmla="*/ 376 w 480"/>
                <a:gd name="T15" fmla="*/ 373 h 594"/>
                <a:gd name="T16" fmla="*/ 376 w 480"/>
                <a:gd name="T17" fmla="*/ 369 h 594"/>
                <a:gd name="T18" fmla="*/ 358 w 480"/>
                <a:gd name="T19" fmla="*/ 355 h 594"/>
                <a:gd name="T20" fmla="*/ 342 w 480"/>
                <a:gd name="T21" fmla="*/ 339 h 594"/>
                <a:gd name="T22" fmla="*/ 376 w 480"/>
                <a:gd name="T23" fmla="*/ 287 h 594"/>
                <a:gd name="T24" fmla="*/ 448 w 480"/>
                <a:gd name="T25" fmla="*/ 259 h 594"/>
                <a:gd name="T26" fmla="*/ 468 w 480"/>
                <a:gd name="T27" fmla="*/ 241 h 594"/>
                <a:gd name="T28" fmla="*/ 468 w 480"/>
                <a:gd name="T29" fmla="*/ 206 h 594"/>
                <a:gd name="T30" fmla="*/ 478 w 480"/>
                <a:gd name="T31" fmla="*/ 170 h 594"/>
                <a:gd name="T32" fmla="*/ 480 w 480"/>
                <a:gd name="T33" fmla="*/ 154 h 594"/>
                <a:gd name="T34" fmla="*/ 468 w 480"/>
                <a:gd name="T35" fmla="*/ 156 h 594"/>
                <a:gd name="T36" fmla="*/ 450 w 480"/>
                <a:gd name="T37" fmla="*/ 160 h 594"/>
                <a:gd name="T38" fmla="*/ 438 w 480"/>
                <a:gd name="T39" fmla="*/ 168 h 594"/>
                <a:gd name="T40" fmla="*/ 442 w 480"/>
                <a:gd name="T41" fmla="*/ 182 h 594"/>
                <a:gd name="T42" fmla="*/ 446 w 480"/>
                <a:gd name="T43" fmla="*/ 196 h 594"/>
                <a:gd name="T44" fmla="*/ 438 w 480"/>
                <a:gd name="T45" fmla="*/ 202 h 594"/>
                <a:gd name="T46" fmla="*/ 428 w 480"/>
                <a:gd name="T47" fmla="*/ 206 h 594"/>
                <a:gd name="T48" fmla="*/ 396 w 480"/>
                <a:gd name="T49" fmla="*/ 204 h 594"/>
                <a:gd name="T50" fmla="*/ 362 w 480"/>
                <a:gd name="T51" fmla="*/ 200 h 594"/>
                <a:gd name="T52" fmla="*/ 342 w 480"/>
                <a:gd name="T53" fmla="*/ 196 h 594"/>
                <a:gd name="T54" fmla="*/ 327 w 480"/>
                <a:gd name="T55" fmla="*/ 176 h 594"/>
                <a:gd name="T56" fmla="*/ 285 w 480"/>
                <a:gd name="T57" fmla="*/ 156 h 594"/>
                <a:gd name="T58" fmla="*/ 243 w 480"/>
                <a:gd name="T59" fmla="*/ 118 h 594"/>
                <a:gd name="T60" fmla="*/ 227 w 480"/>
                <a:gd name="T61" fmla="*/ 112 h 594"/>
                <a:gd name="T62" fmla="*/ 225 w 480"/>
                <a:gd name="T63" fmla="*/ 104 h 594"/>
                <a:gd name="T64" fmla="*/ 205 w 480"/>
                <a:gd name="T65" fmla="*/ 82 h 594"/>
                <a:gd name="T66" fmla="*/ 189 w 480"/>
                <a:gd name="T67" fmla="*/ 70 h 594"/>
                <a:gd name="T68" fmla="*/ 181 w 480"/>
                <a:gd name="T69" fmla="*/ 68 h 594"/>
                <a:gd name="T70" fmla="*/ 169 w 480"/>
                <a:gd name="T71" fmla="*/ 62 h 594"/>
                <a:gd name="T72" fmla="*/ 161 w 480"/>
                <a:gd name="T73" fmla="*/ 40 h 594"/>
                <a:gd name="T74" fmla="*/ 138 w 480"/>
                <a:gd name="T75" fmla="*/ 12 h 594"/>
                <a:gd name="T76" fmla="*/ 96 w 480"/>
                <a:gd name="T77" fmla="*/ 48 h 594"/>
                <a:gd name="T78" fmla="*/ 88 w 480"/>
                <a:gd name="T79" fmla="*/ 90 h 594"/>
                <a:gd name="T80" fmla="*/ 0 w 480"/>
                <a:gd name="T81" fmla="*/ 174 h 594"/>
                <a:gd name="T82" fmla="*/ 66 w 480"/>
                <a:gd name="T83" fmla="*/ 206 h 594"/>
                <a:gd name="T84" fmla="*/ 155 w 480"/>
                <a:gd name="T85" fmla="*/ 245 h 594"/>
                <a:gd name="T86" fmla="*/ 185 w 480"/>
                <a:gd name="T87" fmla="*/ 285 h 594"/>
                <a:gd name="T88" fmla="*/ 181 w 480"/>
                <a:gd name="T89" fmla="*/ 317 h 594"/>
                <a:gd name="T90" fmla="*/ 153 w 480"/>
                <a:gd name="T91" fmla="*/ 347 h 594"/>
                <a:gd name="T92" fmla="*/ 112 w 480"/>
                <a:gd name="T93" fmla="*/ 445 h 594"/>
                <a:gd name="T94" fmla="*/ 124 w 480"/>
                <a:gd name="T95" fmla="*/ 520 h 594"/>
                <a:gd name="T96" fmla="*/ 144 w 480"/>
                <a:gd name="T97" fmla="*/ 562 h 594"/>
                <a:gd name="T98" fmla="*/ 165 w 480"/>
                <a:gd name="T99" fmla="*/ 594 h 594"/>
                <a:gd name="T100" fmla="*/ 249 w 480"/>
                <a:gd name="T101" fmla="*/ 576 h 594"/>
                <a:gd name="T102" fmla="*/ 319 w 480"/>
                <a:gd name="T103" fmla="*/ 528 h 594"/>
                <a:gd name="T104" fmla="*/ 382 w 480"/>
                <a:gd name="T105" fmla="*/ 500 h 594"/>
                <a:gd name="T106" fmla="*/ 454 w 480"/>
                <a:gd name="T107" fmla="*/ 480 h 594"/>
                <a:gd name="T108" fmla="*/ 450 w 480"/>
                <a:gd name="T109" fmla="*/ 469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80" h="594">
                  <a:moveTo>
                    <a:pt x="450" y="469"/>
                  </a:moveTo>
                  <a:lnTo>
                    <a:pt x="452" y="461"/>
                  </a:lnTo>
                  <a:lnTo>
                    <a:pt x="438" y="441"/>
                  </a:lnTo>
                  <a:lnTo>
                    <a:pt x="438" y="441"/>
                  </a:lnTo>
                  <a:lnTo>
                    <a:pt x="424" y="427"/>
                  </a:lnTo>
                  <a:lnTo>
                    <a:pt x="424" y="427"/>
                  </a:lnTo>
                  <a:lnTo>
                    <a:pt x="424" y="421"/>
                  </a:lnTo>
                  <a:lnTo>
                    <a:pt x="424" y="421"/>
                  </a:lnTo>
                  <a:lnTo>
                    <a:pt x="416" y="413"/>
                  </a:lnTo>
                  <a:lnTo>
                    <a:pt x="406" y="411"/>
                  </a:lnTo>
                  <a:lnTo>
                    <a:pt x="406" y="407"/>
                  </a:lnTo>
                  <a:lnTo>
                    <a:pt x="406" y="397"/>
                  </a:lnTo>
                  <a:lnTo>
                    <a:pt x="388" y="381"/>
                  </a:lnTo>
                  <a:lnTo>
                    <a:pt x="382" y="381"/>
                  </a:lnTo>
                  <a:lnTo>
                    <a:pt x="382" y="381"/>
                  </a:lnTo>
                  <a:lnTo>
                    <a:pt x="376" y="373"/>
                  </a:lnTo>
                  <a:lnTo>
                    <a:pt x="376" y="373"/>
                  </a:lnTo>
                  <a:lnTo>
                    <a:pt x="376" y="369"/>
                  </a:lnTo>
                  <a:lnTo>
                    <a:pt x="364" y="357"/>
                  </a:lnTo>
                  <a:lnTo>
                    <a:pt x="358" y="355"/>
                  </a:lnTo>
                  <a:lnTo>
                    <a:pt x="354" y="345"/>
                  </a:lnTo>
                  <a:lnTo>
                    <a:pt x="342" y="339"/>
                  </a:lnTo>
                  <a:lnTo>
                    <a:pt x="368" y="309"/>
                  </a:lnTo>
                  <a:lnTo>
                    <a:pt x="376" y="287"/>
                  </a:lnTo>
                  <a:lnTo>
                    <a:pt x="394" y="269"/>
                  </a:lnTo>
                  <a:lnTo>
                    <a:pt x="448" y="259"/>
                  </a:lnTo>
                  <a:lnTo>
                    <a:pt x="458" y="249"/>
                  </a:lnTo>
                  <a:lnTo>
                    <a:pt x="468" y="241"/>
                  </a:lnTo>
                  <a:lnTo>
                    <a:pt x="464" y="217"/>
                  </a:lnTo>
                  <a:lnTo>
                    <a:pt x="468" y="206"/>
                  </a:lnTo>
                  <a:lnTo>
                    <a:pt x="470" y="192"/>
                  </a:lnTo>
                  <a:lnTo>
                    <a:pt x="478" y="170"/>
                  </a:lnTo>
                  <a:lnTo>
                    <a:pt x="480" y="154"/>
                  </a:lnTo>
                  <a:lnTo>
                    <a:pt x="480" y="154"/>
                  </a:lnTo>
                  <a:lnTo>
                    <a:pt x="480" y="154"/>
                  </a:lnTo>
                  <a:lnTo>
                    <a:pt x="468" y="156"/>
                  </a:lnTo>
                  <a:lnTo>
                    <a:pt x="468" y="156"/>
                  </a:lnTo>
                  <a:lnTo>
                    <a:pt x="450" y="160"/>
                  </a:lnTo>
                  <a:lnTo>
                    <a:pt x="450" y="160"/>
                  </a:lnTo>
                  <a:lnTo>
                    <a:pt x="438" y="168"/>
                  </a:lnTo>
                  <a:lnTo>
                    <a:pt x="438" y="168"/>
                  </a:lnTo>
                  <a:lnTo>
                    <a:pt x="442" y="182"/>
                  </a:lnTo>
                  <a:lnTo>
                    <a:pt x="442" y="182"/>
                  </a:lnTo>
                  <a:lnTo>
                    <a:pt x="446" y="196"/>
                  </a:lnTo>
                  <a:lnTo>
                    <a:pt x="446" y="196"/>
                  </a:lnTo>
                  <a:lnTo>
                    <a:pt x="438" y="202"/>
                  </a:lnTo>
                  <a:lnTo>
                    <a:pt x="438" y="202"/>
                  </a:lnTo>
                  <a:lnTo>
                    <a:pt x="428" y="206"/>
                  </a:lnTo>
                  <a:lnTo>
                    <a:pt x="408" y="210"/>
                  </a:lnTo>
                  <a:lnTo>
                    <a:pt x="396" y="204"/>
                  </a:lnTo>
                  <a:lnTo>
                    <a:pt x="382" y="206"/>
                  </a:lnTo>
                  <a:lnTo>
                    <a:pt x="362" y="200"/>
                  </a:lnTo>
                  <a:lnTo>
                    <a:pt x="352" y="202"/>
                  </a:lnTo>
                  <a:lnTo>
                    <a:pt x="342" y="196"/>
                  </a:lnTo>
                  <a:lnTo>
                    <a:pt x="340" y="186"/>
                  </a:lnTo>
                  <a:lnTo>
                    <a:pt x="327" y="176"/>
                  </a:lnTo>
                  <a:lnTo>
                    <a:pt x="315" y="170"/>
                  </a:lnTo>
                  <a:lnTo>
                    <a:pt x="285" y="156"/>
                  </a:lnTo>
                  <a:lnTo>
                    <a:pt x="255" y="132"/>
                  </a:lnTo>
                  <a:lnTo>
                    <a:pt x="243" y="118"/>
                  </a:lnTo>
                  <a:lnTo>
                    <a:pt x="227" y="112"/>
                  </a:lnTo>
                  <a:lnTo>
                    <a:pt x="227" y="112"/>
                  </a:lnTo>
                  <a:lnTo>
                    <a:pt x="225" y="104"/>
                  </a:lnTo>
                  <a:lnTo>
                    <a:pt x="225" y="104"/>
                  </a:lnTo>
                  <a:lnTo>
                    <a:pt x="215" y="92"/>
                  </a:lnTo>
                  <a:lnTo>
                    <a:pt x="205" y="82"/>
                  </a:lnTo>
                  <a:lnTo>
                    <a:pt x="197" y="84"/>
                  </a:lnTo>
                  <a:lnTo>
                    <a:pt x="189" y="70"/>
                  </a:lnTo>
                  <a:lnTo>
                    <a:pt x="189" y="70"/>
                  </a:lnTo>
                  <a:lnTo>
                    <a:pt x="181" y="68"/>
                  </a:lnTo>
                  <a:lnTo>
                    <a:pt x="181" y="68"/>
                  </a:lnTo>
                  <a:lnTo>
                    <a:pt x="169" y="62"/>
                  </a:lnTo>
                  <a:lnTo>
                    <a:pt x="167" y="52"/>
                  </a:lnTo>
                  <a:lnTo>
                    <a:pt x="161" y="40"/>
                  </a:lnTo>
                  <a:lnTo>
                    <a:pt x="153" y="0"/>
                  </a:lnTo>
                  <a:lnTo>
                    <a:pt x="138" y="12"/>
                  </a:lnTo>
                  <a:lnTo>
                    <a:pt x="114" y="28"/>
                  </a:lnTo>
                  <a:lnTo>
                    <a:pt x="96" y="48"/>
                  </a:lnTo>
                  <a:lnTo>
                    <a:pt x="92" y="64"/>
                  </a:lnTo>
                  <a:lnTo>
                    <a:pt x="88" y="90"/>
                  </a:lnTo>
                  <a:lnTo>
                    <a:pt x="40" y="134"/>
                  </a:lnTo>
                  <a:lnTo>
                    <a:pt x="0" y="174"/>
                  </a:lnTo>
                  <a:lnTo>
                    <a:pt x="8" y="188"/>
                  </a:lnTo>
                  <a:lnTo>
                    <a:pt x="66" y="206"/>
                  </a:lnTo>
                  <a:lnTo>
                    <a:pt x="122" y="210"/>
                  </a:lnTo>
                  <a:lnTo>
                    <a:pt x="155" y="245"/>
                  </a:lnTo>
                  <a:lnTo>
                    <a:pt x="185" y="285"/>
                  </a:lnTo>
                  <a:lnTo>
                    <a:pt x="185" y="285"/>
                  </a:lnTo>
                  <a:lnTo>
                    <a:pt x="183" y="301"/>
                  </a:lnTo>
                  <a:lnTo>
                    <a:pt x="181" y="317"/>
                  </a:lnTo>
                  <a:lnTo>
                    <a:pt x="181" y="317"/>
                  </a:lnTo>
                  <a:lnTo>
                    <a:pt x="153" y="347"/>
                  </a:lnTo>
                  <a:lnTo>
                    <a:pt x="136" y="399"/>
                  </a:lnTo>
                  <a:lnTo>
                    <a:pt x="112" y="445"/>
                  </a:lnTo>
                  <a:lnTo>
                    <a:pt x="112" y="488"/>
                  </a:lnTo>
                  <a:lnTo>
                    <a:pt x="124" y="520"/>
                  </a:lnTo>
                  <a:lnTo>
                    <a:pt x="124" y="520"/>
                  </a:lnTo>
                  <a:lnTo>
                    <a:pt x="144" y="562"/>
                  </a:lnTo>
                  <a:lnTo>
                    <a:pt x="144" y="562"/>
                  </a:lnTo>
                  <a:lnTo>
                    <a:pt x="165" y="594"/>
                  </a:lnTo>
                  <a:lnTo>
                    <a:pt x="209" y="594"/>
                  </a:lnTo>
                  <a:lnTo>
                    <a:pt x="249" y="576"/>
                  </a:lnTo>
                  <a:lnTo>
                    <a:pt x="307" y="554"/>
                  </a:lnTo>
                  <a:lnTo>
                    <a:pt x="319" y="528"/>
                  </a:lnTo>
                  <a:lnTo>
                    <a:pt x="340" y="508"/>
                  </a:lnTo>
                  <a:lnTo>
                    <a:pt x="382" y="500"/>
                  </a:lnTo>
                  <a:lnTo>
                    <a:pt x="426" y="486"/>
                  </a:lnTo>
                  <a:lnTo>
                    <a:pt x="454" y="480"/>
                  </a:lnTo>
                  <a:lnTo>
                    <a:pt x="454" y="480"/>
                  </a:lnTo>
                  <a:lnTo>
                    <a:pt x="450" y="469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47" name="Freeform 69">
              <a:extLst>
                <a:ext uri="{FF2B5EF4-FFF2-40B4-BE49-F238E27FC236}">
                  <a16:creationId xmlns:a16="http://schemas.microsoft.com/office/drawing/2014/main" id="{EC71BE97-95DE-99CA-8F91-F06B77143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3788" y="9783763"/>
              <a:ext cx="909637" cy="720725"/>
            </a:xfrm>
            <a:custGeom>
              <a:avLst/>
              <a:gdLst>
                <a:gd name="T0" fmla="*/ 565 w 573"/>
                <a:gd name="T1" fmla="*/ 259 h 454"/>
                <a:gd name="T2" fmla="*/ 557 w 573"/>
                <a:gd name="T3" fmla="*/ 249 h 454"/>
                <a:gd name="T4" fmla="*/ 555 w 573"/>
                <a:gd name="T5" fmla="*/ 245 h 454"/>
                <a:gd name="T6" fmla="*/ 547 w 573"/>
                <a:gd name="T7" fmla="*/ 243 h 454"/>
                <a:gd name="T8" fmla="*/ 539 w 573"/>
                <a:gd name="T9" fmla="*/ 249 h 454"/>
                <a:gd name="T10" fmla="*/ 519 w 573"/>
                <a:gd name="T11" fmla="*/ 233 h 454"/>
                <a:gd name="T12" fmla="*/ 509 w 573"/>
                <a:gd name="T13" fmla="*/ 229 h 454"/>
                <a:gd name="T14" fmla="*/ 486 w 573"/>
                <a:gd name="T15" fmla="*/ 199 h 454"/>
                <a:gd name="T16" fmla="*/ 468 w 573"/>
                <a:gd name="T17" fmla="*/ 169 h 454"/>
                <a:gd name="T18" fmla="*/ 406 w 573"/>
                <a:gd name="T19" fmla="*/ 127 h 454"/>
                <a:gd name="T20" fmla="*/ 366 w 573"/>
                <a:gd name="T21" fmla="*/ 85 h 454"/>
                <a:gd name="T22" fmla="*/ 362 w 573"/>
                <a:gd name="T23" fmla="*/ 73 h 454"/>
                <a:gd name="T24" fmla="*/ 342 w 573"/>
                <a:gd name="T25" fmla="*/ 51 h 454"/>
                <a:gd name="T26" fmla="*/ 295 w 573"/>
                <a:gd name="T27" fmla="*/ 61 h 454"/>
                <a:gd name="T28" fmla="*/ 281 w 573"/>
                <a:gd name="T29" fmla="*/ 65 h 454"/>
                <a:gd name="T30" fmla="*/ 269 w 573"/>
                <a:gd name="T31" fmla="*/ 85 h 454"/>
                <a:gd name="T32" fmla="*/ 261 w 573"/>
                <a:gd name="T33" fmla="*/ 103 h 454"/>
                <a:gd name="T34" fmla="*/ 231 w 573"/>
                <a:gd name="T35" fmla="*/ 125 h 454"/>
                <a:gd name="T36" fmla="*/ 213 w 573"/>
                <a:gd name="T37" fmla="*/ 127 h 454"/>
                <a:gd name="T38" fmla="*/ 203 w 573"/>
                <a:gd name="T39" fmla="*/ 113 h 454"/>
                <a:gd name="T40" fmla="*/ 177 w 573"/>
                <a:gd name="T41" fmla="*/ 91 h 454"/>
                <a:gd name="T42" fmla="*/ 155 w 573"/>
                <a:gd name="T43" fmla="*/ 77 h 454"/>
                <a:gd name="T44" fmla="*/ 137 w 573"/>
                <a:gd name="T45" fmla="*/ 83 h 454"/>
                <a:gd name="T46" fmla="*/ 125 w 573"/>
                <a:gd name="T47" fmla="*/ 77 h 454"/>
                <a:gd name="T48" fmla="*/ 114 w 573"/>
                <a:gd name="T49" fmla="*/ 51 h 454"/>
                <a:gd name="T50" fmla="*/ 108 w 573"/>
                <a:gd name="T51" fmla="*/ 0 h 454"/>
                <a:gd name="T52" fmla="*/ 56 w 573"/>
                <a:gd name="T53" fmla="*/ 83 h 454"/>
                <a:gd name="T54" fmla="*/ 20 w 573"/>
                <a:gd name="T55" fmla="*/ 127 h 454"/>
                <a:gd name="T56" fmla="*/ 0 w 573"/>
                <a:gd name="T57" fmla="*/ 203 h 454"/>
                <a:gd name="T58" fmla="*/ 14 w 573"/>
                <a:gd name="T59" fmla="*/ 201 h 454"/>
                <a:gd name="T60" fmla="*/ 42 w 573"/>
                <a:gd name="T61" fmla="*/ 197 h 454"/>
                <a:gd name="T62" fmla="*/ 171 w 573"/>
                <a:gd name="T63" fmla="*/ 197 h 454"/>
                <a:gd name="T64" fmla="*/ 203 w 573"/>
                <a:gd name="T65" fmla="*/ 267 h 454"/>
                <a:gd name="T66" fmla="*/ 219 w 573"/>
                <a:gd name="T67" fmla="*/ 295 h 454"/>
                <a:gd name="T68" fmla="*/ 219 w 573"/>
                <a:gd name="T69" fmla="*/ 309 h 454"/>
                <a:gd name="T70" fmla="*/ 247 w 573"/>
                <a:gd name="T71" fmla="*/ 368 h 454"/>
                <a:gd name="T72" fmla="*/ 283 w 573"/>
                <a:gd name="T73" fmla="*/ 424 h 454"/>
                <a:gd name="T74" fmla="*/ 305 w 573"/>
                <a:gd name="T75" fmla="*/ 442 h 454"/>
                <a:gd name="T76" fmla="*/ 340 w 573"/>
                <a:gd name="T77" fmla="*/ 454 h 454"/>
                <a:gd name="T78" fmla="*/ 354 w 573"/>
                <a:gd name="T79" fmla="*/ 448 h 454"/>
                <a:gd name="T80" fmla="*/ 380 w 573"/>
                <a:gd name="T81" fmla="*/ 440 h 454"/>
                <a:gd name="T82" fmla="*/ 382 w 573"/>
                <a:gd name="T83" fmla="*/ 430 h 454"/>
                <a:gd name="T84" fmla="*/ 392 w 573"/>
                <a:gd name="T85" fmla="*/ 376 h 454"/>
                <a:gd name="T86" fmla="*/ 400 w 573"/>
                <a:gd name="T87" fmla="*/ 358 h 454"/>
                <a:gd name="T88" fmla="*/ 432 w 573"/>
                <a:gd name="T89" fmla="*/ 342 h 454"/>
                <a:gd name="T90" fmla="*/ 454 w 573"/>
                <a:gd name="T91" fmla="*/ 322 h 454"/>
                <a:gd name="T92" fmla="*/ 452 w 573"/>
                <a:gd name="T93" fmla="*/ 312 h 454"/>
                <a:gd name="T94" fmla="*/ 476 w 573"/>
                <a:gd name="T95" fmla="*/ 307 h 454"/>
                <a:gd name="T96" fmla="*/ 504 w 573"/>
                <a:gd name="T97" fmla="*/ 289 h 454"/>
                <a:gd name="T98" fmla="*/ 545 w 573"/>
                <a:gd name="T99" fmla="*/ 279 h 454"/>
                <a:gd name="T100" fmla="*/ 567 w 573"/>
                <a:gd name="T101" fmla="*/ 263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73" h="454">
                  <a:moveTo>
                    <a:pt x="567" y="263"/>
                  </a:moveTo>
                  <a:lnTo>
                    <a:pt x="567" y="263"/>
                  </a:lnTo>
                  <a:lnTo>
                    <a:pt x="565" y="259"/>
                  </a:lnTo>
                  <a:lnTo>
                    <a:pt x="563" y="255"/>
                  </a:lnTo>
                  <a:lnTo>
                    <a:pt x="563" y="255"/>
                  </a:lnTo>
                  <a:lnTo>
                    <a:pt x="557" y="249"/>
                  </a:lnTo>
                  <a:lnTo>
                    <a:pt x="557" y="249"/>
                  </a:lnTo>
                  <a:lnTo>
                    <a:pt x="557" y="247"/>
                  </a:lnTo>
                  <a:lnTo>
                    <a:pt x="555" y="245"/>
                  </a:lnTo>
                  <a:lnTo>
                    <a:pt x="555" y="245"/>
                  </a:lnTo>
                  <a:lnTo>
                    <a:pt x="547" y="243"/>
                  </a:lnTo>
                  <a:lnTo>
                    <a:pt x="547" y="243"/>
                  </a:lnTo>
                  <a:lnTo>
                    <a:pt x="543" y="245"/>
                  </a:lnTo>
                  <a:lnTo>
                    <a:pt x="539" y="249"/>
                  </a:lnTo>
                  <a:lnTo>
                    <a:pt x="539" y="249"/>
                  </a:lnTo>
                  <a:lnTo>
                    <a:pt x="533" y="245"/>
                  </a:lnTo>
                  <a:lnTo>
                    <a:pt x="529" y="243"/>
                  </a:lnTo>
                  <a:lnTo>
                    <a:pt x="519" y="233"/>
                  </a:lnTo>
                  <a:lnTo>
                    <a:pt x="519" y="233"/>
                  </a:lnTo>
                  <a:lnTo>
                    <a:pt x="509" y="229"/>
                  </a:lnTo>
                  <a:lnTo>
                    <a:pt x="509" y="229"/>
                  </a:lnTo>
                  <a:lnTo>
                    <a:pt x="500" y="221"/>
                  </a:lnTo>
                  <a:lnTo>
                    <a:pt x="496" y="209"/>
                  </a:lnTo>
                  <a:lnTo>
                    <a:pt x="486" y="199"/>
                  </a:lnTo>
                  <a:lnTo>
                    <a:pt x="482" y="193"/>
                  </a:lnTo>
                  <a:lnTo>
                    <a:pt x="476" y="185"/>
                  </a:lnTo>
                  <a:lnTo>
                    <a:pt x="468" y="169"/>
                  </a:lnTo>
                  <a:lnTo>
                    <a:pt x="450" y="151"/>
                  </a:lnTo>
                  <a:lnTo>
                    <a:pt x="430" y="135"/>
                  </a:lnTo>
                  <a:lnTo>
                    <a:pt x="406" y="127"/>
                  </a:lnTo>
                  <a:lnTo>
                    <a:pt x="390" y="107"/>
                  </a:lnTo>
                  <a:lnTo>
                    <a:pt x="380" y="93"/>
                  </a:lnTo>
                  <a:lnTo>
                    <a:pt x="366" y="85"/>
                  </a:lnTo>
                  <a:lnTo>
                    <a:pt x="366" y="85"/>
                  </a:lnTo>
                  <a:lnTo>
                    <a:pt x="366" y="79"/>
                  </a:lnTo>
                  <a:lnTo>
                    <a:pt x="362" y="73"/>
                  </a:lnTo>
                  <a:lnTo>
                    <a:pt x="362" y="73"/>
                  </a:lnTo>
                  <a:lnTo>
                    <a:pt x="354" y="67"/>
                  </a:lnTo>
                  <a:lnTo>
                    <a:pt x="342" y="51"/>
                  </a:lnTo>
                  <a:lnTo>
                    <a:pt x="326" y="51"/>
                  </a:lnTo>
                  <a:lnTo>
                    <a:pt x="307" y="57"/>
                  </a:lnTo>
                  <a:lnTo>
                    <a:pt x="295" y="61"/>
                  </a:lnTo>
                  <a:lnTo>
                    <a:pt x="295" y="61"/>
                  </a:lnTo>
                  <a:lnTo>
                    <a:pt x="289" y="63"/>
                  </a:lnTo>
                  <a:lnTo>
                    <a:pt x="281" y="65"/>
                  </a:lnTo>
                  <a:lnTo>
                    <a:pt x="281" y="65"/>
                  </a:lnTo>
                  <a:lnTo>
                    <a:pt x="281" y="77"/>
                  </a:lnTo>
                  <a:lnTo>
                    <a:pt x="269" y="85"/>
                  </a:lnTo>
                  <a:lnTo>
                    <a:pt x="269" y="85"/>
                  </a:lnTo>
                  <a:lnTo>
                    <a:pt x="261" y="103"/>
                  </a:lnTo>
                  <a:lnTo>
                    <a:pt x="261" y="103"/>
                  </a:lnTo>
                  <a:lnTo>
                    <a:pt x="247" y="119"/>
                  </a:lnTo>
                  <a:lnTo>
                    <a:pt x="231" y="125"/>
                  </a:lnTo>
                  <a:lnTo>
                    <a:pt x="231" y="125"/>
                  </a:lnTo>
                  <a:lnTo>
                    <a:pt x="223" y="127"/>
                  </a:lnTo>
                  <a:lnTo>
                    <a:pt x="213" y="127"/>
                  </a:lnTo>
                  <a:lnTo>
                    <a:pt x="213" y="127"/>
                  </a:lnTo>
                  <a:lnTo>
                    <a:pt x="207" y="121"/>
                  </a:lnTo>
                  <a:lnTo>
                    <a:pt x="203" y="113"/>
                  </a:lnTo>
                  <a:lnTo>
                    <a:pt x="203" y="113"/>
                  </a:lnTo>
                  <a:lnTo>
                    <a:pt x="201" y="105"/>
                  </a:lnTo>
                  <a:lnTo>
                    <a:pt x="199" y="101"/>
                  </a:lnTo>
                  <a:lnTo>
                    <a:pt x="177" y="91"/>
                  </a:lnTo>
                  <a:lnTo>
                    <a:pt x="169" y="81"/>
                  </a:lnTo>
                  <a:lnTo>
                    <a:pt x="155" y="77"/>
                  </a:lnTo>
                  <a:lnTo>
                    <a:pt x="155" y="77"/>
                  </a:lnTo>
                  <a:lnTo>
                    <a:pt x="141" y="85"/>
                  </a:lnTo>
                  <a:lnTo>
                    <a:pt x="141" y="85"/>
                  </a:lnTo>
                  <a:lnTo>
                    <a:pt x="137" y="83"/>
                  </a:lnTo>
                  <a:lnTo>
                    <a:pt x="131" y="81"/>
                  </a:lnTo>
                  <a:lnTo>
                    <a:pt x="125" y="77"/>
                  </a:lnTo>
                  <a:lnTo>
                    <a:pt x="125" y="77"/>
                  </a:lnTo>
                  <a:lnTo>
                    <a:pt x="120" y="65"/>
                  </a:lnTo>
                  <a:lnTo>
                    <a:pt x="114" y="51"/>
                  </a:lnTo>
                  <a:lnTo>
                    <a:pt x="114" y="51"/>
                  </a:lnTo>
                  <a:lnTo>
                    <a:pt x="112" y="34"/>
                  </a:lnTo>
                  <a:lnTo>
                    <a:pt x="110" y="20"/>
                  </a:lnTo>
                  <a:lnTo>
                    <a:pt x="108" y="0"/>
                  </a:lnTo>
                  <a:lnTo>
                    <a:pt x="100" y="10"/>
                  </a:lnTo>
                  <a:lnTo>
                    <a:pt x="56" y="83"/>
                  </a:lnTo>
                  <a:lnTo>
                    <a:pt x="56" y="83"/>
                  </a:lnTo>
                  <a:lnTo>
                    <a:pt x="26" y="115"/>
                  </a:lnTo>
                  <a:lnTo>
                    <a:pt x="26" y="115"/>
                  </a:lnTo>
                  <a:lnTo>
                    <a:pt x="20" y="127"/>
                  </a:lnTo>
                  <a:lnTo>
                    <a:pt x="16" y="137"/>
                  </a:lnTo>
                  <a:lnTo>
                    <a:pt x="2" y="179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0" y="203"/>
                  </a:lnTo>
                  <a:lnTo>
                    <a:pt x="14" y="201"/>
                  </a:lnTo>
                  <a:lnTo>
                    <a:pt x="14" y="201"/>
                  </a:lnTo>
                  <a:lnTo>
                    <a:pt x="26" y="197"/>
                  </a:lnTo>
                  <a:lnTo>
                    <a:pt x="42" y="197"/>
                  </a:lnTo>
                  <a:lnTo>
                    <a:pt x="58" y="189"/>
                  </a:lnTo>
                  <a:lnTo>
                    <a:pt x="88" y="193"/>
                  </a:lnTo>
                  <a:lnTo>
                    <a:pt x="171" y="197"/>
                  </a:lnTo>
                  <a:lnTo>
                    <a:pt x="193" y="217"/>
                  </a:lnTo>
                  <a:lnTo>
                    <a:pt x="193" y="241"/>
                  </a:lnTo>
                  <a:lnTo>
                    <a:pt x="203" y="267"/>
                  </a:lnTo>
                  <a:lnTo>
                    <a:pt x="213" y="277"/>
                  </a:lnTo>
                  <a:lnTo>
                    <a:pt x="219" y="295"/>
                  </a:lnTo>
                  <a:lnTo>
                    <a:pt x="219" y="295"/>
                  </a:lnTo>
                  <a:lnTo>
                    <a:pt x="219" y="301"/>
                  </a:lnTo>
                  <a:lnTo>
                    <a:pt x="219" y="301"/>
                  </a:lnTo>
                  <a:lnTo>
                    <a:pt x="219" y="309"/>
                  </a:lnTo>
                  <a:lnTo>
                    <a:pt x="233" y="340"/>
                  </a:lnTo>
                  <a:lnTo>
                    <a:pt x="245" y="350"/>
                  </a:lnTo>
                  <a:lnTo>
                    <a:pt x="247" y="368"/>
                  </a:lnTo>
                  <a:lnTo>
                    <a:pt x="253" y="386"/>
                  </a:lnTo>
                  <a:lnTo>
                    <a:pt x="269" y="412"/>
                  </a:lnTo>
                  <a:lnTo>
                    <a:pt x="283" y="424"/>
                  </a:lnTo>
                  <a:lnTo>
                    <a:pt x="293" y="434"/>
                  </a:lnTo>
                  <a:lnTo>
                    <a:pt x="293" y="434"/>
                  </a:lnTo>
                  <a:lnTo>
                    <a:pt x="305" y="442"/>
                  </a:lnTo>
                  <a:lnTo>
                    <a:pt x="305" y="442"/>
                  </a:lnTo>
                  <a:lnTo>
                    <a:pt x="318" y="444"/>
                  </a:lnTo>
                  <a:lnTo>
                    <a:pt x="340" y="454"/>
                  </a:lnTo>
                  <a:lnTo>
                    <a:pt x="340" y="454"/>
                  </a:lnTo>
                  <a:lnTo>
                    <a:pt x="354" y="448"/>
                  </a:lnTo>
                  <a:lnTo>
                    <a:pt x="354" y="448"/>
                  </a:lnTo>
                  <a:lnTo>
                    <a:pt x="372" y="444"/>
                  </a:lnTo>
                  <a:lnTo>
                    <a:pt x="380" y="442"/>
                  </a:lnTo>
                  <a:lnTo>
                    <a:pt x="380" y="440"/>
                  </a:lnTo>
                  <a:lnTo>
                    <a:pt x="380" y="440"/>
                  </a:lnTo>
                  <a:lnTo>
                    <a:pt x="382" y="430"/>
                  </a:lnTo>
                  <a:lnTo>
                    <a:pt x="382" y="430"/>
                  </a:lnTo>
                  <a:lnTo>
                    <a:pt x="382" y="412"/>
                  </a:lnTo>
                  <a:lnTo>
                    <a:pt x="392" y="392"/>
                  </a:lnTo>
                  <a:lnTo>
                    <a:pt x="392" y="376"/>
                  </a:lnTo>
                  <a:lnTo>
                    <a:pt x="388" y="366"/>
                  </a:lnTo>
                  <a:lnTo>
                    <a:pt x="392" y="352"/>
                  </a:lnTo>
                  <a:lnTo>
                    <a:pt x="400" y="358"/>
                  </a:lnTo>
                  <a:lnTo>
                    <a:pt x="408" y="356"/>
                  </a:lnTo>
                  <a:lnTo>
                    <a:pt x="416" y="360"/>
                  </a:lnTo>
                  <a:lnTo>
                    <a:pt x="432" y="342"/>
                  </a:lnTo>
                  <a:lnTo>
                    <a:pt x="438" y="342"/>
                  </a:lnTo>
                  <a:lnTo>
                    <a:pt x="448" y="330"/>
                  </a:lnTo>
                  <a:lnTo>
                    <a:pt x="454" y="322"/>
                  </a:lnTo>
                  <a:lnTo>
                    <a:pt x="454" y="322"/>
                  </a:lnTo>
                  <a:lnTo>
                    <a:pt x="452" y="312"/>
                  </a:lnTo>
                  <a:lnTo>
                    <a:pt x="452" y="312"/>
                  </a:lnTo>
                  <a:lnTo>
                    <a:pt x="454" y="309"/>
                  </a:lnTo>
                  <a:lnTo>
                    <a:pt x="456" y="307"/>
                  </a:lnTo>
                  <a:lnTo>
                    <a:pt x="476" y="307"/>
                  </a:lnTo>
                  <a:lnTo>
                    <a:pt x="486" y="299"/>
                  </a:lnTo>
                  <a:lnTo>
                    <a:pt x="496" y="293"/>
                  </a:lnTo>
                  <a:lnTo>
                    <a:pt x="504" y="289"/>
                  </a:lnTo>
                  <a:lnTo>
                    <a:pt x="507" y="275"/>
                  </a:lnTo>
                  <a:lnTo>
                    <a:pt x="529" y="277"/>
                  </a:lnTo>
                  <a:lnTo>
                    <a:pt x="545" y="279"/>
                  </a:lnTo>
                  <a:lnTo>
                    <a:pt x="563" y="287"/>
                  </a:lnTo>
                  <a:lnTo>
                    <a:pt x="573" y="277"/>
                  </a:lnTo>
                  <a:lnTo>
                    <a:pt x="567" y="263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48" name="Freeform 70">
              <a:extLst>
                <a:ext uri="{FF2B5EF4-FFF2-40B4-BE49-F238E27FC236}">
                  <a16:creationId xmlns:a16="http://schemas.microsoft.com/office/drawing/2014/main" id="{6C017D87-8C31-A5FF-B168-73946D24B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5438" y="8123238"/>
              <a:ext cx="812800" cy="1309688"/>
            </a:xfrm>
            <a:custGeom>
              <a:avLst/>
              <a:gdLst>
                <a:gd name="T0" fmla="*/ 468 w 512"/>
                <a:gd name="T1" fmla="*/ 16 h 825"/>
                <a:gd name="T2" fmla="*/ 456 w 512"/>
                <a:gd name="T3" fmla="*/ 16 h 825"/>
                <a:gd name="T4" fmla="*/ 442 w 512"/>
                <a:gd name="T5" fmla="*/ 20 h 825"/>
                <a:gd name="T6" fmla="*/ 396 w 512"/>
                <a:gd name="T7" fmla="*/ 10 h 825"/>
                <a:gd name="T8" fmla="*/ 371 w 512"/>
                <a:gd name="T9" fmla="*/ 57 h 825"/>
                <a:gd name="T10" fmla="*/ 349 w 512"/>
                <a:gd name="T11" fmla="*/ 73 h 825"/>
                <a:gd name="T12" fmla="*/ 319 w 512"/>
                <a:gd name="T13" fmla="*/ 26 h 825"/>
                <a:gd name="T14" fmla="*/ 293 w 512"/>
                <a:gd name="T15" fmla="*/ 10 h 825"/>
                <a:gd name="T16" fmla="*/ 265 w 512"/>
                <a:gd name="T17" fmla="*/ 0 h 825"/>
                <a:gd name="T18" fmla="*/ 263 w 512"/>
                <a:gd name="T19" fmla="*/ 12 h 825"/>
                <a:gd name="T20" fmla="*/ 231 w 512"/>
                <a:gd name="T21" fmla="*/ 99 h 825"/>
                <a:gd name="T22" fmla="*/ 170 w 512"/>
                <a:gd name="T23" fmla="*/ 171 h 825"/>
                <a:gd name="T24" fmla="*/ 86 w 512"/>
                <a:gd name="T25" fmla="*/ 207 h 825"/>
                <a:gd name="T26" fmla="*/ 54 w 512"/>
                <a:gd name="T27" fmla="*/ 306 h 825"/>
                <a:gd name="T28" fmla="*/ 40 w 512"/>
                <a:gd name="T29" fmla="*/ 386 h 825"/>
                <a:gd name="T30" fmla="*/ 24 w 512"/>
                <a:gd name="T31" fmla="*/ 482 h 825"/>
                <a:gd name="T32" fmla="*/ 18 w 512"/>
                <a:gd name="T33" fmla="*/ 542 h 825"/>
                <a:gd name="T34" fmla="*/ 34 w 512"/>
                <a:gd name="T35" fmla="*/ 569 h 825"/>
                <a:gd name="T36" fmla="*/ 56 w 512"/>
                <a:gd name="T37" fmla="*/ 577 h 825"/>
                <a:gd name="T38" fmla="*/ 40 w 512"/>
                <a:gd name="T39" fmla="*/ 589 h 825"/>
                <a:gd name="T40" fmla="*/ 38 w 512"/>
                <a:gd name="T41" fmla="*/ 601 h 825"/>
                <a:gd name="T42" fmla="*/ 42 w 512"/>
                <a:gd name="T43" fmla="*/ 599 h 825"/>
                <a:gd name="T44" fmla="*/ 64 w 512"/>
                <a:gd name="T45" fmla="*/ 587 h 825"/>
                <a:gd name="T46" fmla="*/ 68 w 512"/>
                <a:gd name="T47" fmla="*/ 623 h 825"/>
                <a:gd name="T48" fmla="*/ 78 w 512"/>
                <a:gd name="T49" fmla="*/ 639 h 825"/>
                <a:gd name="T50" fmla="*/ 70 w 512"/>
                <a:gd name="T51" fmla="*/ 643 h 825"/>
                <a:gd name="T52" fmla="*/ 68 w 512"/>
                <a:gd name="T53" fmla="*/ 655 h 825"/>
                <a:gd name="T54" fmla="*/ 72 w 512"/>
                <a:gd name="T55" fmla="*/ 685 h 825"/>
                <a:gd name="T56" fmla="*/ 86 w 512"/>
                <a:gd name="T57" fmla="*/ 697 h 825"/>
                <a:gd name="T58" fmla="*/ 120 w 512"/>
                <a:gd name="T59" fmla="*/ 711 h 825"/>
                <a:gd name="T60" fmla="*/ 132 w 512"/>
                <a:gd name="T61" fmla="*/ 773 h 825"/>
                <a:gd name="T62" fmla="*/ 132 w 512"/>
                <a:gd name="T63" fmla="*/ 825 h 825"/>
                <a:gd name="T64" fmla="*/ 180 w 512"/>
                <a:gd name="T65" fmla="*/ 803 h 825"/>
                <a:gd name="T66" fmla="*/ 279 w 512"/>
                <a:gd name="T67" fmla="*/ 775 h 825"/>
                <a:gd name="T68" fmla="*/ 335 w 512"/>
                <a:gd name="T69" fmla="*/ 727 h 825"/>
                <a:gd name="T70" fmla="*/ 390 w 512"/>
                <a:gd name="T71" fmla="*/ 695 h 825"/>
                <a:gd name="T72" fmla="*/ 444 w 512"/>
                <a:gd name="T73" fmla="*/ 655 h 825"/>
                <a:gd name="T74" fmla="*/ 470 w 512"/>
                <a:gd name="T75" fmla="*/ 619 h 825"/>
                <a:gd name="T76" fmla="*/ 492 w 512"/>
                <a:gd name="T77" fmla="*/ 528 h 825"/>
                <a:gd name="T78" fmla="*/ 492 w 512"/>
                <a:gd name="T79" fmla="*/ 510 h 825"/>
                <a:gd name="T80" fmla="*/ 488 w 512"/>
                <a:gd name="T81" fmla="*/ 486 h 825"/>
                <a:gd name="T82" fmla="*/ 482 w 512"/>
                <a:gd name="T83" fmla="*/ 466 h 825"/>
                <a:gd name="T84" fmla="*/ 478 w 512"/>
                <a:gd name="T85" fmla="*/ 448 h 825"/>
                <a:gd name="T86" fmla="*/ 468 w 512"/>
                <a:gd name="T87" fmla="*/ 348 h 825"/>
                <a:gd name="T88" fmla="*/ 436 w 512"/>
                <a:gd name="T89" fmla="*/ 281 h 825"/>
                <a:gd name="T90" fmla="*/ 440 w 512"/>
                <a:gd name="T91" fmla="*/ 225 h 825"/>
                <a:gd name="T92" fmla="*/ 506 w 512"/>
                <a:gd name="T93" fmla="*/ 111 h 825"/>
                <a:gd name="T94" fmla="*/ 512 w 512"/>
                <a:gd name="T95" fmla="*/ 53 h 825"/>
                <a:gd name="T96" fmla="*/ 512 w 512"/>
                <a:gd name="T97" fmla="*/ 24 h 825"/>
                <a:gd name="T98" fmla="*/ 472 w 512"/>
                <a:gd name="T99" fmla="*/ 20 h 8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2" h="825">
                  <a:moveTo>
                    <a:pt x="472" y="20"/>
                  </a:moveTo>
                  <a:lnTo>
                    <a:pt x="468" y="16"/>
                  </a:lnTo>
                  <a:lnTo>
                    <a:pt x="464" y="18"/>
                  </a:lnTo>
                  <a:lnTo>
                    <a:pt x="456" y="16"/>
                  </a:lnTo>
                  <a:lnTo>
                    <a:pt x="450" y="20"/>
                  </a:lnTo>
                  <a:lnTo>
                    <a:pt x="442" y="20"/>
                  </a:lnTo>
                  <a:lnTo>
                    <a:pt x="430" y="10"/>
                  </a:lnTo>
                  <a:lnTo>
                    <a:pt x="396" y="10"/>
                  </a:lnTo>
                  <a:lnTo>
                    <a:pt x="388" y="45"/>
                  </a:lnTo>
                  <a:lnTo>
                    <a:pt x="371" y="57"/>
                  </a:lnTo>
                  <a:lnTo>
                    <a:pt x="357" y="73"/>
                  </a:lnTo>
                  <a:lnTo>
                    <a:pt x="349" y="73"/>
                  </a:lnTo>
                  <a:lnTo>
                    <a:pt x="321" y="40"/>
                  </a:lnTo>
                  <a:lnTo>
                    <a:pt x="319" y="26"/>
                  </a:lnTo>
                  <a:lnTo>
                    <a:pt x="307" y="12"/>
                  </a:lnTo>
                  <a:lnTo>
                    <a:pt x="293" y="10"/>
                  </a:lnTo>
                  <a:lnTo>
                    <a:pt x="279" y="2"/>
                  </a:lnTo>
                  <a:lnTo>
                    <a:pt x="265" y="0"/>
                  </a:lnTo>
                  <a:lnTo>
                    <a:pt x="263" y="2"/>
                  </a:lnTo>
                  <a:lnTo>
                    <a:pt x="263" y="12"/>
                  </a:lnTo>
                  <a:lnTo>
                    <a:pt x="245" y="65"/>
                  </a:lnTo>
                  <a:lnTo>
                    <a:pt x="231" y="99"/>
                  </a:lnTo>
                  <a:lnTo>
                    <a:pt x="199" y="143"/>
                  </a:lnTo>
                  <a:lnTo>
                    <a:pt x="170" y="171"/>
                  </a:lnTo>
                  <a:lnTo>
                    <a:pt x="142" y="173"/>
                  </a:lnTo>
                  <a:lnTo>
                    <a:pt x="86" y="207"/>
                  </a:lnTo>
                  <a:lnTo>
                    <a:pt x="58" y="303"/>
                  </a:lnTo>
                  <a:lnTo>
                    <a:pt x="54" y="306"/>
                  </a:lnTo>
                  <a:lnTo>
                    <a:pt x="44" y="344"/>
                  </a:lnTo>
                  <a:lnTo>
                    <a:pt x="40" y="386"/>
                  </a:lnTo>
                  <a:lnTo>
                    <a:pt x="32" y="434"/>
                  </a:lnTo>
                  <a:lnTo>
                    <a:pt x="24" y="482"/>
                  </a:lnTo>
                  <a:lnTo>
                    <a:pt x="0" y="530"/>
                  </a:lnTo>
                  <a:lnTo>
                    <a:pt x="18" y="542"/>
                  </a:lnTo>
                  <a:lnTo>
                    <a:pt x="22" y="554"/>
                  </a:lnTo>
                  <a:lnTo>
                    <a:pt x="34" y="569"/>
                  </a:lnTo>
                  <a:lnTo>
                    <a:pt x="54" y="573"/>
                  </a:lnTo>
                  <a:lnTo>
                    <a:pt x="56" y="577"/>
                  </a:lnTo>
                  <a:lnTo>
                    <a:pt x="54" y="583"/>
                  </a:lnTo>
                  <a:lnTo>
                    <a:pt x="40" y="589"/>
                  </a:lnTo>
                  <a:lnTo>
                    <a:pt x="30" y="599"/>
                  </a:lnTo>
                  <a:lnTo>
                    <a:pt x="38" y="601"/>
                  </a:lnTo>
                  <a:lnTo>
                    <a:pt x="38" y="601"/>
                  </a:lnTo>
                  <a:lnTo>
                    <a:pt x="42" y="599"/>
                  </a:lnTo>
                  <a:lnTo>
                    <a:pt x="42" y="599"/>
                  </a:lnTo>
                  <a:lnTo>
                    <a:pt x="64" y="587"/>
                  </a:lnTo>
                  <a:lnTo>
                    <a:pt x="64" y="619"/>
                  </a:lnTo>
                  <a:lnTo>
                    <a:pt x="68" y="623"/>
                  </a:lnTo>
                  <a:lnTo>
                    <a:pt x="76" y="629"/>
                  </a:lnTo>
                  <a:lnTo>
                    <a:pt x="78" y="639"/>
                  </a:lnTo>
                  <a:lnTo>
                    <a:pt x="70" y="643"/>
                  </a:lnTo>
                  <a:lnTo>
                    <a:pt x="70" y="643"/>
                  </a:lnTo>
                  <a:lnTo>
                    <a:pt x="68" y="655"/>
                  </a:lnTo>
                  <a:lnTo>
                    <a:pt x="68" y="655"/>
                  </a:lnTo>
                  <a:lnTo>
                    <a:pt x="68" y="673"/>
                  </a:lnTo>
                  <a:lnTo>
                    <a:pt x="72" y="685"/>
                  </a:lnTo>
                  <a:lnTo>
                    <a:pt x="74" y="707"/>
                  </a:lnTo>
                  <a:lnTo>
                    <a:pt x="86" y="697"/>
                  </a:lnTo>
                  <a:lnTo>
                    <a:pt x="108" y="691"/>
                  </a:lnTo>
                  <a:lnTo>
                    <a:pt x="120" y="711"/>
                  </a:lnTo>
                  <a:lnTo>
                    <a:pt x="114" y="759"/>
                  </a:lnTo>
                  <a:lnTo>
                    <a:pt x="132" y="773"/>
                  </a:lnTo>
                  <a:lnTo>
                    <a:pt x="132" y="799"/>
                  </a:lnTo>
                  <a:lnTo>
                    <a:pt x="132" y="825"/>
                  </a:lnTo>
                  <a:lnTo>
                    <a:pt x="162" y="821"/>
                  </a:lnTo>
                  <a:lnTo>
                    <a:pt x="180" y="803"/>
                  </a:lnTo>
                  <a:lnTo>
                    <a:pt x="201" y="795"/>
                  </a:lnTo>
                  <a:lnTo>
                    <a:pt x="279" y="775"/>
                  </a:lnTo>
                  <a:lnTo>
                    <a:pt x="323" y="747"/>
                  </a:lnTo>
                  <a:lnTo>
                    <a:pt x="335" y="727"/>
                  </a:lnTo>
                  <a:lnTo>
                    <a:pt x="369" y="711"/>
                  </a:lnTo>
                  <a:lnTo>
                    <a:pt x="390" y="695"/>
                  </a:lnTo>
                  <a:lnTo>
                    <a:pt x="422" y="671"/>
                  </a:lnTo>
                  <a:lnTo>
                    <a:pt x="444" y="655"/>
                  </a:lnTo>
                  <a:lnTo>
                    <a:pt x="472" y="623"/>
                  </a:lnTo>
                  <a:lnTo>
                    <a:pt x="470" y="619"/>
                  </a:lnTo>
                  <a:lnTo>
                    <a:pt x="470" y="566"/>
                  </a:lnTo>
                  <a:lnTo>
                    <a:pt x="492" y="528"/>
                  </a:lnTo>
                  <a:lnTo>
                    <a:pt x="492" y="528"/>
                  </a:lnTo>
                  <a:lnTo>
                    <a:pt x="492" y="510"/>
                  </a:lnTo>
                  <a:lnTo>
                    <a:pt x="490" y="496"/>
                  </a:lnTo>
                  <a:lnTo>
                    <a:pt x="488" y="486"/>
                  </a:lnTo>
                  <a:lnTo>
                    <a:pt x="488" y="486"/>
                  </a:lnTo>
                  <a:lnTo>
                    <a:pt x="482" y="466"/>
                  </a:lnTo>
                  <a:lnTo>
                    <a:pt x="478" y="448"/>
                  </a:lnTo>
                  <a:lnTo>
                    <a:pt x="478" y="448"/>
                  </a:lnTo>
                  <a:lnTo>
                    <a:pt x="466" y="410"/>
                  </a:lnTo>
                  <a:lnTo>
                    <a:pt x="468" y="348"/>
                  </a:lnTo>
                  <a:lnTo>
                    <a:pt x="468" y="314"/>
                  </a:lnTo>
                  <a:lnTo>
                    <a:pt x="436" y="281"/>
                  </a:lnTo>
                  <a:lnTo>
                    <a:pt x="432" y="253"/>
                  </a:lnTo>
                  <a:lnTo>
                    <a:pt x="440" y="225"/>
                  </a:lnTo>
                  <a:lnTo>
                    <a:pt x="476" y="177"/>
                  </a:lnTo>
                  <a:lnTo>
                    <a:pt x="506" y="111"/>
                  </a:lnTo>
                  <a:lnTo>
                    <a:pt x="512" y="87"/>
                  </a:lnTo>
                  <a:lnTo>
                    <a:pt x="512" y="53"/>
                  </a:lnTo>
                  <a:lnTo>
                    <a:pt x="510" y="26"/>
                  </a:lnTo>
                  <a:lnTo>
                    <a:pt x="512" y="24"/>
                  </a:lnTo>
                  <a:lnTo>
                    <a:pt x="510" y="24"/>
                  </a:lnTo>
                  <a:lnTo>
                    <a:pt x="472" y="2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49" name="Freeform 71">
              <a:extLst>
                <a:ext uri="{FF2B5EF4-FFF2-40B4-BE49-F238E27FC236}">
                  <a16:creationId xmlns:a16="http://schemas.microsoft.com/office/drawing/2014/main" id="{98F327DA-47CE-B638-18FE-B63F92E3D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2825" y="8210550"/>
              <a:ext cx="1531937" cy="1627188"/>
            </a:xfrm>
            <a:custGeom>
              <a:avLst/>
              <a:gdLst>
                <a:gd name="T0" fmla="*/ 963 w 965"/>
                <a:gd name="T1" fmla="*/ 100 h 1025"/>
                <a:gd name="T2" fmla="*/ 965 w 965"/>
                <a:gd name="T3" fmla="*/ 72 h 1025"/>
                <a:gd name="T4" fmla="*/ 951 w 965"/>
                <a:gd name="T5" fmla="*/ 38 h 1025"/>
                <a:gd name="T6" fmla="*/ 905 w 965"/>
                <a:gd name="T7" fmla="*/ 40 h 1025"/>
                <a:gd name="T8" fmla="*/ 867 w 965"/>
                <a:gd name="T9" fmla="*/ 32 h 1025"/>
                <a:gd name="T10" fmla="*/ 831 w 965"/>
                <a:gd name="T11" fmla="*/ 24 h 1025"/>
                <a:gd name="T12" fmla="*/ 783 w 965"/>
                <a:gd name="T13" fmla="*/ 24 h 1025"/>
                <a:gd name="T14" fmla="*/ 776 w 965"/>
                <a:gd name="T15" fmla="*/ 22 h 1025"/>
                <a:gd name="T16" fmla="*/ 752 w 965"/>
                <a:gd name="T17" fmla="*/ 0 h 1025"/>
                <a:gd name="T18" fmla="*/ 710 w 965"/>
                <a:gd name="T19" fmla="*/ 58 h 1025"/>
                <a:gd name="T20" fmla="*/ 674 w 965"/>
                <a:gd name="T21" fmla="*/ 54 h 1025"/>
                <a:gd name="T22" fmla="*/ 642 w 965"/>
                <a:gd name="T23" fmla="*/ 74 h 1025"/>
                <a:gd name="T24" fmla="*/ 575 w 965"/>
                <a:gd name="T25" fmla="*/ 148 h 1025"/>
                <a:gd name="T26" fmla="*/ 543 w 965"/>
                <a:gd name="T27" fmla="*/ 186 h 1025"/>
                <a:gd name="T28" fmla="*/ 497 w 965"/>
                <a:gd name="T29" fmla="*/ 214 h 1025"/>
                <a:gd name="T30" fmla="*/ 467 w 965"/>
                <a:gd name="T31" fmla="*/ 194 h 1025"/>
                <a:gd name="T32" fmla="*/ 423 w 965"/>
                <a:gd name="T33" fmla="*/ 174 h 1025"/>
                <a:gd name="T34" fmla="*/ 390 w 965"/>
                <a:gd name="T35" fmla="*/ 232 h 1025"/>
                <a:gd name="T36" fmla="*/ 382 w 965"/>
                <a:gd name="T37" fmla="*/ 267 h 1025"/>
                <a:gd name="T38" fmla="*/ 366 w 965"/>
                <a:gd name="T39" fmla="*/ 317 h 1025"/>
                <a:gd name="T40" fmla="*/ 348 w 965"/>
                <a:gd name="T41" fmla="*/ 367 h 1025"/>
                <a:gd name="T42" fmla="*/ 294 w 965"/>
                <a:gd name="T43" fmla="*/ 393 h 1025"/>
                <a:gd name="T44" fmla="*/ 216 w 965"/>
                <a:gd name="T45" fmla="*/ 389 h 1025"/>
                <a:gd name="T46" fmla="*/ 173 w 965"/>
                <a:gd name="T47" fmla="*/ 441 h 1025"/>
                <a:gd name="T48" fmla="*/ 121 w 965"/>
                <a:gd name="T49" fmla="*/ 471 h 1025"/>
                <a:gd name="T50" fmla="*/ 89 w 965"/>
                <a:gd name="T51" fmla="*/ 526 h 1025"/>
                <a:gd name="T52" fmla="*/ 47 w 965"/>
                <a:gd name="T53" fmla="*/ 610 h 1025"/>
                <a:gd name="T54" fmla="*/ 0 w 965"/>
                <a:gd name="T55" fmla="*/ 706 h 1025"/>
                <a:gd name="T56" fmla="*/ 51 w 965"/>
                <a:gd name="T57" fmla="*/ 863 h 1025"/>
                <a:gd name="T58" fmla="*/ 83 w 965"/>
                <a:gd name="T59" fmla="*/ 961 h 1025"/>
                <a:gd name="T60" fmla="*/ 93 w 965"/>
                <a:gd name="T61" fmla="*/ 991 h 1025"/>
                <a:gd name="T62" fmla="*/ 205 w 965"/>
                <a:gd name="T63" fmla="*/ 1013 h 1025"/>
                <a:gd name="T64" fmla="*/ 292 w 965"/>
                <a:gd name="T65" fmla="*/ 851 h 1025"/>
                <a:gd name="T66" fmla="*/ 370 w 965"/>
                <a:gd name="T67" fmla="*/ 791 h 1025"/>
                <a:gd name="T68" fmla="*/ 370 w 965"/>
                <a:gd name="T69" fmla="*/ 770 h 1025"/>
                <a:gd name="T70" fmla="*/ 445 w 965"/>
                <a:gd name="T71" fmla="*/ 712 h 1025"/>
                <a:gd name="T72" fmla="*/ 527 w 965"/>
                <a:gd name="T73" fmla="*/ 674 h 1025"/>
                <a:gd name="T74" fmla="*/ 545 w 965"/>
                <a:gd name="T75" fmla="*/ 666 h 1025"/>
                <a:gd name="T76" fmla="*/ 606 w 965"/>
                <a:gd name="T77" fmla="*/ 636 h 1025"/>
                <a:gd name="T78" fmla="*/ 612 w 965"/>
                <a:gd name="T79" fmla="*/ 602 h 1025"/>
                <a:gd name="T80" fmla="*/ 660 w 965"/>
                <a:gd name="T81" fmla="*/ 560 h 1025"/>
                <a:gd name="T82" fmla="*/ 692 w 965"/>
                <a:gd name="T83" fmla="*/ 566 h 1025"/>
                <a:gd name="T84" fmla="*/ 748 w 965"/>
                <a:gd name="T85" fmla="*/ 556 h 1025"/>
                <a:gd name="T86" fmla="*/ 762 w 965"/>
                <a:gd name="T87" fmla="*/ 566 h 1025"/>
                <a:gd name="T88" fmla="*/ 787 w 965"/>
                <a:gd name="T89" fmla="*/ 516 h 1025"/>
                <a:gd name="T90" fmla="*/ 817 w 965"/>
                <a:gd name="T91" fmla="*/ 441 h 1025"/>
                <a:gd name="T92" fmla="*/ 845 w 965"/>
                <a:gd name="T93" fmla="*/ 421 h 1025"/>
                <a:gd name="T94" fmla="*/ 843 w 965"/>
                <a:gd name="T95" fmla="*/ 387 h 1025"/>
                <a:gd name="T96" fmla="*/ 831 w 965"/>
                <a:gd name="T97" fmla="*/ 343 h 1025"/>
                <a:gd name="T98" fmla="*/ 857 w 965"/>
                <a:gd name="T99" fmla="*/ 313 h 1025"/>
                <a:gd name="T100" fmla="*/ 887 w 965"/>
                <a:gd name="T101" fmla="*/ 269 h 1025"/>
                <a:gd name="T102" fmla="*/ 907 w 965"/>
                <a:gd name="T103" fmla="*/ 220 h 1025"/>
                <a:gd name="T104" fmla="*/ 931 w 965"/>
                <a:gd name="T105" fmla="*/ 156 h 1025"/>
                <a:gd name="T106" fmla="*/ 965 w 965"/>
                <a:gd name="T107" fmla="*/ 124 h 1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65" h="1025">
                  <a:moveTo>
                    <a:pt x="959" y="118"/>
                  </a:moveTo>
                  <a:lnTo>
                    <a:pt x="957" y="106"/>
                  </a:lnTo>
                  <a:lnTo>
                    <a:pt x="963" y="100"/>
                  </a:lnTo>
                  <a:lnTo>
                    <a:pt x="963" y="100"/>
                  </a:lnTo>
                  <a:lnTo>
                    <a:pt x="965" y="86"/>
                  </a:lnTo>
                  <a:lnTo>
                    <a:pt x="965" y="86"/>
                  </a:lnTo>
                  <a:lnTo>
                    <a:pt x="961" y="84"/>
                  </a:lnTo>
                  <a:lnTo>
                    <a:pt x="965" y="72"/>
                  </a:lnTo>
                  <a:lnTo>
                    <a:pt x="961" y="68"/>
                  </a:lnTo>
                  <a:lnTo>
                    <a:pt x="959" y="58"/>
                  </a:lnTo>
                  <a:lnTo>
                    <a:pt x="953" y="54"/>
                  </a:lnTo>
                  <a:lnTo>
                    <a:pt x="951" y="38"/>
                  </a:lnTo>
                  <a:lnTo>
                    <a:pt x="935" y="38"/>
                  </a:lnTo>
                  <a:lnTo>
                    <a:pt x="917" y="32"/>
                  </a:lnTo>
                  <a:lnTo>
                    <a:pt x="913" y="32"/>
                  </a:lnTo>
                  <a:lnTo>
                    <a:pt x="905" y="40"/>
                  </a:lnTo>
                  <a:lnTo>
                    <a:pt x="893" y="42"/>
                  </a:lnTo>
                  <a:lnTo>
                    <a:pt x="879" y="32"/>
                  </a:lnTo>
                  <a:lnTo>
                    <a:pt x="875" y="38"/>
                  </a:lnTo>
                  <a:lnTo>
                    <a:pt x="867" y="32"/>
                  </a:lnTo>
                  <a:lnTo>
                    <a:pt x="867" y="18"/>
                  </a:lnTo>
                  <a:lnTo>
                    <a:pt x="851" y="14"/>
                  </a:lnTo>
                  <a:lnTo>
                    <a:pt x="843" y="28"/>
                  </a:lnTo>
                  <a:lnTo>
                    <a:pt x="831" y="24"/>
                  </a:lnTo>
                  <a:lnTo>
                    <a:pt x="831" y="18"/>
                  </a:lnTo>
                  <a:lnTo>
                    <a:pt x="803" y="26"/>
                  </a:lnTo>
                  <a:lnTo>
                    <a:pt x="793" y="20"/>
                  </a:lnTo>
                  <a:lnTo>
                    <a:pt x="783" y="24"/>
                  </a:lnTo>
                  <a:lnTo>
                    <a:pt x="783" y="24"/>
                  </a:lnTo>
                  <a:lnTo>
                    <a:pt x="780" y="22"/>
                  </a:lnTo>
                  <a:lnTo>
                    <a:pt x="776" y="22"/>
                  </a:lnTo>
                  <a:lnTo>
                    <a:pt x="776" y="22"/>
                  </a:lnTo>
                  <a:lnTo>
                    <a:pt x="770" y="14"/>
                  </a:lnTo>
                  <a:lnTo>
                    <a:pt x="770" y="14"/>
                  </a:lnTo>
                  <a:lnTo>
                    <a:pt x="772" y="6"/>
                  </a:lnTo>
                  <a:lnTo>
                    <a:pt x="752" y="0"/>
                  </a:lnTo>
                  <a:lnTo>
                    <a:pt x="746" y="4"/>
                  </a:lnTo>
                  <a:lnTo>
                    <a:pt x="740" y="22"/>
                  </a:lnTo>
                  <a:lnTo>
                    <a:pt x="716" y="34"/>
                  </a:lnTo>
                  <a:lnTo>
                    <a:pt x="710" y="58"/>
                  </a:lnTo>
                  <a:lnTo>
                    <a:pt x="708" y="76"/>
                  </a:lnTo>
                  <a:lnTo>
                    <a:pt x="682" y="68"/>
                  </a:lnTo>
                  <a:lnTo>
                    <a:pt x="674" y="54"/>
                  </a:lnTo>
                  <a:lnTo>
                    <a:pt x="674" y="54"/>
                  </a:lnTo>
                  <a:lnTo>
                    <a:pt x="660" y="58"/>
                  </a:lnTo>
                  <a:lnTo>
                    <a:pt x="660" y="58"/>
                  </a:lnTo>
                  <a:lnTo>
                    <a:pt x="654" y="62"/>
                  </a:lnTo>
                  <a:lnTo>
                    <a:pt x="642" y="74"/>
                  </a:lnTo>
                  <a:lnTo>
                    <a:pt x="606" y="86"/>
                  </a:lnTo>
                  <a:lnTo>
                    <a:pt x="583" y="118"/>
                  </a:lnTo>
                  <a:lnTo>
                    <a:pt x="587" y="136"/>
                  </a:lnTo>
                  <a:lnTo>
                    <a:pt x="575" y="148"/>
                  </a:lnTo>
                  <a:lnTo>
                    <a:pt x="569" y="168"/>
                  </a:lnTo>
                  <a:lnTo>
                    <a:pt x="559" y="174"/>
                  </a:lnTo>
                  <a:lnTo>
                    <a:pt x="557" y="182"/>
                  </a:lnTo>
                  <a:lnTo>
                    <a:pt x="543" y="186"/>
                  </a:lnTo>
                  <a:lnTo>
                    <a:pt x="535" y="192"/>
                  </a:lnTo>
                  <a:lnTo>
                    <a:pt x="525" y="196"/>
                  </a:lnTo>
                  <a:lnTo>
                    <a:pt x="509" y="208"/>
                  </a:lnTo>
                  <a:lnTo>
                    <a:pt x="497" y="214"/>
                  </a:lnTo>
                  <a:lnTo>
                    <a:pt x="493" y="214"/>
                  </a:lnTo>
                  <a:lnTo>
                    <a:pt x="489" y="208"/>
                  </a:lnTo>
                  <a:lnTo>
                    <a:pt x="481" y="210"/>
                  </a:lnTo>
                  <a:lnTo>
                    <a:pt x="467" y="194"/>
                  </a:lnTo>
                  <a:lnTo>
                    <a:pt x="447" y="194"/>
                  </a:lnTo>
                  <a:lnTo>
                    <a:pt x="431" y="186"/>
                  </a:lnTo>
                  <a:lnTo>
                    <a:pt x="427" y="180"/>
                  </a:lnTo>
                  <a:lnTo>
                    <a:pt x="423" y="174"/>
                  </a:lnTo>
                  <a:lnTo>
                    <a:pt x="409" y="174"/>
                  </a:lnTo>
                  <a:lnTo>
                    <a:pt x="405" y="202"/>
                  </a:lnTo>
                  <a:lnTo>
                    <a:pt x="390" y="224"/>
                  </a:lnTo>
                  <a:lnTo>
                    <a:pt x="390" y="232"/>
                  </a:lnTo>
                  <a:lnTo>
                    <a:pt x="380" y="244"/>
                  </a:lnTo>
                  <a:lnTo>
                    <a:pt x="382" y="253"/>
                  </a:lnTo>
                  <a:lnTo>
                    <a:pt x="384" y="257"/>
                  </a:lnTo>
                  <a:lnTo>
                    <a:pt x="382" y="267"/>
                  </a:lnTo>
                  <a:lnTo>
                    <a:pt x="378" y="273"/>
                  </a:lnTo>
                  <a:lnTo>
                    <a:pt x="376" y="289"/>
                  </a:lnTo>
                  <a:lnTo>
                    <a:pt x="374" y="313"/>
                  </a:lnTo>
                  <a:lnTo>
                    <a:pt x="366" y="317"/>
                  </a:lnTo>
                  <a:lnTo>
                    <a:pt x="358" y="333"/>
                  </a:lnTo>
                  <a:lnTo>
                    <a:pt x="364" y="347"/>
                  </a:lnTo>
                  <a:lnTo>
                    <a:pt x="350" y="355"/>
                  </a:lnTo>
                  <a:lnTo>
                    <a:pt x="348" y="367"/>
                  </a:lnTo>
                  <a:lnTo>
                    <a:pt x="336" y="369"/>
                  </a:lnTo>
                  <a:lnTo>
                    <a:pt x="318" y="379"/>
                  </a:lnTo>
                  <a:lnTo>
                    <a:pt x="312" y="381"/>
                  </a:lnTo>
                  <a:lnTo>
                    <a:pt x="294" y="393"/>
                  </a:lnTo>
                  <a:lnTo>
                    <a:pt x="266" y="399"/>
                  </a:lnTo>
                  <a:lnTo>
                    <a:pt x="244" y="395"/>
                  </a:lnTo>
                  <a:lnTo>
                    <a:pt x="228" y="399"/>
                  </a:lnTo>
                  <a:lnTo>
                    <a:pt x="216" y="389"/>
                  </a:lnTo>
                  <a:lnTo>
                    <a:pt x="203" y="389"/>
                  </a:lnTo>
                  <a:lnTo>
                    <a:pt x="191" y="399"/>
                  </a:lnTo>
                  <a:lnTo>
                    <a:pt x="185" y="425"/>
                  </a:lnTo>
                  <a:lnTo>
                    <a:pt x="173" y="441"/>
                  </a:lnTo>
                  <a:lnTo>
                    <a:pt x="161" y="449"/>
                  </a:lnTo>
                  <a:lnTo>
                    <a:pt x="139" y="445"/>
                  </a:lnTo>
                  <a:lnTo>
                    <a:pt x="127" y="453"/>
                  </a:lnTo>
                  <a:lnTo>
                    <a:pt x="121" y="471"/>
                  </a:lnTo>
                  <a:lnTo>
                    <a:pt x="111" y="495"/>
                  </a:lnTo>
                  <a:lnTo>
                    <a:pt x="111" y="503"/>
                  </a:lnTo>
                  <a:lnTo>
                    <a:pt x="97" y="522"/>
                  </a:lnTo>
                  <a:lnTo>
                    <a:pt x="89" y="526"/>
                  </a:lnTo>
                  <a:lnTo>
                    <a:pt x="79" y="542"/>
                  </a:lnTo>
                  <a:lnTo>
                    <a:pt x="67" y="558"/>
                  </a:lnTo>
                  <a:lnTo>
                    <a:pt x="65" y="572"/>
                  </a:lnTo>
                  <a:lnTo>
                    <a:pt x="47" y="610"/>
                  </a:lnTo>
                  <a:lnTo>
                    <a:pt x="35" y="626"/>
                  </a:lnTo>
                  <a:lnTo>
                    <a:pt x="19" y="654"/>
                  </a:lnTo>
                  <a:lnTo>
                    <a:pt x="25" y="668"/>
                  </a:lnTo>
                  <a:lnTo>
                    <a:pt x="0" y="706"/>
                  </a:lnTo>
                  <a:lnTo>
                    <a:pt x="25" y="732"/>
                  </a:lnTo>
                  <a:lnTo>
                    <a:pt x="35" y="760"/>
                  </a:lnTo>
                  <a:lnTo>
                    <a:pt x="53" y="817"/>
                  </a:lnTo>
                  <a:lnTo>
                    <a:pt x="51" y="863"/>
                  </a:lnTo>
                  <a:lnTo>
                    <a:pt x="53" y="897"/>
                  </a:lnTo>
                  <a:lnTo>
                    <a:pt x="87" y="921"/>
                  </a:lnTo>
                  <a:lnTo>
                    <a:pt x="83" y="961"/>
                  </a:lnTo>
                  <a:lnTo>
                    <a:pt x="83" y="961"/>
                  </a:lnTo>
                  <a:lnTo>
                    <a:pt x="87" y="977"/>
                  </a:lnTo>
                  <a:lnTo>
                    <a:pt x="91" y="987"/>
                  </a:lnTo>
                  <a:lnTo>
                    <a:pt x="93" y="991"/>
                  </a:lnTo>
                  <a:lnTo>
                    <a:pt x="93" y="991"/>
                  </a:lnTo>
                  <a:lnTo>
                    <a:pt x="161" y="1017"/>
                  </a:lnTo>
                  <a:lnTo>
                    <a:pt x="165" y="1025"/>
                  </a:lnTo>
                  <a:lnTo>
                    <a:pt x="197" y="1025"/>
                  </a:lnTo>
                  <a:lnTo>
                    <a:pt x="205" y="1013"/>
                  </a:lnTo>
                  <a:lnTo>
                    <a:pt x="205" y="977"/>
                  </a:lnTo>
                  <a:lnTo>
                    <a:pt x="228" y="929"/>
                  </a:lnTo>
                  <a:lnTo>
                    <a:pt x="270" y="883"/>
                  </a:lnTo>
                  <a:lnTo>
                    <a:pt x="292" y="851"/>
                  </a:lnTo>
                  <a:lnTo>
                    <a:pt x="326" y="839"/>
                  </a:lnTo>
                  <a:lnTo>
                    <a:pt x="362" y="809"/>
                  </a:lnTo>
                  <a:lnTo>
                    <a:pt x="370" y="791"/>
                  </a:lnTo>
                  <a:lnTo>
                    <a:pt x="370" y="791"/>
                  </a:lnTo>
                  <a:lnTo>
                    <a:pt x="368" y="781"/>
                  </a:lnTo>
                  <a:lnTo>
                    <a:pt x="368" y="774"/>
                  </a:lnTo>
                  <a:lnTo>
                    <a:pt x="368" y="772"/>
                  </a:lnTo>
                  <a:lnTo>
                    <a:pt x="370" y="770"/>
                  </a:lnTo>
                  <a:lnTo>
                    <a:pt x="370" y="770"/>
                  </a:lnTo>
                  <a:lnTo>
                    <a:pt x="396" y="758"/>
                  </a:lnTo>
                  <a:lnTo>
                    <a:pt x="415" y="748"/>
                  </a:lnTo>
                  <a:lnTo>
                    <a:pt x="445" y="712"/>
                  </a:lnTo>
                  <a:lnTo>
                    <a:pt x="477" y="692"/>
                  </a:lnTo>
                  <a:lnTo>
                    <a:pt x="489" y="692"/>
                  </a:lnTo>
                  <a:lnTo>
                    <a:pt x="511" y="674"/>
                  </a:lnTo>
                  <a:lnTo>
                    <a:pt x="527" y="674"/>
                  </a:lnTo>
                  <a:lnTo>
                    <a:pt x="527" y="674"/>
                  </a:lnTo>
                  <a:lnTo>
                    <a:pt x="533" y="672"/>
                  </a:lnTo>
                  <a:lnTo>
                    <a:pt x="533" y="672"/>
                  </a:lnTo>
                  <a:lnTo>
                    <a:pt x="545" y="666"/>
                  </a:lnTo>
                  <a:lnTo>
                    <a:pt x="561" y="652"/>
                  </a:lnTo>
                  <a:lnTo>
                    <a:pt x="569" y="646"/>
                  </a:lnTo>
                  <a:lnTo>
                    <a:pt x="585" y="636"/>
                  </a:lnTo>
                  <a:lnTo>
                    <a:pt x="606" y="636"/>
                  </a:lnTo>
                  <a:lnTo>
                    <a:pt x="612" y="626"/>
                  </a:lnTo>
                  <a:lnTo>
                    <a:pt x="612" y="618"/>
                  </a:lnTo>
                  <a:lnTo>
                    <a:pt x="612" y="608"/>
                  </a:lnTo>
                  <a:lnTo>
                    <a:pt x="612" y="602"/>
                  </a:lnTo>
                  <a:lnTo>
                    <a:pt x="626" y="600"/>
                  </a:lnTo>
                  <a:lnTo>
                    <a:pt x="640" y="584"/>
                  </a:lnTo>
                  <a:lnTo>
                    <a:pt x="640" y="572"/>
                  </a:lnTo>
                  <a:lnTo>
                    <a:pt x="660" y="560"/>
                  </a:lnTo>
                  <a:lnTo>
                    <a:pt x="674" y="568"/>
                  </a:lnTo>
                  <a:lnTo>
                    <a:pt x="674" y="568"/>
                  </a:lnTo>
                  <a:lnTo>
                    <a:pt x="692" y="566"/>
                  </a:lnTo>
                  <a:lnTo>
                    <a:pt x="692" y="566"/>
                  </a:lnTo>
                  <a:lnTo>
                    <a:pt x="708" y="566"/>
                  </a:lnTo>
                  <a:lnTo>
                    <a:pt x="728" y="566"/>
                  </a:lnTo>
                  <a:lnTo>
                    <a:pt x="736" y="560"/>
                  </a:lnTo>
                  <a:lnTo>
                    <a:pt x="748" y="556"/>
                  </a:lnTo>
                  <a:lnTo>
                    <a:pt x="748" y="556"/>
                  </a:lnTo>
                  <a:lnTo>
                    <a:pt x="756" y="566"/>
                  </a:lnTo>
                  <a:lnTo>
                    <a:pt x="756" y="566"/>
                  </a:lnTo>
                  <a:lnTo>
                    <a:pt x="762" y="566"/>
                  </a:lnTo>
                  <a:lnTo>
                    <a:pt x="768" y="566"/>
                  </a:lnTo>
                  <a:lnTo>
                    <a:pt x="778" y="550"/>
                  </a:lnTo>
                  <a:lnTo>
                    <a:pt x="776" y="542"/>
                  </a:lnTo>
                  <a:lnTo>
                    <a:pt x="787" y="516"/>
                  </a:lnTo>
                  <a:lnTo>
                    <a:pt x="781" y="516"/>
                  </a:lnTo>
                  <a:lnTo>
                    <a:pt x="785" y="471"/>
                  </a:lnTo>
                  <a:lnTo>
                    <a:pt x="799" y="449"/>
                  </a:lnTo>
                  <a:lnTo>
                    <a:pt x="817" y="441"/>
                  </a:lnTo>
                  <a:lnTo>
                    <a:pt x="825" y="429"/>
                  </a:lnTo>
                  <a:lnTo>
                    <a:pt x="829" y="433"/>
                  </a:lnTo>
                  <a:lnTo>
                    <a:pt x="841" y="431"/>
                  </a:lnTo>
                  <a:lnTo>
                    <a:pt x="845" y="421"/>
                  </a:lnTo>
                  <a:lnTo>
                    <a:pt x="851" y="409"/>
                  </a:lnTo>
                  <a:lnTo>
                    <a:pt x="845" y="401"/>
                  </a:lnTo>
                  <a:lnTo>
                    <a:pt x="845" y="393"/>
                  </a:lnTo>
                  <a:lnTo>
                    <a:pt x="843" y="387"/>
                  </a:lnTo>
                  <a:lnTo>
                    <a:pt x="839" y="367"/>
                  </a:lnTo>
                  <a:lnTo>
                    <a:pt x="827" y="365"/>
                  </a:lnTo>
                  <a:lnTo>
                    <a:pt x="825" y="355"/>
                  </a:lnTo>
                  <a:lnTo>
                    <a:pt x="831" y="343"/>
                  </a:lnTo>
                  <a:lnTo>
                    <a:pt x="823" y="333"/>
                  </a:lnTo>
                  <a:lnTo>
                    <a:pt x="835" y="321"/>
                  </a:lnTo>
                  <a:lnTo>
                    <a:pt x="843" y="319"/>
                  </a:lnTo>
                  <a:lnTo>
                    <a:pt x="857" y="313"/>
                  </a:lnTo>
                  <a:lnTo>
                    <a:pt x="869" y="311"/>
                  </a:lnTo>
                  <a:lnTo>
                    <a:pt x="877" y="301"/>
                  </a:lnTo>
                  <a:lnTo>
                    <a:pt x="875" y="285"/>
                  </a:lnTo>
                  <a:lnTo>
                    <a:pt x="887" y="269"/>
                  </a:lnTo>
                  <a:lnTo>
                    <a:pt x="893" y="253"/>
                  </a:lnTo>
                  <a:lnTo>
                    <a:pt x="905" y="248"/>
                  </a:lnTo>
                  <a:lnTo>
                    <a:pt x="909" y="238"/>
                  </a:lnTo>
                  <a:lnTo>
                    <a:pt x="907" y="220"/>
                  </a:lnTo>
                  <a:lnTo>
                    <a:pt x="899" y="208"/>
                  </a:lnTo>
                  <a:lnTo>
                    <a:pt x="903" y="178"/>
                  </a:lnTo>
                  <a:lnTo>
                    <a:pt x="917" y="164"/>
                  </a:lnTo>
                  <a:lnTo>
                    <a:pt x="931" y="156"/>
                  </a:lnTo>
                  <a:lnTo>
                    <a:pt x="941" y="148"/>
                  </a:lnTo>
                  <a:lnTo>
                    <a:pt x="949" y="150"/>
                  </a:lnTo>
                  <a:lnTo>
                    <a:pt x="955" y="148"/>
                  </a:lnTo>
                  <a:lnTo>
                    <a:pt x="965" y="124"/>
                  </a:lnTo>
                  <a:lnTo>
                    <a:pt x="959" y="118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50" name="Freeform 72">
              <a:extLst>
                <a:ext uri="{FF2B5EF4-FFF2-40B4-BE49-F238E27FC236}">
                  <a16:creationId xmlns:a16="http://schemas.microsoft.com/office/drawing/2014/main" id="{C8D29F38-0544-1E89-5F24-7F2DC0DD5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3313" y="9837738"/>
              <a:ext cx="906462" cy="1160463"/>
            </a:xfrm>
            <a:custGeom>
              <a:avLst/>
              <a:gdLst>
                <a:gd name="T0" fmla="*/ 557 w 571"/>
                <a:gd name="T1" fmla="*/ 482 h 731"/>
                <a:gd name="T2" fmla="*/ 565 w 571"/>
                <a:gd name="T3" fmla="*/ 420 h 731"/>
                <a:gd name="T4" fmla="*/ 557 w 571"/>
                <a:gd name="T5" fmla="*/ 386 h 731"/>
                <a:gd name="T6" fmla="*/ 535 w 571"/>
                <a:gd name="T7" fmla="*/ 366 h 731"/>
                <a:gd name="T8" fmla="*/ 522 w 571"/>
                <a:gd name="T9" fmla="*/ 358 h 731"/>
                <a:gd name="T10" fmla="*/ 500 w 571"/>
                <a:gd name="T11" fmla="*/ 336 h 731"/>
                <a:gd name="T12" fmla="*/ 468 w 571"/>
                <a:gd name="T13" fmla="*/ 332 h 731"/>
                <a:gd name="T14" fmla="*/ 426 w 571"/>
                <a:gd name="T15" fmla="*/ 326 h 731"/>
                <a:gd name="T16" fmla="*/ 386 w 571"/>
                <a:gd name="T17" fmla="*/ 298 h 731"/>
                <a:gd name="T18" fmla="*/ 376 w 571"/>
                <a:gd name="T19" fmla="*/ 298 h 731"/>
                <a:gd name="T20" fmla="*/ 321 w 571"/>
                <a:gd name="T21" fmla="*/ 275 h 731"/>
                <a:gd name="T22" fmla="*/ 307 w 571"/>
                <a:gd name="T23" fmla="*/ 239 h 731"/>
                <a:gd name="T24" fmla="*/ 287 w 571"/>
                <a:gd name="T25" fmla="*/ 235 h 731"/>
                <a:gd name="T26" fmla="*/ 281 w 571"/>
                <a:gd name="T27" fmla="*/ 225 h 731"/>
                <a:gd name="T28" fmla="*/ 275 w 571"/>
                <a:gd name="T29" fmla="*/ 219 h 731"/>
                <a:gd name="T30" fmla="*/ 257 w 571"/>
                <a:gd name="T31" fmla="*/ 193 h 731"/>
                <a:gd name="T32" fmla="*/ 257 w 571"/>
                <a:gd name="T33" fmla="*/ 187 h 731"/>
                <a:gd name="T34" fmla="*/ 243 w 571"/>
                <a:gd name="T35" fmla="*/ 175 h 731"/>
                <a:gd name="T36" fmla="*/ 243 w 571"/>
                <a:gd name="T37" fmla="*/ 153 h 731"/>
                <a:gd name="T38" fmla="*/ 227 w 571"/>
                <a:gd name="T39" fmla="*/ 123 h 731"/>
                <a:gd name="T40" fmla="*/ 185 w 571"/>
                <a:gd name="T41" fmla="*/ 77 h 731"/>
                <a:gd name="T42" fmla="*/ 165 w 571"/>
                <a:gd name="T43" fmla="*/ 55 h 731"/>
                <a:gd name="T44" fmla="*/ 149 w 571"/>
                <a:gd name="T45" fmla="*/ 39 h 731"/>
                <a:gd name="T46" fmla="*/ 136 w 571"/>
                <a:gd name="T47" fmla="*/ 27 h 731"/>
                <a:gd name="T48" fmla="*/ 128 w 571"/>
                <a:gd name="T49" fmla="*/ 0 h 731"/>
                <a:gd name="T50" fmla="*/ 112 w 571"/>
                <a:gd name="T51" fmla="*/ 14 h 731"/>
                <a:gd name="T52" fmla="*/ 68 w 571"/>
                <a:gd name="T53" fmla="*/ 123 h 731"/>
                <a:gd name="T54" fmla="*/ 24 w 571"/>
                <a:gd name="T55" fmla="*/ 235 h 731"/>
                <a:gd name="T56" fmla="*/ 0 w 571"/>
                <a:gd name="T57" fmla="*/ 360 h 731"/>
                <a:gd name="T58" fmla="*/ 50 w 571"/>
                <a:gd name="T59" fmla="*/ 352 h 731"/>
                <a:gd name="T60" fmla="*/ 84 w 571"/>
                <a:gd name="T61" fmla="*/ 376 h 731"/>
                <a:gd name="T62" fmla="*/ 108 w 571"/>
                <a:gd name="T63" fmla="*/ 406 h 731"/>
                <a:gd name="T64" fmla="*/ 122 w 571"/>
                <a:gd name="T65" fmla="*/ 420 h 731"/>
                <a:gd name="T66" fmla="*/ 138 w 571"/>
                <a:gd name="T67" fmla="*/ 446 h 731"/>
                <a:gd name="T68" fmla="*/ 146 w 571"/>
                <a:gd name="T69" fmla="*/ 454 h 731"/>
                <a:gd name="T70" fmla="*/ 157 w 571"/>
                <a:gd name="T71" fmla="*/ 460 h 731"/>
                <a:gd name="T72" fmla="*/ 183 w 571"/>
                <a:gd name="T73" fmla="*/ 482 h 731"/>
                <a:gd name="T74" fmla="*/ 209 w 571"/>
                <a:gd name="T75" fmla="*/ 488 h 731"/>
                <a:gd name="T76" fmla="*/ 227 w 571"/>
                <a:gd name="T77" fmla="*/ 510 h 731"/>
                <a:gd name="T78" fmla="*/ 229 w 571"/>
                <a:gd name="T79" fmla="*/ 526 h 731"/>
                <a:gd name="T80" fmla="*/ 243 w 571"/>
                <a:gd name="T81" fmla="*/ 532 h 731"/>
                <a:gd name="T82" fmla="*/ 259 w 571"/>
                <a:gd name="T83" fmla="*/ 536 h 731"/>
                <a:gd name="T84" fmla="*/ 265 w 571"/>
                <a:gd name="T85" fmla="*/ 542 h 731"/>
                <a:gd name="T86" fmla="*/ 269 w 571"/>
                <a:gd name="T87" fmla="*/ 559 h 731"/>
                <a:gd name="T88" fmla="*/ 275 w 571"/>
                <a:gd name="T89" fmla="*/ 563 h 731"/>
                <a:gd name="T90" fmla="*/ 287 w 571"/>
                <a:gd name="T91" fmla="*/ 563 h 731"/>
                <a:gd name="T92" fmla="*/ 301 w 571"/>
                <a:gd name="T93" fmla="*/ 599 h 731"/>
                <a:gd name="T94" fmla="*/ 333 w 571"/>
                <a:gd name="T95" fmla="*/ 633 h 731"/>
                <a:gd name="T96" fmla="*/ 352 w 571"/>
                <a:gd name="T97" fmla="*/ 631 h 731"/>
                <a:gd name="T98" fmla="*/ 372 w 571"/>
                <a:gd name="T99" fmla="*/ 659 h 731"/>
                <a:gd name="T100" fmla="*/ 360 w 571"/>
                <a:gd name="T101" fmla="*/ 715 h 731"/>
                <a:gd name="T102" fmla="*/ 366 w 571"/>
                <a:gd name="T103" fmla="*/ 717 h 731"/>
                <a:gd name="T104" fmla="*/ 372 w 571"/>
                <a:gd name="T105" fmla="*/ 731 h 731"/>
                <a:gd name="T106" fmla="*/ 400 w 571"/>
                <a:gd name="T107" fmla="*/ 715 h 731"/>
                <a:gd name="T108" fmla="*/ 424 w 571"/>
                <a:gd name="T109" fmla="*/ 689 h 731"/>
                <a:gd name="T110" fmla="*/ 492 w 571"/>
                <a:gd name="T111" fmla="*/ 661 h 731"/>
                <a:gd name="T112" fmla="*/ 533 w 571"/>
                <a:gd name="T113" fmla="*/ 629 h 731"/>
                <a:gd name="T114" fmla="*/ 545 w 571"/>
                <a:gd name="T115" fmla="*/ 603 h 731"/>
                <a:gd name="T116" fmla="*/ 551 w 571"/>
                <a:gd name="T117" fmla="*/ 540 h 731"/>
                <a:gd name="T118" fmla="*/ 571 w 571"/>
                <a:gd name="T119" fmla="*/ 504 h 731"/>
                <a:gd name="T120" fmla="*/ 553 w 571"/>
                <a:gd name="T121" fmla="*/ 496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731">
                  <a:moveTo>
                    <a:pt x="553" y="496"/>
                  </a:moveTo>
                  <a:lnTo>
                    <a:pt x="557" y="482"/>
                  </a:lnTo>
                  <a:lnTo>
                    <a:pt x="555" y="454"/>
                  </a:lnTo>
                  <a:lnTo>
                    <a:pt x="565" y="420"/>
                  </a:lnTo>
                  <a:lnTo>
                    <a:pt x="569" y="382"/>
                  </a:lnTo>
                  <a:lnTo>
                    <a:pt x="557" y="386"/>
                  </a:lnTo>
                  <a:lnTo>
                    <a:pt x="535" y="366"/>
                  </a:lnTo>
                  <a:lnTo>
                    <a:pt x="535" y="366"/>
                  </a:lnTo>
                  <a:lnTo>
                    <a:pt x="522" y="358"/>
                  </a:lnTo>
                  <a:lnTo>
                    <a:pt x="522" y="358"/>
                  </a:lnTo>
                  <a:lnTo>
                    <a:pt x="512" y="346"/>
                  </a:lnTo>
                  <a:lnTo>
                    <a:pt x="500" y="336"/>
                  </a:lnTo>
                  <a:lnTo>
                    <a:pt x="482" y="332"/>
                  </a:lnTo>
                  <a:lnTo>
                    <a:pt x="468" y="332"/>
                  </a:lnTo>
                  <a:lnTo>
                    <a:pt x="452" y="328"/>
                  </a:lnTo>
                  <a:lnTo>
                    <a:pt x="426" y="326"/>
                  </a:lnTo>
                  <a:lnTo>
                    <a:pt x="426" y="326"/>
                  </a:lnTo>
                  <a:lnTo>
                    <a:pt x="386" y="298"/>
                  </a:lnTo>
                  <a:lnTo>
                    <a:pt x="386" y="298"/>
                  </a:lnTo>
                  <a:lnTo>
                    <a:pt x="376" y="298"/>
                  </a:lnTo>
                  <a:lnTo>
                    <a:pt x="333" y="275"/>
                  </a:lnTo>
                  <a:lnTo>
                    <a:pt x="321" y="275"/>
                  </a:lnTo>
                  <a:lnTo>
                    <a:pt x="307" y="265"/>
                  </a:lnTo>
                  <a:lnTo>
                    <a:pt x="307" y="239"/>
                  </a:lnTo>
                  <a:lnTo>
                    <a:pt x="307" y="239"/>
                  </a:lnTo>
                  <a:lnTo>
                    <a:pt x="287" y="235"/>
                  </a:lnTo>
                  <a:lnTo>
                    <a:pt x="287" y="235"/>
                  </a:lnTo>
                  <a:lnTo>
                    <a:pt x="281" y="225"/>
                  </a:lnTo>
                  <a:lnTo>
                    <a:pt x="281" y="225"/>
                  </a:lnTo>
                  <a:lnTo>
                    <a:pt x="275" y="219"/>
                  </a:lnTo>
                  <a:lnTo>
                    <a:pt x="275" y="213"/>
                  </a:lnTo>
                  <a:lnTo>
                    <a:pt x="257" y="193"/>
                  </a:lnTo>
                  <a:lnTo>
                    <a:pt x="257" y="193"/>
                  </a:lnTo>
                  <a:lnTo>
                    <a:pt x="257" y="187"/>
                  </a:lnTo>
                  <a:lnTo>
                    <a:pt x="257" y="187"/>
                  </a:lnTo>
                  <a:lnTo>
                    <a:pt x="243" y="175"/>
                  </a:lnTo>
                  <a:lnTo>
                    <a:pt x="249" y="165"/>
                  </a:lnTo>
                  <a:lnTo>
                    <a:pt x="243" y="153"/>
                  </a:lnTo>
                  <a:lnTo>
                    <a:pt x="241" y="133"/>
                  </a:lnTo>
                  <a:lnTo>
                    <a:pt x="227" y="123"/>
                  </a:lnTo>
                  <a:lnTo>
                    <a:pt x="219" y="91"/>
                  </a:lnTo>
                  <a:lnTo>
                    <a:pt x="185" y="77"/>
                  </a:lnTo>
                  <a:lnTo>
                    <a:pt x="177" y="63"/>
                  </a:lnTo>
                  <a:lnTo>
                    <a:pt x="165" y="55"/>
                  </a:lnTo>
                  <a:lnTo>
                    <a:pt x="153" y="51"/>
                  </a:lnTo>
                  <a:lnTo>
                    <a:pt x="149" y="39"/>
                  </a:lnTo>
                  <a:lnTo>
                    <a:pt x="149" y="39"/>
                  </a:lnTo>
                  <a:lnTo>
                    <a:pt x="136" y="27"/>
                  </a:lnTo>
                  <a:lnTo>
                    <a:pt x="136" y="27"/>
                  </a:lnTo>
                  <a:lnTo>
                    <a:pt x="128" y="0"/>
                  </a:lnTo>
                  <a:lnTo>
                    <a:pt x="108" y="0"/>
                  </a:lnTo>
                  <a:lnTo>
                    <a:pt x="112" y="14"/>
                  </a:lnTo>
                  <a:lnTo>
                    <a:pt x="102" y="47"/>
                  </a:lnTo>
                  <a:lnTo>
                    <a:pt x="68" y="123"/>
                  </a:lnTo>
                  <a:lnTo>
                    <a:pt x="30" y="191"/>
                  </a:lnTo>
                  <a:lnTo>
                    <a:pt x="24" y="235"/>
                  </a:lnTo>
                  <a:lnTo>
                    <a:pt x="2" y="334"/>
                  </a:lnTo>
                  <a:lnTo>
                    <a:pt x="0" y="360"/>
                  </a:lnTo>
                  <a:lnTo>
                    <a:pt x="16" y="362"/>
                  </a:lnTo>
                  <a:lnTo>
                    <a:pt x="50" y="352"/>
                  </a:lnTo>
                  <a:lnTo>
                    <a:pt x="58" y="358"/>
                  </a:lnTo>
                  <a:lnTo>
                    <a:pt x="84" y="376"/>
                  </a:lnTo>
                  <a:lnTo>
                    <a:pt x="94" y="398"/>
                  </a:lnTo>
                  <a:lnTo>
                    <a:pt x="108" y="406"/>
                  </a:lnTo>
                  <a:lnTo>
                    <a:pt x="108" y="406"/>
                  </a:lnTo>
                  <a:lnTo>
                    <a:pt x="122" y="420"/>
                  </a:lnTo>
                  <a:lnTo>
                    <a:pt x="122" y="420"/>
                  </a:lnTo>
                  <a:lnTo>
                    <a:pt x="138" y="446"/>
                  </a:lnTo>
                  <a:lnTo>
                    <a:pt x="146" y="454"/>
                  </a:lnTo>
                  <a:lnTo>
                    <a:pt x="146" y="454"/>
                  </a:lnTo>
                  <a:lnTo>
                    <a:pt x="157" y="460"/>
                  </a:lnTo>
                  <a:lnTo>
                    <a:pt x="157" y="460"/>
                  </a:lnTo>
                  <a:lnTo>
                    <a:pt x="161" y="470"/>
                  </a:lnTo>
                  <a:lnTo>
                    <a:pt x="183" y="482"/>
                  </a:lnTo>
                  <a:lnTo>
                    <a:pt x="197" y="478"/>
                  </a:lnTo>
                  <a:lnTo>
                    <a:pt x="209" y="488"/>
                  </a:lnTo>
                  <a:lnTo>
                    <a:pt x="217" y="494"/>
                  </a:lnTo>
                  <a:lnTo>
                    <a:pt x="227" y="510"/>
                  </a:lnTo>
                  <a:lnTo>
                    <a:pt x="231" y="514"/>
                  </a:lnTo>
                  <a:lnTo>
                    <a:pt x="229" y="526"/>
                  </a:lnTo>
                  <a:lnTo>
                    <a:pt x="235" y="532"/>
                  </a:lnTo>
                  <a:lnTo>
                    <a:pt x="243" y="532"/>
                  </a:lnTo>
                  <a:lnTo>
                    <a:pt x="243" y="532"/>
                  </a:lnTo>
                  <a:lnTo>
                    <a:pt x="259" y="536"/>
                  </a:lnTo>
                  <a:lnTo>
                    <a:pt x="259" y="536"/>
                  </a:lnTo>
                  <a:lnTo>
                    <a:pt x="265" y="542"/>
                  </a:lnTo>
                  <a:lnTo>
                    <a:pt x="269" y="547"/>
                  </a:lnTo>
                  <a:lnTo>
                    <a:pt x="269" y="559"/>
                  </a:lnTo>
                  <a:lnTo>
                    <a:pt x="275" y="563"/>
                  </a:lnTo>
                  <a:lnTo>
                    <a:pt x="275" y="563"/>
                  </a:lnTo>
                  <a:lnTo>
                    <a:pt x="287" y="563"/>
                  </a:lnTo>
                  <a:lnTo>
                    <a:pt x="287" y="563"/>
                  </a:lnTo>
                  <a:lnTo>
                    <a:pt x="299" y="575"/>
                  </a:lnTo>
                  <a:lnTo>
                    <a:pt x="301" y="599"/>
                  </a:lnTo>
                  <a:lnTo>
                    <a:pt x="313" y="609"/>
                  </a:lnTo>
                  <a:lnTo>
                    <a:pt x="333" y="633"/>
                  </a:lnTo>
                  <a:lnTo>
                    <a:pt x="342" y="639"/>
                  </a:lnTo>
                  <a:lnTo>
                    <a:pt x="352" y="631"/>
                  </a:lnTo>
                  <a:lnTo>
                    <a:pt x="364" y="655"/>
                  </a:lnTo>
                  <a:lnTo>
                    <a:pt x="372" y="659"/>
                  </a:lnTo>
                  <a:lnTo>
                    <a:pt x="374" y="681"/>
                  </a:lnTo>
                  <a:lnTo>
                    <a:pt x="360" y="715"/>
                  </a:lnTo>
                  <a:lnTo>
                    <a:pt x="366" y="717"/>
                  </a:lnTo>
                  <a:lnTo>
                    <a:pt x="366" y="717"/>
                  </a:lnTo>
                  <a:lnTo>
                    <a:pt x="372" y="731"/>
                  </a:lnTo>
                  <a:lnTo>
                    <a:pt x="372" y="731"/>
                  </a:lnTo>
                  <a:lnTo>
                    <a:pt x="386" y="723"/>
                  </a:lnTo>
                  <a:lnTo>
                    <a:pt x="400" y="715"/>
                  </a:lnTo>
                  <a:lnTo>
                    <a:pt x="410" y="719"/>
                  </a:lnTo>
                  <a:lnTo>
                    <a:pt x="424" y="689"/>
                  </a:lnTo>
                  <a:lnTo>
                    <a:pt x="456" y="677"/>
                  </a:lnTo>
                  <a:lnTo>
                    <a:pt x="492" y="661"/>
                  </a:lnTo>
                  <a:lnTo>
                    <a:pt x="533" y="629"/>
                  </a:lnTo>
                  <a:lnTo>
                    <a:pt x="533" y="629"/>
                  </a:lnTo>
                  <a:lnTo>
                    <a:pt x="545" y="603"/>
                  </a:lnTo>
                  <a:lnTo>
                    <a:pt x="545" y="603"/>
                  </a:lnTo>
                  <a:lnTo>
                    <a:pt x="547" y="575"/>
                  </a:lnTo>
                  <a:lnTo>
                    <a:pt x="551" y="540"/>
                  </a:lnTo>
                  <a:lnTo>
                    <a:pt x="559" y="516"/>
                  </a:lnTo>
                  <a:lnTo>
                    <a:pt x="571" y="504"/>
                  </a:lnTo>
                  <a:lnTo>
                    <a:pt x="571" y="504"/>
                  </a:lnTo>
                  <a:lnTo>
                    <a:pt x="553" y="49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51" name="Freeform 73">
              <a:extLst>
                <a:ext uri="{FF2B5EF4-FFF2-40B4-BE49-F238E27FC236}">
                  <a16:creationId xmlns:a16="http://schemas.microsoft.com/office/drawing/2014/main" id="{1C5AED8E-467C-3D0C-2064-11948C919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9113" y="8672513"/>
              <a:ext cx="1200150" cy="920750"/>
            </a:xfrm>
            <a:custGeom>
              <a:avLst/>
              <a:gdLst>
                <a:gd name="T0" fmla="*/ 661 w 756"/>
                <a:gd name="T1" fmla="*/ 140 h 580"/>
                <a:gd name="T2" fmla="*/ 627 w 756"/>
                <a:gd name="T3" fmla="*/ 92 h 580"/>
                <a:gd name="T4" fmla="*/ 593 w 756"/>
                <a:gd name="T5" fmla="*/ 50 h 580"/>
                <a:gd name="T6" fmla="*/ 577 w 756"/>
                <a:gd name="T7" fmla="*/ 42 h 580"/>
                <a:gd name="T8" fmla="*/ 525 w 756"/>
                <a:gd name="T9" fmla="*/ 28 h 580"/>
                <a:gd name="T10" fmla="*/ 507 w 756"/>
                <a:gd name="T11" fmla="*/ 22 h 580"/>
                <a:gd name="T12" fmla="*/ 485 w 756"/>
                <a:gd name="T13" fmla="*/ 12 h 580"/>
                <a:gd name="T14" fmla="*/ 470 w 756"/>
                <a:gd name="T15" fmla="*/ 10 h 580"/>
                <a:gd name="T16" fmla="*/ 462 w 756"/>
                <a:gd name="T17" fmla="*/ 8 h 580"/>
                <a:gd name="T18" fmla="*/ 416 w 756"/>
                <a:gd name="T19" fmla="*/ 6 h 580"/>
                <a:gd name="T20" fmla="*/ 380 w 756"/>
                <a:gd name="T21" fmla="*/ 20 h 580"/>
                <a:gd name="T22" fmla="*/ 346 w 756"/>
                <a:gd name="T23" fmla="*/ 30 h 580"/>
                <a:gd name="T24" fmla="*/ 336 w 756"/>
                <a:gd name="T25" fmla="*/ 64 h 580"/>
                <a:gd name="T26" fmla="*/ 354 w 756"/>
                <a:gd name="T27" fmla="*/ 96 h 580"/>
                <a:gd name="T28" fmla="*/ 362 w 756"/>
                <a:gd name="T29" fmla="*/ 118 h 580"/>
                <a:gd name="T30" fmla="*/ 340 w 756"/>
                <a:gd name="T31" fmla="*/ 142 h 580"/>
                <a:gd name="T32" fmla="*/ 310 w 756"/>
                <a:gd name="T33" fmla="*/ 158 h 580"/>
                <a:gd name="T34" fmla="*/ 298 w 756"/>
                <a:gd name="T35" fmla="*/ 225 h 580"/>
                <a:gd name="T36" fmla="*/ 279 w 756"/>
                <a:gd name="T37" fmla="*/ 275 h 580"/>
                <a:gd name="T38" fmla="*/ 267 w 756"/>
                <a:gd name="T39" fmla="*/ 275 h 580"/>
                <a:gd name="T40" fmla="*/ 247 w 756"/>
                <a:gd name="T41" fmla="*/ 269 h 580"/>
                <a:gd name="T42" fmla="*/ 219 w 756"/>
                <a:gd name="T43" fmla="*/ 275 h 580"/>
                <a:gd name="T44" fmla="*/ 185 w 756"/>
                <a:gd name="T45" fmla="*/ 277 h 580"/>
                <a:gd name="T46" fmla="*/ 151 w 756"/>
                <a:gd name="T47" fmla="*/ 293 h 580"/>
                <a:gd name="T48" fmla="*/ 123 w 756"/>
                <a:gd name="T49" fmla="*/ 317 h 580"/>
                <a:gd name="T50" fmla="*/ 117 w 756"/>
                <a:gd name="T51" fmla="*/ 345 h 580"/>
                <a:gd name="T52" fmla="*/ 72 w 756"/>
                <a:gd name="T53" fmla="*/ 361 h 580"/>
                <a:gd name="T54" fmla="*/ 44 w 756"/>
                <a:gd name="T55" fmla="*/ 381 h 580"/>
                <a:gd name="T56" fmla="*/ 22 w 756"/>
                <a:gd name="T57" fmla="*/ 383 h 580"/>
                <a:gd name="T58" fmla="*/ 34 w 756"/>
                <a:gd name="T59" fmla="*/ 413 h 580"/>
                <a:gd name="T60" fmla="*/ 107 w 756"/>
                <a:gd name="T61" fmla="*/ 415 h 580"/>
                <a:gd name="T62" fmla="*/ 207 w 756"/>
                <a:gd name="T63" fmla="*/ 485 h 580"/>
                <a:gd name="T64" fmla="*/ 320 w 756"/>
                <a:gd name="T65" fmla="*/ 554 h 580"/>
                <a:gd name="T66" fmla="*/ 454 w 756"/>
                <a:gd name="T67" fmla="*/ 562 h 580"/>
                <a:gd name="T68" fmla="*/ 545 w 756"/>
                <a:gd name="T69" fmla="*/ 578 h 580"/>
                <a:gd name="T70" fmla="*/ 591 w 756"/>
                <a:gd name="T71" fmla="*/ 526 h 580"/>
                <a:gd name="T72" fmla="*/ 669 w 756"/>
                <a:gd name="T73" fmla="*/ 457 h 580"/>
                <a:gd name="T74" fmla="*/ 684 w 756"/>
                <a:gd name="T75" fmla="*/ 427 h 580"/>
                <a:gd name="T76" fmla="*/ 740 w 756"/>
                <a:gd name="T77" fmla="*/ 371 h 580"/>
                <a:gd name="T78" fmla="*/ 746 w 756"/>
                <a:gd name="T79" fmla="*/ 327 h 580"/>
                <a:gd name="T80" fmla="*/ 746 w 756"/>
                <a:gd name="T81" fmla="*/ 309 h 580"/>
                <a:gd name="T82" fmla="*/ 754 w 756"/>
                <a:gd name="T83" fmla="*/ 283 h 580"/>
                <a:gd name="T84" fmla="*/ 742 w 756"/>
                <a:gd name="T85" fmla="*/ 241 h 580"/>
                <a:gd name="T86" fmla="*/ 720 w 756"/>
                <a:gd name="T87" fmla="*/ 253 h 580"/>
                <a:gd name="T88" fmla="*/ 718 w 756"/>
                <a:gd name="T89" fmla="*/ 243 h 580"/>
                <a:gd name="T90" fmla="*/ 732 w 756"/>
                <a:gd name="T91" fmla="*/ 227 h 580"/>
                <a:gd name="T92" fmla="*/ 696 w 756"/>
                <a:gd name="T93" fmla="*/ 196 h 580"/>
                <a:gd name="T94" fmla="*/ 688 w 756"/>
                <a:gd name="T95" fmla="*/ 132 h 580"/>
                <a:gd name="T96" fmla="*/ 678 w 756"/>
                <a:gd name="T97" fmla="*/ 140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56" h="580">
                  <a:moveTo>
                    <a:pt x="678" y="140"/>
                  </a:moveTo>
                  <a:lnTo>
                    <a:pt x="678" y="140"/>
                  </a:lnTo>
                  <a:lnTo>
                    <a:pt x="661" y="140"/>
                  </a:lnTo>
                  <a:lnTo>
                    <a:pt x="639" y="138"/>
                  </a:lnTo>
                  <a:lnTo>
                    <a:pt x="645" y="100"/>
                  </a:lnTo>
                  <a:lnTo>
                    <a:pt x="627" y="92"/>
                  </a:lnTo>
                  <a:lnTo>
                    <a:pt x="627" y="80"/>
                  </a:lnTo>
                  <a:lnTo>
                    <a:pt x="611" y="62"/>
                  </a:lnTo>
                  <a:lnTo>
                    <a:pt x="593" y="50"/>
                  </a:lnTo>
                  <a:lnTo>
                    <a:pt x="585" y="54"/>
                  </a:lnTo>
                  <a:lnTo>
                    <a:pt x="581" y="50"/>
                  </a:lnTo>
                  <a:lnTo>
                    <a:pt x="577" y="42"/>
                  </a:lnTo>
                  <a:lnTo>
                    <a:pt x="569" y="34"/>
                  </a:lnTo>
                  <a:lnTo>
                    <a:pt x="569" y="34"/>
                  </a:lnTo>
                  <a:lnTo>
                    <a:pt x="525" y="28"/>
                  </a:lnTo>
                  <a:lnTo>
                    <a:pt x="525" y="28"/>
                  </a:lnTo>
                  <a:lnTo>
                    <a:pt x="511" y="32"/>
                  </a:lnTo>
                  <a:lnTo>
                    <a:pt x="507" y="22"/>
                  </a:lnTo>
                  <a:lnTo>
                    <a:pt x="499" y="22"/>
                  </a:lnTo>
                  <a:lnTo>
                    <a:pt x="489" y="18"/>
                  </a:lnTo>
                  <a:lnTo>
                    <a:pt x="485" y="12"/>
                  </a:lnTo>
                  <a:lnTo>
                    <a:pt x="478" y="6"/>
                  </a:lnTo>
                  <a:lnTo>
                    <a:pt x="478" y="6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66" y="10"/>
                  </a:lnTo>
                  <a:lnTo>
                    <a:pt x="462" y="8"/>
                  </a:lnTo>
                  <a:lnTo>
                    <a:pt x="456" y="4"/>
                  </a:lnTo>
                  <a:lnTo>
                    <a:pt x="434" y="0"/>
                  </a:lnTo>
                  <a:lnTo>
                    <a:pt x="416" y="6"/>
                  </a:lnTo>
                  <a:lnTo>
                    <a:pt x="402" y="8"/>
                  </a:lnTo>
                  <a:lnTo>
                    <a:pt x="388" y="10"/>
                  </a:lnTo>
                  <a:lnTo>
                    <a:pt x="380" y="20"/>
                  </a:lnTo>
                  <a:lnTo>
                    <a:pt x="368" y="22"/>
                  </a:lnTo>
                  <a:lnTo>
                    <a:pt x="354" y="28"/>
                  </a:lnTo>
                  <a:lnTo>
                    <a:pt x="346" y="30"/>
                  </a:lnTo>
                  <a:lnTo>
                    <a:pt x="334" y="42"/>
                  </a:lnTo>
                  <a:lnTo>
                    <a:pt x="342" y="52"/>
                  </a:lnTo>
                  <a:lnTo>
                    <a:pt x="336" y="64"/>
                  </a:lnTo>
                  <a:lnTo>
                    <a:pt x="338" y="74"/>
                  </a:lnTo>
                  <a:lnTo>
                    <a:pt x="350" y="76"/>
                  </a:lnTo>
                  <a:lnTo>
                    <a:pt x="354" y="96"/>
                  </a:lnTo>
                  <a:lnTo>
                    <a:pt x="356" y="102"/>
                  </a:lnTo>
                  <a:lnTo>
                    <a:pt x="356" y="110"/>
                  </a:lnTo>
                  <a:lnTo>
                    <a:pt x="362" y="118"/>
                  </a:lnTo>
                  <a:lnTo>
                    <a:pt x="356" y="130"/>
                  </a:lnTo>
                  <a:lnTo>
                    <a:pt x="352" y="140"/>
                  </a:lnTo>
                  <a:lnTo>
                    <a:pt x="340" y="142"/>
                  </a:lnTo>
                  <a:lnTo>
                    <a:pt x="336" y="138"/>
                  </a:lnTo>
                  <a:lnTo>
                    <a:pt x="328" y="150"/>
                  </a:lnTo>
                  <a:lnTo>
                    <a:pt x="310" y="158"/>
                  </a:lnTo>
                  <a:lnTo>
                    <a:pt x="296" y="180"/>
                  </a:lnTo>
                  <a:lnTo>
                    <a:pt x="292" y="225"/>
                  </a:lnTo>
                  <a:lnTo>
                    <a:pt x="298" y="225"/>
                  </a:lnTo>
                  <a:lnTo>
                    <a:pt x="287" y="251"/>
                  </a:lnTo>
                  <a:lnTo>
                    <a:pt x="289" y="259"/>
                  </a:lnTo>
                  <a:lnTo>
                    <a:pt x="279" y="275"/>
                  </a:lnTo>
                  <a:lnTo>
                    <a:pt x="279" y="275"/>
                  </a:lnTo>
                  <a:lnTo>
                    <a:pt x="273" y="275"/>
                  </a:lnTo>
                  <a:lnTo>
                    <a:pt x="267" y="275"/>
                  </a:lnTo>
                  <a:lnTo>
                    <a:pt x="267" y="275"/>
                  </a:lnTo>
                  <a:lnTo>
                    <a:pt x="259" y="265"/>
                  </a:lnTo>
                  <a:lnTo>
                    <a:pt x="247" y="269"/>
                  </a:lnTo>
                  <a:lnTo>
                    <a:pt x="239" y="275"/>
                  </a:lnTo>
                  <a:lnTo>
                    <a:pt x="219" y="275"/>
                  </a:lnTo>
                  <a:lnTo>
                    <a:pt x="219" y="275"/>
                  </a:lnTo>
                  <a:lnTo>
                    <a:pt x="203" y="275"/>
                  </a:lnTo>
                  <a:lnTo>
                    <a:pt x="203" y="275"/>
                  </a:lnTo>
                  <a:lnTo>
                    <a:pt x="185" y="277"/>
                  </a:lnTo>
                  <a:lnTo>
                    <a:pt x="171" y="269"/>
                  </a:lnTo>
                  <a:lnTo>
                    <a:pt x="151" y="281"/>
                  </a:lnTo>
                  <a:lnTo>
                    <a:pt x="151" y="293"/>
                  </a:lnTo>
                  <a:lnTo>
                    <a:pt x="137" y="309"/>
                  </a:lnTo>
                  <a:lnTo>
                    <a:pt x="123" y="311"/>
                  </a:lnTo>
                  <a:lnTo>
                    <a:pt x="123" y="317"/>
                  </a:lnTo>
                  <a:lnTo>
                    <a:pt x="123" y="327"/>
                  </a:lnTo>
                  <a:lnTo>
                    <a:pt x="123" y="335"/>
                  </a:lnTo>
                  <a:lnTo>
                    <a:pt x="117" y="345"/>
                  </a:lnTo>
                  <a:lnTo>
                    <a:pt x="96" y="345"/>
                  </a:lnTo>
                  <a:lnTo>
                    <a:pt x="80" y="355"/>
                  </a:lnTo>
                  <a:lnTo>
                    <a:pt x="72" y="361"/>
                  </a:lnTo>
                  <a:lnTo>
                    <a:pt x="56" y="375"/>
                  </a:lnTo>
                  <a:lnTo>
                    <a:pt x="56" y="375"/>
                  </a:lnTo>
                  <a:lnTo>
                    <a:pt x="44" y="381"/>
                  </a:lnTo>
                  <a:lnTo>
                    <a:pt x="44" y="381"/>
                  </a:lnTo>
                  <a:lnTo>
                    <a:pt x="38" y="383"/>
                  </a:lnTo>
                  <a:lnTo>
                    <a:pt x="22" y="383"/>
                  </a:lnTo>
                  <a:lnTo>
                    <a:pt x="0" y="401"/>
                  </a:lnTo>
                  <a:lnTo>
                    <a:pt x="4" y="401"/>
                  </a:lnTo>
                  <a:lnTo>
                    <a:pt x="34" y="413"/>
                  </a:lnTo>
                  <a:lnTo>
                    <a:pt x="50" y="417"/>
                  </a:lnTo>
                  <a:lnTo>
                    <a:pt x="84" y="417"/>
                  </a:lnTo>
                  <a:lnTo>
                    <a:pt x="107" y="415"/>
                  </a:lnTo>
                  <a:lnTo>
                    <a:pt x="139" y="437"/>
                  </a:lnTo>
                  <a:lnTo>
                    <a:pt x="185" y="481"/>
                  </a:lnTo>
                  <a:lnTo>
                    <a:pt x="207" y="485"/>
                  </a:lnTo>
                  <a:lnTo>
                    <a:pt x="223" y="522"/>
                  </a:lnTo>
                  <a:lnTo>
                    <a:pt x="259" y="546"/>
                  </a:lnTo>
                  <a:lnTo>
                    <a:pt x="320" y="554"/>
                  </a:lnTo>
                  <a:lnTo>
                    <a:pt x="372" y="558"/>
                  </a:lnTo>
                  <a:lnTo>
                    <a:pt x="408" y="552"/>
                  </a:lnTo>
                  <a:lnTo>
                    <a:pt x="454" y="562"/>
                  </a:lnTo>
                  <a:lnTo>
                    <a:pt x="483" y="580"/>
                  </a:lnTo>
                  <a:lnTo>
                    <a:pt x="521" y="580"/>
                  </a:lnTo>
                  <a:lnTo>
                    <a:pt x="545" y="578"/>
                  </a:lnTo>
                  <a:lnTo>
                    <a:pt x="549" y="558"/>
                  </a:lnTo>
                  <a:lnTo>
                    <a:pt x="569" y="536"/>
                  </a:lnTo>
                  <a:lnTo>
                    <a:pt x="591" y="526"/>
                  </a:lnTo>
                  <a:lnTo>
                    <a:pt x="627" y="504"/>
                  </a:lnTo>
                  <a:lnTo>
                    <a:pt x="653" y="483"/>
                  </a:lnTo>
                  <a:lnTo>
                    <a:pt x="669" y="457"/>
                  </a:lnTo>
                  <a:lnTo>
                    <a:pt x="669" y="439"/>
                  </a:lnTo>
                  <a:lnTo>
                    <a:pt x="669" y="439"/>
                  </a:lnTo>
                  <a:lnTo>
                    <a:pt x="684" y="427"/>
                  </a:lnTo>
                  <a:lnTo>
                    <a:pt x="698" y="413"/>
                  </a:lnTo>
                  <a:lnTo>
                    <a:pt x="698" y="413"/>
                  </a:lnTo>
                  <a:lnTo>
                    <a:pt x="740" y="371"/>
                  </a:lnTo>
                  <a:lnTo>
                    <a:pt x="752" y="361"/>
                  </a:lnTo>
                  <a:lnTo>
                    <a:pt x="750" y="339"/>
                  </a:lnTo>
                  <a:lnTo>
                    <a:pt x="746" y="327"/>
                  </a:lnTo>
                  <a:lnTo>
                    <a:pt x="746" y="327"/>
                  </a:lnTo>
                  <a:lnTo>
                    <a:pt x="746" y="309"/>
                  </a:lnTo>
                  <a:lnTo>
                    <a:pt x="746" y="309"/>
                  </a:lnTo>
                  <a:lnTo>
                    <a:pt x="748" y="297"/>
                  </a:lnTo>
                  <a:lnTo>
                    <a:pt x="756" y="293"/>
                  </a:lnTo>
                  <a:lnTo>
                    <a:pt x="754" y="283"/>
                  </a:lnTo>
                  <a:lnTo>
                    <a:pt x="746" y="277"/>
                  </a:lnTo>
                  <a:lnTo>
                    <a:pt x="742" y="273"/>
                  </a:lnTo>
                  <a:lnTo>
                    <a:pt x="742" y="241"/>
                  </a:lnTo>
                  <a:lnTo>
                    <a:pt x="742" y="241"/>
                  </a:lnTo>
                  <a:lnTo>
                    <a:pt x="720" y="253"/>
                  </a:lnTo>
                  <a:lnTo>
                    <a:pt x="720" y="253"/>
                  </a:lnTo>
                  <a:lnTo>
                    <a:pt x="716" y="255"/>
                  </a:lnTo>
                  <a:lnTo>
                    <a:pt x="708" y="253"/>
                  </a:lnTo>
                  <a:lnTo>
                    <a:pt x="718" y="243"/>
                  </a:lnTo>
                  <a:lnTo>
                    <a:pt x="732" y="237"/>
                  </a:lnTo>
                  <a:lnTo>
                    <a:pt x="734" y="231"/>
                  </a:lnTo>
                  <a:lnTo>
                    <a:pt x="732" y="227"/>
                  </a:lnTo>
                  <a:lnTo>
                    <a:pt x="712" y="223"/>
                  </a:lnTo>
                  <a:lnTo>
                    <a:pt x="700" y="208"/>
                  </a:lnTo>
                  <a:lnTo>
                    <a:pt x="696" y="196"/>
                  </a:lnTo>
                  <a:lnTo>
                    <a:pt x="678" y="184"/>
                  </a:lnTo>
                  <a:lnTo>
                    <a:pt x="702" y="136"/>
                  </a:lnTo>
                  <a:lnTo>
                    <a:pt x="688" y="132"/>
                  </a:lnTo>
                  <a:lnTo>
                    <a:pt x="688" y="132"/>
                  </a:lnTo>
                  <a:lnTo>
                    <a:pt x="678" y="140"/>
                  </a:lnTo>
                  <a:lnTo>
                    <a:pt x="678" y="14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52" name="Freeform 74">
              <a:extLst>
                <a:ext uri="{FF2B5EF4-FFF2-40B4-BE49-F238E27FC236}">
                  <a16:creationId xmlns:a16="http://schemas.microsoft.com/office/drawing/2014/main" id="{3F19BA94-8C8D-79B5-9070-7756391021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888" y="7715250"/>
              <a:ext cx="919162" cy="1179513"/>
            </a:xfrm>
            <a:custGeom>
              <a:avLst/>
              <a:gdLst>
                <a:gd name="T0" fmla="*/ 523 w 579"/>
                <a:gd name="T1" fmla="*/ 85 h 743"/>
                <a:gd name="T2" fmla="*/ 509 w 579"/>
                <a:gd name="T3" fmla="*/ 69 h 743"/>
                <a:gd name="T4" fmla="*/ 480 w 579"/>
                <a:gd name="T5" fmla="*/ 41 h 743"/>
                <a:gd name="T6" fmla="*/ 485 w 579"/>
                <a:gd name="T7" fmla="*/ 16 h 743"/>
                <a:gd name="T8" fmla="*/ 483 w 579"/>
                <a:gd name="T9" fmla="*/ 0 h 743"/>
                <a:gd name="T10" fmla="*/ 342 w 579"/>
                <a:gd name="T11" fmla="*/ 71 h 743"/>
                <a:gd name="T12" fmla="*/ 320 w 579"/>
                <a:gd name="T13" fmla="*/ 151 h 743"/>
                <a:gd name="T14" fmla="*/ 306 w 579"/>
                <a:gd name="T15" fmla="*/ 189 h 743"/>
                <a:gd name="T16" fmla="*/ 314 w 579"/>
                <a:gd name="T17" fmla="*/ 209 h 743"/>
                <a:gd name="T18" fmla="*/ 289 w 579"/>
                <a:gd name="T19" fmla="*/ 223 h 743"/>
                <a:gd name="T20" fmla="*/ 273 w 579"/>
                <a:gd name="T21" fmla="*/ 241 h 743"/>
                <a:gd name="T22" fmla="*/ 251 w 579"/>
                <a:gd name="T23" fmla="*/ 243 h 743"/>
                <a:gd name="T24" fmla="*/ 229 w 579"/>
                <a:gd name="T25" fmla="*/ 265 h 743"/>
                <a:gd name="T26" fmla="*/ 197 w 579"/>
                <a:gd name="T27" fmla="*/ 279 h 743"/>
                <a:gd name="T28" fmla="*/ 155 w 579"/>
                <a:gd name="T29" fmla="*/ 283 h 743"/>
                <a:gd name="T30" fmla="*/ 143 w 579"/>
                <a:gd name="T31" fmla="*/ 291 h 743"/>
                <a:gd name="T32" fmla="*/ 107 w 579"/>
                <a:gd name="T33" fmla="*/ 314 h 743"/>
                <a:gd name="T34" fmla="*/ 97 w 579"/>
                <a:gd name="T35" fmla="*/ 334 h 743"/>
                <a:gd name="T36" fmla="*/ 78 w 579"/>
                <a:gd name="T37" fmla="*/ 366 h 743"/>
                <a:gd name="T38" fmla="*/ 90 w 579"/>
                <a:gd name="T39" fmla="*/ 384 h 743"/>
                <a:gd name="T40" fmla="*/ 90 w 579"/>
                <a:gd name="T41" fmla="*/ 398 h 743"/>
                <a:gd name="T42" fmla="*/ 82 w 579"/>
                <a:gd name="T43" fmla="*/ 418 h 743"/>
                <a:gd name="T44" fmla="*/ 80 w 579"/>
                <a:gd name="T45" fmla="*/ 460 h 743"/>
                <a:gd name="T46" fmla="*/ 56 w 579"/>
                <a:gd name="T47" fmla="*/ 468 h 743"/>
                <a:gd name="T48" fmla="*/ 24 w 579"/>
                <a:gd name="T49" fmla="*/ 520 h 743"/>
                <a:gd name="T50" fmla="*/ 30 w 579"/>
                <a:gd name="T51" fmla="*/ 560 h 743"/>
                <a:gd name="T52" fmla="*/ 0 w 579"/>
                <a:gd name="T53" fmla="*/ 597 h 743"/>
                <a:gd name="T54" fmla="*/ 30 w 579"/>
                <a:gd name="T55" fmla="*/ 609 h 743"/>
                <a:gd name="T56" fmla="*/ 70 w 579"/>
                <a:gd name="T57" fmla="*/ 607 h 743"/>
                <a:gd name="T58" fmla="*/ 84 w 579"/>
                <a:gd name="T59" fmla="*/ 613 h 743"/>
                <a:gd name="T60" fmla="*/ 99 w 579"/>
                <a:gd name="T61" fmla="*/ 615 h 743"/>
                <a:gd name="T62" fmla="*/ 121 w 579"/>
                <a:gd name="T63" fmla="*/ 625 h 743"/>
                <a:gd name="T64" fmla="*/ 139 w 579"/>
                <a:gd name="T65" fmla="*/ 631 h 743"/>
                <a:gd name="T66" fmla="*/ 191 w 579"/>
                <a:gd name="T67" fmla="*/ 645 h 743"/>
                <a:gd name="T68" fmla="*/ 207 w 579"/>
                <a:gd name="T69" fmla="*/ 653 h 743"/>
                <a:gd name="T70" fmla="*/ 241 w 579"/>
                <a:gd name="T71" fmla="*/ 695 h 743"/>
                <a:gd name="T72" fmla="*/ 275 w 579"/>
                <a:gd name="T73" fmla="*/ 743 h 743"/>
                <a:gd name="T74" fmla="*/ 292 w 579"/>
                <a:gd name="T75" fmla="*/ 743 h 743"/>
                <a:gd name="T76" fmla="*/ 324 w 579"/>
                <a:gd name="T77" fmla="*/ 691 h 743"/>
                <a:gd name="T78" fmla="*/ 346 w 579"/>
                <a:gd name="T79" fmla="*/ 563 h 743"/>
                <a:gd name="T80" fmla="*/ 434 w 579"/>
                <a:gd name="T81" fmla="*/ 430 h 743"/>
                <a:gd name="T82" fmla="*/ 523 w 579"/>
                <a:gd name="T83" fmla="*/ 356 h 743"/>
                <a:gd name="T84" fmla="*/ 555 w 579"/>
                <a:gd name="T85" fmla="*/ 259 h 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79" h="743">
                  <a:moveTo>
                    <a:pt x="555" y="85"/>
                  </a:moveTo>
                  <a:lnTo>
                    <a:pt x="533" y="87"/>
                  </a:lnTo>
                  <a:lnTo>
                    <a:pt x="523" y="85"/>
                  </a:lnTo>
                  <a:lnTo>
                    <a:pt x="519" y="75"/>
                  </a:lnTo>
                  <a:lnTo>
                    <a:pt x="513" y="67"/>
                  </a:lnTo>
                  <a:lnTo>
                    <a:pt x="509" y="69"/>
                  </a:lnTo>
                  <a:lnTo>
                    <a:pt x="491" y="65"/>
                  </a:lnTo>
                  <a:lnTo>
                    <a:pt x="491" y="57"/>
                  </a:lnTo>
                  <a:lnTo>
                    <a:pt x="480" y="41"/>
                  </a:lnTo>
                  <a:lnTo>
                    <a:pt x="474" y="37"/>
                  </a:lnTo>
                  <a:lnTo>
                    <a:pt x="472" y="28"/>
                  </a:lnTo>
                  <a:lnTo>
                    <a:pt x="485" y="16"/>
                  </a:lnTo>
                  <a:lnTo>
                    <a:pt x="485" y="0"/>
                  </a:lnTo>
                  <a:lnTo>
                    <a:pt x="485" y="0"/>
                  </a:lnTo>
                  <a:lnTo>
                    <a:pt x="483" y="0"/>
                  </a:lnTo>
                  <a:lnTo>
                    <a:pt x="452" y="12"/>
                  </a:lnTo>
                  <a:lnTo>
                    <a:pt x="368" y="49"/>
                  </a:lnTo>
                  <a:lnTo>
                    <a:pt x="342" y="71"/>
                  </a:lnTo>
                  <a:lnTo>
                    <a:pt x="320" y="95"/>
                  </a:lnTo>
                  <a:lnTo>
                    <a:pt x="320" y="115"/>
                  </a:lnTo>
                  <a:lnTo>
                    <a:pt x="320" y="151"/>
                  </a:lnTo>
                  <a:lnTo>
                    <a:pt x="314" y="155"/>
                  </a:lnTo>
                  <a:lnTo>
                    <a:pt x="314" y="181"/>
                  </a:lnTo>
                  <a:lnTo>
                    <a:pt x="306" y="189"/>
                  </a:lnTo>
                  <a:lnTo>
                    <a:pt x="314" y="201"/>
                  </a:lnTo>
                  <a:lnTo>
                    <a:pt x="316" y="203"/>
                  </a:lnTo>
                  <a:lnTo>
                    <a:pt x="314" y="209"/>
                  </a:lnTo>
                  <a:lnTo>
                    <a:pt x="304" y="213"/>
                  </a:lnTo>
                  <a:lnTo>
                    <a:pt x="292" y="219"/>
                  </a:lnTo>
                  <a:lnTo>
                    <a:pt x="289" y="223"/>
                  </a:lnTo>
                  <a:lnTo>
                    <a:pt x="281" y="229"/>
                  </a:lnTo>
                  <a:lnTo>
                    <a:pt x="277" y="237"/>
                  </a:lnTo>
                  <a:lnTo>
                    <a:pt x="273" y="241"/>
                  </a:lnTo>
                  <a:lnTo>
                    <a:pt x="269" y="251"/>
                  </a:lnTo>
                  <a:lnTo>
                    <a:pt x="263" y="255"/>
                  </a:lnTo>
                  <a:lnTo>
                    <a:pt x="251" y="243"/>
                  </a:lnTo>
                  <a:lnTo>
                    <a:pt x="247" y="243"/>
                  </a:lnTo>
                  <a:lnTo>
                    <a:pt x="243" y="253"/>
                  </a:lnTo>
                  <a:lnTo>
                    <a:pt x="229" y="265"/>
                  </a:lnTo>
                  <a:lnTo>
                    <a:pt x="229" y="275"/>
                  </a:lnTo>
                  <a:lnTo>
                    <a:pt x="207" y="279"/>
                  </a:lnTo>
                  <a:lnTo>
                    <a:pt x="197" y="279"/>
                  </a:lnTo>
                  <a:lnTo>
                    <a:pt x="189" y="277"/>
                  </a:lnTo>
                  <a:lnTo>
                    <a:pt x="175" y="277"/>
                  </a:lnTo>
                  <a:lnTo>
                    <a:pt x="155" y="283"/>
                  </a:lnTo>
                  <a:lnTo>
                    <a:pt x="151" y="279"/>
                  </a:lnTo>
                  <a:lnTo>
                    <a:pt x="139" y="283"/>
                  </a:lnTo>
                  <a:lnTo>
                    <a:pt x="143" y="291"/>
                  </a:lnTo>
                  <a:lnTo>
                    <a:pt x="119" y="298"/>
                  </a:lnTo>
                  <a:lnTo>
                    <a:pt x="111" y="312"/>
                  </a:lnTo>
                  <a:lnTo>
                    <a:pt x="107" y="314"/>
                  </a:lnTo>
                  <a:lnTo>
                    <a:pt x="105" y="322"/>
                  </a:lnTo>
                  <a:lnTo>
                    <a:pt x="101" y="330"/>
                  </a:lnTo>
                  <a:lnTo>
                    <a:pt x="97" y="334"/>
                  </a:lnTo>
                  <a:lnTo>
                    <a:pt x="88" y="336"/>
                  </a:lnTo>
                  <a:lnTo>
                    <a:pt x="76" y="350"/>
                  </a:lnTo>
                  <a:lnTo>
                    <a:pt x="78" y="366"/>
                  </a:lnTo>
                  <a:lnTo>
                    <a:pt x="84" y="370"/>
                  </a:lnTo>
                  <a:lnTo>
                    <a:pt x="86" y="380"/>
                  </a:lnTo>
                  <a:lnTo>
                    <a:pt x="90" y="384"/>
                  </a:lnTo>
                  <a:lnTo>
                    <a:pt x="86" y="396"/>
                  </a:lnTo>
                  <a:lnTo>
                    <a:pt x="86" y="396"/>
                  </a:lnTo>
                  <a:lnTo>
                    <a:pt x="90" y="398"/>
                  </a:lnTo>
                  <a:lnTo>
                    <a:pt x="90" y="398"/>
                  </a:lnTo>
                  <a:lnTo>
                    <a:pt x="88" y="412"/>
                  </a:lnTo>
                  <a:lnTo>
                    <a:pt x="82" y="418"/>
                  </a:lnTo>
                  <a:lnTo>
                    <a:pt x="84" y="430"/>
                  </a:lnTo>
                  <a:lnTo>
                    <a:pt x="90" y="436"/>
                  </a:lnTo>
                  <a:lnTo>
                    <a:pt x="80" y="460"/>
                  </a:lnTo>
                  <a:lnTo>
                    <a:pt x="74" y="462"/>
                  </a:lnTo>
                  <a:lnTo>
                    <a:pt x="66" y="460"/>
                  </a:lnTo>
                  <a:lnTo>
                    <a:pt x="56" y="468"/>
                  </a:lnTo>
                  <a:lnTo>
                    <a:pt x="42" y="476"/>
                  </a:lnTo>
                  <a:lnTo>
                    <a:pt x="28" y="490"/>
                  </a:lnTo>
                  <a:lnTo>
                    <a:pt x="24" y="520"/>
                  </a:lnTo>
                  <a:lnTo>
                    <a:pt x="32" y="532"/>
                  </a:lnTo>
                  <a:lnTo>
                    <a:pt x="34" y="550"/>
                  </a:lnTo>
                  <a:lnTo>
                    <a:pt x="30" y="560"/>
                  </a:lnTo>
                  <a:lnTo>
                    <a:pt x="18" y="565"/>
                  </a:lnTo>
                  <a:lnTo>
                    <a:pt x="12" y="581"/>
                  </a:lnTo>
                  <a:lnTo>
                    <a:pt x="0" y="597"/>
                  </a:lnTo>
                  <a:lnTo>
                    <a:pt x="2" y="613"/>
                  </a:lnTo>
                  <a:lnTo>
                    <a:pt x="16" y="611"/>
                  </a:lnTo>
                  <a:lnTo>
                    <a:pt x="30" y="609"/>
                  </a:lnTo>
                  <a:lnTo>
                    <a:pt x="48" y="603"/>
                  </a:lnTo>
                  <a:lnTo>
                    <a:pt x="70" y="607"/>
                  </a:lnTo>
                  <a:lnTo>
                    <a:pt x="70" y="607"/>
                  </a:lnTo>
                  <a:lnTo>
                    <a:pt x="76" y="611"/>
                  </a:lnTo>
                  <a:lnTo>
                    <a:pt x="80" y="613"/>
                  </a:lnTo>
                  <a:lnTo>
                    <a:pt x="84" y="613"/>
                  </a:lnTo>
                  <a:lnTo>
                    <a:pt x="84" y="613"/>
                  </a:lnTo>
                  <a:lnTo>
                    <a:pt x="92" y="609"/>
                  </a:lnTo>
                  <a:lnTo>
                    <a:pt x="99" y="615"/>
                  </a:lnTo>
                  <a:lnTo>
                    <a:pt x="103" y="621"/>
                  </a:lnTo>
                  <a:lnTo>
                    <a:pt x="113" y="625"/>
                  </a:lnTo>
                  <a:lnTo>
                    <a:pt x="121" y="625"/>
                  </a:lnTo>
                  <a:lnTo>
                    <a:pt x="125" y="635"/>
                  </a:lnTo>
                  <a:lnTo>
                    <a:pt x="125" y="635"/>
                  </a:lnTo>
                  <a:lnTo>
                    <a:pt x="139" y="631"/>
                  </a:lnTo>
                  <a:lnTo>
                    <a:pt x="139" y="631"/>
                  </a:lnTo>
                  <a:lnTo>
                    <a:pt x="183" y="637"/>
                  </a:lnTo>
                  <a:lnTo>
                    <a:pt x="191" y="645"/>
                  </a:lnTo>
                  <a:lnTo>
                    <a:pt x="195" y="653"/>
                  </a:lnTo>
                  <a:lnTo>
                    <a:pt x="199" y="657"/>
                  </a:lnTo>
                  <a:lnTo>
                    <a:pt x="207" y="653"/>
                  </a:lnTo>
                  <a:lnTo>
                    <a:pt x="225" y="665"/>
                  </a:lnTo>
                  <a:lnTo>
                    <a:pt x="241" y="683"/>
                  </a:lnTo>
                  <a:lnTo>
                    <a:pt x="241" y="695"/>
                  </a:lnTo>
                  <a:lnTo>
                    <a:pt x="259" y="703"/>
                  </a:lnTo>
                  <a:lnTo>
                    <a:pt x="253" y="741"/>
                  </a:lnTo>
                  <a:lnTo>
                    <a:pt x="275" y="743"/>
                  </a:lnTo>
                  <a:lnTo>
                    <a:pt x="275" y="743"/>
                  </a:lnTo>
                  <a:lnTo>
                    <a:pt x="292" y="743"/>
                  </a:lnTo>
                  <a:lnTo>
                    <a:pt x="292" y="743"/>
                  </a:lnTo>
                  <a:lnTo>
                    <a:pt x="302" y="735"/>
                  </a:lnTo>
                  <a:lnTo>
                    <a:pt x="316" y="739"/>
                  </a:lnTo>
                  <a:lnTo>
                    <a:pt x="324" y="691"/>
                  </a:lnTo>
                  <a:lnTo>
                    <a:pt x="332" y="643"/>
                  </a:lnTo>
                  <a:lnTo>
                    <a:pt x="336" y="601"/>
                  </a:lnTo>
                  <a:lnTo>
                    <a:pt x="346" y="563"/>
                  </a:lnTo>
                  <a:lnTo>
                    <a:pt x="350" y="560"/>
                  </a:lnTo>
                  <a:lnTo>
                    <a:pt x="378" y="464"/>
                  </a:lnTo>
                  <a:lnTo>
                    <a:pt x="434" y="430"/>
                  </a:lnTo>
                  <a:lnTo>
                    <a:pt x="462" y="428"/>
                  </a:lnTo>
                  <a:lnTo>
                    <a:pt x="491" y="400"/>
                  </a:lnTo>
                  <a:lnTo>
                    <a:pt x="523" y="356"/>
                  </a:lnTo>
                  <a:lnTo>
                    <a:pt x="537" y="322"/>
                  </a:lnTo>
                  <a:lnTo>
                    <a:pt x="555" y="269"/>
                  </a:lnTo>
                  <a:lnTo>
                    <a:pt x="555" y="259"/>
                  </a:lnTo>
                  <a:lnTo>
                    <a:pt x="579" y="97"/>
                  </a:lnTo>
                  <a:lnTo>
                    <a:pt x="555" y="85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53" name="Freeform 75">
              <a:extLst>
                <a:ext uri="{FF2B5EF4-FFF2-40B4-BE49-F238E27FC236}">
                  <a16:creationId xmlns:a16="http://schemas.microsoft.com/office/drawing/2014/main" id="{5B88B1A2-86F4-9A16-8CA9-8FC54C07B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1838" y="7521575"/>
              <a:ext cx="930275" cy="1408113"/>
            </a:xfrm>
            <a:custGeom>
              <a:avLst/>
              <a:gdLst>
                <a:gd name="T0" fmla="*/ 362 w 586"/>
                <a:gd name="T1" fmla="*/ 859 h 887"/>
                <a:gd name="T2" fmla="*/ 393 w 586"/>
                <a:gd name="T3" fmla="*/ 823 h 887"/>
                <a:gd name="T4" fmla="*/ 443 w 586"/>
                <a:gd name="T5" fmla="*/ 833 h 887"/>
                <a:gd name="T6" fmla="*/ 495 w 586"/>
                <a:gd name="T7" fmla="*/ 813 h 887"/>
                <a:gd name="T8" fmla="*/ 527 w 586"/>
                <a:gd name="T9" fmla="*/ 789 h 887"/>
                <a:gd name="T10" fmla="*/ 543 w 586"/>
                <a:gd name="T11" fmla="*/ 751 h 887"/>
                <a:gd name="T12" fmla="*/ 555 w 586"/>
                <a:gd name="T13" fmla="*/ 707 h 887"/>
                <a:gd name="T14" fmla="*/ 559 w 586"/>
                <a:gd name="T15" fmla="*/ 687 h 887"/>
                <a:gd name="T16" fmla="*/ 567 w 586"/>
                <a:gd name="T17" fmla="*/ 658 h 887"/>
                <a:gd name="T18" fmla="*/ 576 w 586"/>
                <a:gd name="T19" fmla="*/ 604 h 887"/>
                <a:gd name="T20" fmla="*/ 561 w 586"/>
                <a:gd name="T21" fmla="*/ 578 h 887"/>
                <a:gd name="T22" fmla="*/ 547 w 586"/>
                <a:gd name="T23" fmla="*/ 532 h 887"/>
                <a:gd name="T24" fmla="*/ 515 w 586"/>
                <a:gd name="T25" fmla="*/ 478 h 887"/>
                <a:gd name="T26" fmla="*/ 481 w 586"/>
                <a:gd name="T27" fmla="*/ 428 h 887"/>
                <a:gd name="T28" fmla="*/ 467 w 586"/>
                <a:gd name="T29" fmla="*/ 381 h 887"/>
                <a:gd name="T30" fmla="*/ 485 w 586"/>
                <a:gd name="T31" fmla="*/ 339 h 887"/>
                <a:gd name="T32" fmla="*/ 479 w 586"/>
                <a:gd name="T33" fmla="*/ 305 h 887"/>
                <a:gd name="T34" fmla="*/ 477 w 586"/>
                <a:gd name="T35" fmla="*/ 277 h 887"/>
                <a:gd name="T36" fmla="*/ 417 w 586"/>
                <a:gd name="T37" fmla="*/ 255 h 887"/>
                <a:gd name="T38" fmla="*/ 439 w 586"/>
                <a:gd name="T39" fmla="*/ 219 h 887"/>
                <a:gd name="T40" fmla="*/ 413 w 586"/>
                <a:gd name="T41" fmla="*/ 185 h 887"/>
                <a:gd name="T42" fmla="*/ 405 w 586"/>
                <a:gd name="T43" fmla="*/ 159 h 887"/>
                <a:gd name="T44" fmla="*/ 401 w 586"/>
                <a:gd name="T45" fmla="*/ 134 h 887"/>
                <a:gd name="T46" fmla="*/ 395 w 586"/>
                <a:gd name="T47" fmla="*/ 100 h 887"/>
                <a:gd name="T48" fmla="*/ 382 w 586"/>
                <a:gd name="T49" fmla="*/ 90 h 887"/>
                <a:gd name="T50" fmla="*/ 378 w 586"/>
                <a:gd name="T51" fmla="*/ 80 h 887"/>
                <a:gd name="T52" fmla="*/ 346 w 586"/>
                <a:gd name="T53" fmla="*/ 108 h 887"/>
                <a:gd name="T54" fmla="*/ 336 w 586"/>
                <a:gd name="T55" fmla="*/ 148 h 887"/>
                <a:gd name="T56" fmla="*/ 296 w 586"/>
                <a:gd name="T57" fmla="*/ 154 h 887"/>
                <a:gd name="T58" fmla="*/ 252 w 586"/>
                <a:gd name="T59" fmla="*/ 152 h 887"/>
                <a:gd name="T60" fmla="*/ 236 w 586"/>
                <a:gd name="T61" fmla="*/ 132 h 887"/>
                <a:gd name="T62" fmla="*/ 189 w 586"/>
                <a:gd name="T63" fmla="*/ 126 h 887"/>
                <a:gd name="T64" fmla="*/ 169 w 586"/>
                <a:gd name="T65" fmla="*/ 128 h 887"/>
                <a:gd name="T66" fmla="*/ 163 w 586"/>
                <a:gd name="T67" fmla="*/ 94 h 887"/>
                <a:gd name="T68" fmla="*/ 173 w 586"/>
                <a:gd name="T69" fmla="*/ 42 h 887"/>
                <a:gd name="T70" fmla="*/ 129 w 586"/>
                <a:gd name="T71" fmla="*/ 22 h 887"/>
                <a:gd name="T72" fmla="*/ 101 w 586"/>
                <a:gd name="T73" fmla="*/ 30 h 887"/>
                <a:gd name="T74" fmla="*/ 81 w 586"/>
                <a:gd name="T75" fmla="*/ 46 h 887"/>
                <a:gd name="T76" fmla="*/ 55 w 586"/>
                <a:gd name="T77" fmla="*/ 66 h 887"/>
                <a:gd name="T78" fmla="*/ 57 w 586"/>
                <a:gd name="T79" fmla="*/ 106 h 887"/>
                <a:gd name="T80" fmla="*/ 51 w 586"/>
                <a:gd name="T81" fmla="*/ 136 h 887"/>
                <a:gd name="T82" fmla="*/ 49 w 586"/>
                <a:gd name="T83" fmla="*/ 165 h 887"/>
                <a:gd name="T84" fmla="*/ 53 w 586"/>
                <a:gd name="T85" fmla="*/ 219 h 887"/>
                <a:gd name="T86" fmla="*/ 33 w 586"/>
                <a:gd name="T87" fmla="*/ 255 h 887"/>
                <a:gd name="T88" fmla="*/ 13 w 586"/>
                <a:gd name="T89" fmla="*/ 277 h 887"/>
                <a:gd name="T90" fmla="*/ 31 w 586"/>
                <a:gd name="T91" fmla="*/ 351 h 887"/>
                <a:gd name="T92" fmla="*/ 17 w 586"/>
                <a:gd name="T93" fmla="*/ 395 h 887"/>
                <a:gd name="T94" fmla="*/ 53 w 586"/>
                <a:gd name="T95" fmla="*/ 466 h 887"/>
                <a:gd name="T96" fmla="*/ 105 w 586"/>
                <a:gd name="T97" fmla="*/ 502 h 887"/>
                <a:gd name="T98" fmla="*/ 127 w 586"/>
                <a:gd name="T99" fmla="*/ 536 h 887"/>
                <a:gd name="T100" fmla="*/ 149 w 586"/>
                <a:gd name="T101" fmla="*/ 568 h 887"/>
                <a:gd name="T102" fmla="*/ 216 w 586"/>
                <a:gd name="T103" fmla="*/ 626 h 887"/>
                <a:gd name="T104" fmla="*/ 258 w 586"/>
                <a:gd name="T105" fmla="*/ 640 h 887"/>
                <a:gd name="T106" fmla="*/ 250 w 586"/>
                <a:gd name="T107" fmla="*/ 680 h 887"/>
                <a:gd name="T108" fmla="*/ 260 w 586"/>
                <a:gd name="T109" fmla="*/ 727 h 887"/>
                <a:gd name="T110" fmla="*/ 260 w 586"/>
                <a:gd name="T111" fmla="*/ 777 h 887"/>
                <a:gd name="T112" fmla="*/ 270 w 586"/>
                <a:gd name="T113" fmla="*/ 827 h 887"/>
                <a:gd name="T114" fmla="*/ 304 w 586"/>
                <a:gd name="T115" fmla="*/ 887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86" h="887">
                  <a:moveTo>
                    <a:pt x="338" y="883"/>
                  </a:moveTo>
                  <a:lnTo>
                    <a:pt x="350" y="875"/>
                  </a:lnTo>
                  <a:lnTo>
                    <a:pt x="362" y="859"/>
                  </a:lnTo>
                  <a:lnTo>
                    <a:pt x="368" y="833"/>
                  </a:lnTo>
                  <a:lnTo>
                    <a:pt x="380" y="823"/>
                  </a:lnTo>
                  <a:lnTo>
                    <a:pt x="393" y="823"/>
                  </a:lnTo>
                  <a:lnTo>
                    <a:pt x="405" y="833"/>
                  </a:lnTo>
                  <a:lnTo>
                    <a:pt x="421" y="829"/>
                  </a:lnTo>
                  <a:lnTo>
                    <a:pt x="443" y="833"/>
                  </a:lnTo>
                  <a:lnTo>
                    <a:pt x="471" y="827"/>
                  </a:lnTo>
                  <a:lnTo>
                    <a:pt x="489" y="815"/>
                  </a:lnTo>
                  <a:lnTo>
                    <a:pt x="495" y="813"/>
                  </a:lnTo>
                  <a:lnTo>
                    <a:pt x="513" y="803"/>
                  </a:lnTo>
                  <a:lnTo>
                    <a:pt x="525" y="801"/>
                  </a:lnTo>
                  <a:lnTo>
                    <a:pt x="527" y="789"/>
                  </a:lnTo>
                  <a:lnTo>
                    <a:pt x="541" y="781"/>
                  </a:lnTo>
                  <a:lnTo>
                    <a:pt x="535" y="767"/>
                  </a:lnTo>
                  <a:lnTo>
                    <a:pt x="543" y="751"/>
                  </a:lnTo>
                  <a:lnTo>
                    <a:pt x="551" y="747"/>
                  </a:lnTo>
                  <a:lnTo>
                    <a:pt x="553" y="723"/>
                  </a:lnTo>
                  <a:lnTo>
                    <a:pt x="555" y="707"/>
                  </a:lnTo>
                  <a:lnTo>
                    <a:pt x="559" y="701"/>
                  </a:lnTo>
                  <a:lnTo>
                    <a:pt x="561" y="691"/>
                  </a:lnTo>
                  <a:lnTo>
                    <a:pt x="559" y="687"/>
                  </a:lnTo>
                  <a:lnTo>
                    <a:pt x="557" y="678"/>
                  </a:lnTo>
                  <a:lnTo>
                    <a:pt x="567" y="666"/>
                  </a:lnTo>
                  <a:lnTo>
                    <a:pt x="567" y="658"/>
                  </a:lnTo>
                  <a:lnTo>
                    <a:pt x="582" y="636"/>
                  </a:lnTo>
                  <a:lnTo>
                    <a:pt x="586" y="608"/>
                  </a:lnTo>
                  <a:lnTo>
                    <a:pt x="576" y="604"/>
                  </a:lnTo>
                  <a:lnTo>
                    <a:pt x="575" y="594"/>
                  </a:lnTo>
                  <a:lnTo>
                    <a:pt x="563" y="586"/>
                  </a:lnTo>
                  <a:lnTo>
                    <a:pt x="561" y="578"/>
                  </a:lnTo>
                  <a:lnTo>
                    <a:pt x="543" y="568"/>
                  </a:lnTo>
                  <a:lnTo>
                    <a:pt x="543" y="556"/>
                  </a:lnTo>
                  <a:lnTo>
                    <a:pt x="547" y="532"/>
                  </a:lnTo>
                  <a:lnTo>
                    <a:pt x="523" y="498"/>
                  </a:lnTo>
                  <a:lnTo>
                    <a:pt x="523" y="486"/>
                  </a:lnTo>
                  <a:lnTo>
                    <a:pt x="515" y="478"/>
                  </a:lnTo>
                  <a:lnTo>
                    <a:pt x="509" y="464"/>
                  </a:lnTo>
                  <a:lnTo>
                    <a:pt x="509" y="458"/>
                  </a:lnTo>
                  <a:lnTo>
                    <a:pt x="481" y="428"/>
                  </a:lnTo>
                  <a:lnTo>
                    <a:pt x="483" y="422"/>
                  </a:lnTo>
                  <a:lnTo>
                    <a:pt x="467" y="399"/>
                  </a:lnTo>
                  <a:lnTo>
                    <a:pt x="467" y="381"/>
                  </a:lnTo>
                  <a:lnTo>
                    <a:pt x="469" y="377"/>
                  </a:lnTo>
                  <a:lnTo>
                    <a:pt x="477" y="367"/>
                  </a:lnTo>
                  <a:lnTo>
                    <a:pt x="485" y="339"/>
                  </a:lnTo>
                  <a:lnTo>
                    <a:pt x="485" y="321"/>
                  </a:lnTo>
                  <a:lnTo>
                    <a:pt x="479" y="305"/>
                  </a:lnTo>
                  <a:lnTo>
                    <a:pt x="479" y="305"/>
                  </a:lnTo>
                  <a:lnTo>
                    <a:pt x="477" y="289"/>
                  </a:lnTo>
                  <a:lnTo>
                    <a:pt x="477" y="289"/>
                  </a:lnTo>
                  <a:lnTo>
                    <a:pt x="477" y="277"/>
                  </a:lnTo>
                  <a:lnTo>
                    <a:pt x="461" y="269"/>
                  </a:lnTo>
                  <a:lnTo>
                    <a:pt x="445" y="269"/>
                  </a:lnTo>
                  <a:lnTo>
                    <a:pt x="417" y="255"/>
                  </a:lnTo>
                  <a:lnTo>
                    <a:pt x="421" y="229"/>
                  </a:lnTo>
                  <a:lnTo>
                    <a:pt x="427" y="223"/>
                  </a:lnTo>
                  <a:lnTo>
                    <a:pt x="439" y="219"/>
                  </a:lnTo>
                  <a:lnTo>
                    <a:pt x="437" y="215"/>
                  </a:lnTo>
                  <a:lnTo>
                    <a:pt x="429" y="201"/>
                  </a:lnTo>
                  <a:lnTo>
                    <a:pt x="413" y="185"/>
                  </a:lnTo>
                  <a:lnTo>
                    <a:pt x="411" y="179"/>
                  </a:lnTo>
                  <a:lnTo>
                    <a:pt x="405" y="171"/>
                  </a:lnTo>
                  <a:lnTo>
                    <a:pt x="405" y="159"/>
                  </a:lnTo>
                  <a:lnTo>
                    <a:pt x="403" y="154"/>
                  </a:lnTo>
                  <a:lnTo>
                    <a:pt x="407" y="142"/>
                  </a:lnTo>
                  <a:lnTo>
                    <a:pt x="401" y="134"/>
                  </a:lnTo>
                  <a:lnTo>
                    <a:pt x="391" y="130"/>
                  </a:lnTo>
                  <a:lnTo>
                    <a:pt x="389" y="114"/>
                  </a:lnTo>
                  <a:lnTo>
                    <a:pt x="395" y="100"/>
                  </a:lnTo>
                  <a:lnTo>
                    <a:pt x="387" y="94"/>
                  </a:lnTo>
                  <a:lnTo>
                    <a:pt x="382" y="90"/>
                  </a:lnTo>
                  <a:lnTo>
                    <a:pt x="382" y="90"/>
                  </a:lnTo>
                  <a:lnTo>
                    <a:pt x="380" y="86"/>
                  </a:lnTo>
                  <a:lnTo>
                    <a:pt x="378" y="80"/>
                  </a:lnTo>
                  <a:lnTo>
                    <a:pt x="378" y="80"/>
                  </a:lnTo>
                  <a:lnTo>
                    <a:pt x="372" y="76"/>
                  </a:lnTo>
                  <a:lnTo>
                    <a:pt x="366" y="90"/>
                  </a:lnTo>
                  <a:lnTo>
                    <a:pt x="346" y="108"/>
                  </a:lnTo>
                  <a:lnTo>
                    <a:pt x="350" y="136"/>
                  </a:lnTo>
                  <a:lnTo>
                    <a:pt x="344" y="144"/>
                  </a:lnTo>
                  <a:lnTo>
                    <a:pt x="336" y="148"/>
                  </a:lnTo>
                  <a:lnTo>
                    <a:pt x="332" y="150"/>
                  </a:lnTo>
                  <a:lnTo>
                    <a:pt x="312" y="154"/>
                  </a:lnTo>
                  <a:lnTo>
                    <a:pt x="296" y="154"/>
                  </a:lnTo>
                  <a:lnTo>
                    <a:pt x="274" y="154"/>
                  </a:lnTo>
                  <a:lnTo>
                    <a:pt x="274" y="154"/>
                  </a:lnTo>
                  <a:lnTo>
                    <a:pt x="252" y="152"/>
                  </a:lnTo>
                  <a:lnTo>
                    <a:pt x="252" y="152"/>
                  </a:lnTo>
                  <a:lnTo>
                    <a:pt x="248" y="138"/>
                  </a:lnTo>
                  <a:lnTo>
                    <a:pt x="236" y="132"/>
                  </a:lnTo>
                  <a:lnTo>
                    <a:pt x="226" y="134"/>
                  </a:lnTo>
                  <a:lnTo>
                    <a:pt x="200" y="130"/>
                  </a:lnTo>
                  <a:lnTo>
                    <a:pt x="189" y="126"/>
                  </a:lnTo>
                  <a:lnTo>
                    <a:pt x="179" y="134"/>
                  </a:lnTo>
                  <a:lnTo>
                    <a:pt x="169" y="128"/>
                  </a:lnTo>
                  <a:lnTo>
                    <a:pt x="169" y="128"/>
                  </a:lnTo>
                  <a:lnTo>
                    <a:pt x="157" y="108"/>
                  </a:lnTo>
                  <a:lnTo>
                    <a:pt x="157" y="108"/>
                  </a:lnTo>
                  <a:lnTo>
                    <a:pt x="163" y="94"/>
                  </a:lnTo>
                  <a:lnTo>
                    <a:pt x="161" y="82"/>
                  </a:lnTo>
                  <a:lnTo>
                    <a:pt x="163" y="60"/>
                  </a:lnTo>
                  <a:lnTo>
                    <a:pt x="173" y="42"/>
                  </a:lnTo>
                  <a:lnTo>
                    <a:pt x="169" y="18"/>
                  </a:lnTo>
                  <a:lnTo>
                    <a:pt x="161" y="0"/>
                  </a:lnTo>
                  <a:lnTo>
                    <a:pt x="129" y="22"/>
                  </a:lnTo>
                  <a:lnTo>
                    <a:pt x="113" y="22"/>
                  </a:lnTo>
                  <a:lnTo>
                    <a:pt x="105" y="26"/>
                  </a:lnTo>
                  <a:lnTo>
                    <a:pt x="101" y="30"/>
                  </a:lnTo>
                  <a:lnTo>
                    <a:pt x="97" y="46"/>
                  </a:lnTo>
                  <a:lnTo>
                    <a:pt x="89" y="48"/>
                  </a:lnTo>
                  <a:lnTo>
                    <a:pt x="81" y="46"/>
                  </a:lnTo>
                  <a:lnTo>
                    <a:pt x="73" y="52"/>
                  </a:lnTo>
                  <a:lnTo>
                    <a:pt x="63" y="54"/>
                  </a:lnTo>
                  <a:lnTo>
                    <a:pt x="55" y="66"/>
                  </a:lnTo>
                  <a:lnTo>
                    <a:pt x="55" y="80"/>
                  </a:lnTo>
                  <a:lnTo>
                    <a:pt x="53" y="98"/>
                  </a:lnTo>
                  <a:lnTo>
                    <a:pt x="57" y="106"/>
                  </a:lnTo>
                  <a:lnTo>
                    <a:pt x="57" y="118"/>
                  </a:lnTo>
                  <a:lnTo>
                    <a:pt x="53" y="126"/>
                  </a:lnTo>
                  <a:lnTo>
                    <a:pt x="51" y="136"/>
                  </a:lnTo>
                  <a:lnTo>
                    <a:pt x="43" y="144"/>
                  </a:lnTo>
                  <a:lnTo>
                    <a:pt x="43" y="154"/>
                  </a:lnTo>
                  <a:lnTo>
                    <a:pt x="49" y="165"/>
                  </a:lnTo>
                  <a:lnTo>
                    <a:pt x="51" y="183"/>
                  </a:lnTo>
                  <a:lnTo>
                    <a:pt x="45" y="197"/>
                  </a:lnTo>
                  <a:lnTo>
                    <a:pt x="53" y="219"/>
                  </a:lnTo>
                  <a:lnTo>
                    <a:pt x="59" y="225"/>
                  </a:lnTo>
                  <a:lnTo>
                    <a:pt x="57" y="235"/>
                  </a:lnTo>
                  <a:lnTo>
                    <a:pt x="33" y="255"/>
                  </a:lnTo>
                  <a:lnTo>
                    <a:pt x="25" y="255"/>
                  </a:lnTo>
                  <a:lnTo>
                    <a:pt x="19" y="269"/>
                  </a:lnTo>
                  <a:lnTo>
                    <a:pt x="13" y="277"/>
                  </a:lnTo>
                  <a:lnTo>
                    <a:pt x="13" y="297"/>
                  </a:lnTo>
                  <a:lnTo>
                    <a:pt x="29" y="327"/>
                  </a:lnTo>
                  <a:lnTo>
                    <a:pt x="31" y="351"/>
                  </a:lnTo>
                  <a:lnTo>
                    <a:pt x="1" y="381"/>
                  </a:lnTo>
                  <a:lnTo>
                    <a:pt x="0" y="381"/>
                  </a:lnTo>
                  <a:lnTo>
                    <a:pt x="17" y="395"/>
                  </a:lnTo>
                  <a:lnTo>
                    <a:pt x="23" y="411"/>
                  </a:lnTo>
                  <a:lnTo>
                    <a:pt x="29" y="442"/>
                  </a:lnTo>
                  <a:lnTo>
                    <a:pt x="53" y="466"/>
                  </a:lnTo>
                  <a:lnTo>
                    <a:pt x="71" y="466"/>
                  </a:lnTo>
                  <a:lnTo>
                    <a:pt x="75" y="480"/>
                  </a:lnTo>
                  <a:lnTo>
                    <a:pt x="105" y="502"/>
                  </a:lnTo>
                  <a:lnTo>
                    <a:pt x="115" y="520"/>
                  </a:lnTo>
                  <a:lnTo>
                    <a:pt x="125" y="524"/>
                  </a:lnTo>
                  <a:lnTo>
                    <a:pt x="127" y="536"/>
                  </a:lnTo>
                  <a:lnTo>
                    <a:pt x="151" y="554"/>
                  </a:lnTo>
                  <a:lnTo>
                    <a:pt x="153" y="562"/>
                  </a:lnTo>
                  <a:lnTo>
                    <a:pt x="149" y="568"/>
                  </a:lnTo>
                  <a:lnTo>
                    <a:pt x="169" y="586"/>
                  </a:lnTo>
                  <a:lnTo>
                    <a:pt x="183" y="608"/>
                  </a:lnTo>
                  <a:lnTo>
                    <a:pt x="216" y="626"/>
                  </a:lnTo>
                  <a:lnTo>
                    <a:pt x="220" y="640"/>
                  </a:lnTo>
                  <a:lnTo>
                    <a:pt x="242" y="642"/>
                  </a:lnTo>
                  <a:lnTo>
                    <a:pt x="258" y="640"/>
                  </a:lnTo>
                  <a:lnTo>
                    <a:pt x="258" y="646"/>
                  </a:lnTo>
                  <a:lnTo>
                    <a:pt x="250" y="658"/>
                  </a:lnTo>
                  <a:lnTo>
                    <a:pt x="250" y="680"/>
                  </a:lnTo>
                  <a:lnTo>
                    <a:pt x="252" y="701"/>
                  </a:lnTo>
                  <a:lnTo>
                    <a:pt x="260" y="715"/>
                  </a:lnTo>
                  <a:lnTo>
                    <a:pt x="260" y="727"/>
                  </a:lnTo>
                  <a:lnTo>
                    <a:pt x="258" y="737"/>
                  </a:lnTo>
                  <a:lnTo>
                    <a:pt x="260" y="763"/>
                  </a:lnTo>
                  <a:lnTo>
                    <a:pt x="260" y="777"/>
                  </a:lnTo>
                  <a:lnTo>
                    <a:pt x="268" y="787"/>
                  </a:lnTo>
                  <a:lnTo>
                    <a:pt x="266" y="813"/>
                  </a:lnTo>
                  <a:lnTo>
                    <a:pt x="270" y="827"/>
                  </a:lnTo>
                  <a:lnTo>
                    <a:pt x="280" y="847"/>
                  </a:lnTo>
                  <a:lnTo>
                    <a:pt x="298" y="865"/>
                  </a:lnTo>
                  <a:lnTo>
                    <a:pt x="304" y="887"/>
                  </a:lnTo>
                  <a:lnTo>
                    <a:pt x="316" y="879"/>
                  </a:lnTo>
                  <a:lnTo>
                    <a:pt x="338" y="883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54" name="Freeform 76">
              <a:extLst>
                <a:ext uri="{FF2B5EF4-FFF2-40B4-BE49-F238E27FC236}">
                  <a16:creationId xmlns:a16="http://schemas.microsoft.com/office/drawing/2014/main" id="{44246043-17B0-37D7-5C11-6C09D784D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800" y="7974013"/>
              <a:ext cx="1417637" cy="1357313"/>
            </a:xfrm>
            <a:custGeom>
              <a:avLst/>
              <a:gdLst>
                <a:gd name="T0" fmla="*/ 813 w 893"/>
                <a:gd name="T1" fmla="*/ 759 h 855"/>
                <a:gd name="T2" fmla="*/ 845 w 893"/>
                <a:gd name="T3" fmla="*/ 691 h 855"/>
                <a:gd name="T4" fmla="*/ 877 w 893"/>
                <a:gd name="T5" fmla="*/ 652 h 855"/>
                <a:gd name="T6" fmla="*/ 893 w 893"/>
                <a:gd name="T7" fmla="*/ 602 h 855"/>
                <a:gd name="T8" fmla="*/ 859 w 893"/>
                <a:gd name="T9" fmla="*/ 542 h 855"/>
                <a:gd name="T10" fmla="*/ 849 w 893"/>
                <a:gd name="T11" fmla="*/ 492 h 855"/>
                <a:gd name="T12" fmla="*/ 849 w 893"/>
                <a:gd name="T13" fmla="*/ 442 h 855"/>
                <a:gd name="T14" fmla="*/ 839 w 893"/>
                <a:gd name="T15" fmla="*/ 395 h 855"/>
                <a:gd name="T16" fmla="*/ 847 w 893"/>
                <a:gd name="T17" fmla="*/ 355 h 855"/>
                <a:gd name="T18" fmla="*/ 805 w 893"/>
                <a:gd name="T19" fmla="*/ 341 h 855"/>
                <a:gd name="T20" fmla="*/ 738 w 893"/>
                <a:gd name="T21" fmla="*/ 283 h 855"/>
                <a:gd name="T22" fmla="*/ 716 w 893"/>
                <a:gd name="T23" fmla="*/ 251 h 855"/>
                <a:gd name="T24" fmla="*/ 694 w 893"/>
                <a:gd name="T25" fmla="*/ 217 h 855"/>
                <a:gd name="T26" fmla="*/ 642 w 893"/>
                <a:gd name="T27" fmla="*/ 181 h 855"/>
                <a:gd name="T28" fmla="*/ 606 w 893"/>
                <a:gd name="T29" fmla="*/ 110 h 855"/>
                <a:gd name="T30" fmla="*/ 573 w 893"/>
                <a:gd name="T31" fmla="*/ 96 h 855"/>
                <a:gd name="T32" fmla="*/ 519 w 893"/>
                <a:gd name="T33" fmla="*/ 86 h 855"/>
                <a:gd name="T34" fmla="*/ 503 w 893"/>
                <a:gd name="T35" fmla="*/ 78 h 855"/>
                <a:gd name="T36" fmla="*/ 413 w 893"/>
                <a:gd name="T37" fmla="*/ 52 h 855"/>
                <a:gd name="T38" fmla="*/ 427 w 893"/>
                <a:gd name="T39" fmla="*/ 34 h 855"/>
                <a:gd name="T40" fmla="*/ 417 w 893"/>
                <a:gd name="T41" fmla="*/ 24 h 855"/>
                <a:gd name="T42" fmla="*/ 390 w 893"/>
                <a:gd name="T43" fmla="*/ 16 h 855"/>
                <a:gd name="T44" fmla="*/ 364 w 893"/>
                <a:gd name="T45" fmla="*/ 2 h 855"/>
                <a:gd name="T46" fmla="*/ 334 w 893"/>
                <a:gd name="T47" fmla="*/ 22 h 855"/>
                <a:gd name="T48" fmla="*/ 286 w 893"/>
                <a:gd name="T49" fmla="*/ 38 h 855"/>
                <a:gd name="T50" fmla="*/ 250 w 893"/>
                <a:gd name="T51" fmla="*/ 34 h 855"/>
                <a:gd name="T52" fmla="*/ 222 w 893"/>
                <a:gd name="T53" fmla="*/ 42 h 855"/>
                <a:gd name="T54" fmla="*/ 183 w 893"/>
                <a:gd name="T55" fmla="*/ 44 h 855"/>
                <a:gd name="T56" fmla="*/ 161 w 893"/>
                <a:gd name="T57" fmla="*/ 24 h 855"/>
                <a:gd name="T58" fmla="*/ 157 w 893"/>
                <a:gd name="T59" fmla="*/ 18 h 855"/>
                <a:gd name="T60" fmla="*/ 119 w 893"/>
                <a:gd name="T61" fmla="*/ 4 h 855"/>
                <a:gd name="T62" fmla="*/ 49 w 893"/>
                <a:gd name="T63" fmla="*/ 4 h 855"/>
                <a:gd name="T64" fmla="*/ 6 w 893"/>
                <a:gd name="T65" fmla="*/ 104 h 855"/>
                <a:gd name="T66" fmla="*/ 0 w 893"/>
                <a:gd name="T67" fmla="*/ 207 h 855"/>
                <a:gd name="T68" fmla="*/ 27 w 893"/>
                <a:gd name="T69" fmla="*/ 239 h 855"/>
                <a:gd name="T70" fmla="*/ 85 w 893"/>
                <a:gd name="T71" fmla="*/ 263 h 855"/>
                <a:gd name="T72" fmla="*/ 216 w 893"/>
                <a:gd name="T73" fmla="*/ 343 h 855"/>
                <a:gd name="T74" fmla="*/ 322 w 893"/>
                <a:gd name="T75" fmla="*/ 508 h 855"/>
                <a:gd name="T76" fmla="*/ 398 w 893"/>
                <a:gd name="T77" fmla="*/ 747 h 855"/>
                <a:gd name="T78" fmla="*/ 569 w 893"/>
                <a:gd name="T79" fmla="*/ 771 h 855"/>
                <a:gd name="T80" fmla="*/ 592 w 893"/>
                <a:gd name="T81" fmla="*/ 795 h 855"/>
                <a:gd name="T82" fmla="*/ 602 w 893"/>
                <a:gd name="T83" fmla="*/ 823 h 855"/>
                <a:gd name="T84" fmla="*/ 606 w 893"/>
                <a:gd name="T85" fmla="*/ 829 h 855"/>
                <a:gd name="T86" fmla="*/ 710 w 893"/>
                <a:gd name="T87" fmla="*/ 825 h 855"/>
                <a:gd name="T88" fmla="*/ 791 w 893"/>
                <a:gd name="T89" fmla="*/ 817 h 8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93" h="855">
                  <a:moveTo>
                    <a:pt x="785" y="803"/>
                  </a:moveTo>
                  <a:lnTo>
                    <a:pt x="801" y="775"/>
                  </a:lnTo>
                  <a:lnTo>
                    <a:pt x="813" y="759"/>
                  </a:lnTo>
                  <a:lnTo>
                    <a:pt x="831" y="721"/>
                  </a:lnTo>
                  <a:lnTo>
                    <a:pt x="833" y="707"/>
                  </a:lnTo>
                  <a:lnTo>
                    <a:pt x="845" y="691"/>
                  </a:lnTo>
                  <a:lnTo>
                    <a:pt x="855" y="675"/>
                  </a:lnTo>
                  <a:lnTo>
                    <a:pt x="863" y="671"/>
                  </a:lnTo>
                  <a:lnTo>
                    <a:pt x="877" y="652"/>
                  </a:lnTo>
                  <a:lnTo>
                    <a:pt x="877" y="644"/>
                  </a:lnTo>
                  <a:lnTo>
                    <a:pt x="887" y="620"/>
                  </a:lnTo>
                  <a:lnTo>
                    <a:pt x="893" y="602"/>
                  </a:lnTo>
                  <a:lnTo>
                    <a:pt x="887" y="580"/>
                  </a:lnTo>
                  <a:lnTo>
                    <a:pt x="869" y="562"/>
                  </a:lnTo>
                  <a:lnTo>
                    <a:pt x="859" y="542"/>
                  </a:lnTo>
                  <a:lnTo>
                    <a:pt x="855" y="528"/>
                  </a:lnTo>
                  <a:lnTo>
                    <a:pt x="857" y="502"/>
                  </a:lnTo>
                  <a:lnTo>
                    <a:pt x="849" y="492"/>
                  </a:lnTo>
                  <a:lnTo>
                    <a:pt x="849" y="478"/>
                  </a:lnTo>
                  <a:lnTo>
                    <a:pt x="847" y="452"/>
                  </a:lnTo>
                  <a:lnTo>
                    <a:pt x="849" y="442"/>
                  </a:lnTo>
                  <a:lnTo>
                    <a:pt x="849" y="430"/>
                  </a:lnTo>
                  <a:lnTo>
                    <a:pt x="841" y="416"/>
                  </a:lnTo>
                  <a:lnTo>
                    <a:pt x="839" y="395"/>
                  </a:lnTo>
                  <a:lnTo>
                    <a:pt x="839" y="373"/>
                  </a:lnTo>
                  <a:lnTo>
                    <a:pt x="847" y="361"/>
                  </a:lnTo>
                  <a:lnTo>
                    <a:pt x="847" y="355"/>
                  </a:lnTo>
                  <a:lnTo>
                    <a:pt x="831" y="357"/>
                  </a:lnTo>
                  <a:lnTo>
                    <a:pt x="809" y="355"/>
                  </a:lnTo>
                  <a:lnTo>
                    <a:pt x="805" y="341"/>
                  </a:lnTo>
                  <a:lnTo>
                    <a:pt x="772" y="323"/>
                  </a:lnTo>
                  <a:lnTo>
                    <a:pt x="758" y="301"/>
                  </a:lnTo>
                  <a:lnTo>
                    <a:pt x="738" y="283"/>
                  </a:lnTo>
                  <a:lnTo>
                    <a:pt x="742" y="277"/>
                  </a:lnTo>
                  <a:lnTo>
                    <a:pt x="740" y="269"/>
                  </a:lnTo>
                  <a:lnTo>
                    <a:pt x="716" y="251"/>
                  </a:lnTo>
                  <a:lnTo>
                    <a:pt x="714" y="239"/>
                  </a:lnTo>
                  <a:lnTo>
                    <a:pt x="704" y="235"/>
                  </a:lnTo>
                  <a:lnTo>
                    <a:pt x="694" y="217"/>
                  </a:lnTo>
                  <a:lnTo>
                    <a:pt x="664" y="195"/>
                  </a:lnTo>
                  <a:lnTo>
                    <a:pt x="660" y="181"/>
                  </a:lnTo>
                  <a:lnTo>
                    <a:pt x="642" y="181"/>
                  </a:lnTo>
                  <a:lnTo>
                    <a:pt x="618" y="157"/>
                  </a:lnTo>
                  <a:lnTo>
                    <a:pt x="612" y="126"/>
                  </a:lnTo>
                  <a:lnTo>
                    <a:pt x="606" y="110"/>
                  </a:lnTo>
                  <a:lnTo>
                    <a:pt x="589" y="96"/>
                  </a:lnTo>
                  <a:lnTo>
                    <a:pt x="573" y="96"/>
                  </a:lnTo>
                  <a:lnTo>
                    <a:pt x="573" y="96"/>
                  </a:lnTo>
                  <a:lnTo>
                    <a:pt x="561" y="86"/>
                  </a:lnTo>
                  <a:lnTo>
                    <a:pt x="561" y="86"/>
                  </a:lnTo>
                  <a:lnTo>
                    <a:pt x="519" y="86"/>
                  </a:lnTo>
                  <a:lnTo>
                    <a:pt x="519" y="86"/>
                  </a:lnTo>
                  <a:lnTo>
                    <a:pt x="511" y="78"/>
                  </a:lnTo>
                  <a:lnTo>
                    <a:pt x="503" y="78"/>
                  </a:lnTo>
                  <a:lnTo>
                    <a:pt x="479" y="82"/>
                  </a:lnTo>
                  <a:lnTo>
                    <a:pt x="463" y="82"/>
                  </a:lnTo>
                  <a:lnTo>
                    <a:pt x="413" y="52"/>
                  </a:lnTo>
                  <a:lnTo>
                    <a:pt x="413" y="46"/>
                  </a:lnTo>
                  <a:lnTo>
                    <a:pt x="427" y="42"/>
                  </a:lnTo>
                  <a:lnTo>
                    <a:pt x="427" y="34"/>
                  </a:lnTo>
                  <a:lnTo>
                    <a:pt x="427" y="34"/>
                  </a:lnTo>
                  <a:lnTo>
                    <a:pt x="417" y="24"/>
                  </a:lnTo>
                  <a:lnTo>
                    <a:pt x="417" y="24"/>
                  </a:lnTo>
                  <a:lnTo>
                    <a:pt x="403" y="12"/>
                  </a:lnTo>
                  <a:lnTo>
                    <a:pt x="403" y="12"/>
                  </a:lnTo>
                  <a:lnTo>
                    <a:pt x="390" y="16"/>
                  </a:lnTo>
                  <a:lnTo>
                    <a:pt x="380" y="8"/>
                  </a:lnTo>
                  <a:lnTo>
                    <a:pt x="372" y="2"/>
                  </a:lnTo>
                  <a:lnTo>
                    <a:pt x="364" y="2"/>
                  </a:lnTo>
                  <a:lnTo>
                    <a:pt x="358" y="12"/>
                  </a:lnTo>
                  <a:lnTo>
                    <a:pt x="344" y="20"/>
                  </a:lnTo>
                  <a:lnTo>
                    <a:pt x="334" y="22"/>
                  </a:lnTo>
                  <a:lnTo>
                    <a:pt x="326" y="34"/>
                  </a:lnTo>
                  <a:lnTo>
                    <a:pt x="302" y="34"/>
                  </a:lnTo>
                  <a:lnTo>
                    <a:pt x="286" y="38"/>
                  </a:lnTo>
                  <a:lnTo>
                    <a:pt x="266" y="38"/>
                  </a:lnTo>
                  <a:lnTo>
                    <a:pt x="262" y="40"/>
                  </a:lnTo>
                  <a:lnTo>
                    <a:pt x="250" y="34"/>
                  </a:lnTo>
                  <a:lnTo>
                    <a:pt x="242" y="34"/>
                  </a:lnTo>
                  <a:lnTo>
                    <a:pt x="234" y="42"/>
                  </a:lnTo>
                  <a:lnTo>
                    <a:pt x="222" y="42"/>
                  </a:lnTo>
                  <a:lnTo>
                    <a:pt x="208" y="42"/>
                  </a:lnTo>
                  <a:lnTo>
                    <a:pt x="205" y="50"/>
                  </a:lnTo>
                  <a:lnTo>
                    <a:pt x="183" y="44"/>
                  </a:lnTo>
                  <a:lnTo>
                    <a:pt x="173" y="38"/>
                  </a:lnTo>
                  <a:lnTo>
                    <a:pt x="161" y="24"/>
                  </a:lnTo>
                  <a:lnTo>
                    <a:pt x="161" y="24"/>
                  </a:lnTo>
                  <a:lnTo>
                    <a:pt x="159" y="22"/>
                  </a:lnTo>
                  <a:lnTo>
                    <a:pt x="157" y="18"/>
                  </a:lnTo>
                  <a:lnTo>
                    <a:pt x="157" y="18"/>
                  </a:lnTo>
                  <a:lnTo>
                    <a:pt x="137" y="8"/>
                  </a:lnTo>
                  <a:lnTo>
                    <a:pt x="125" y="6"/>
                  </a:lnTo>
                  <a:lnTo>
                    <a:pt x="119" y="4"/>
                  </a:lnTo>
                  <a:lnTo>
                    <a:pt x="95" y="0"/>
                  </a:lnTo>
                  <a:lnTo>
                    <a:pt x="83" y="8"/>
                  </a:lnTo>
                  <a:lnTo>
                    <a:pt x="49" y="4"/>
                  </a:lnTo>
                  <a:lnTo>
                    <a:pt x="55" y="22"/>
                  </a:lnTo>
                  <a:lnTo>
                    <a:pt x="37" y="50"/>
                  </a:lnTo>
                  <a:lnTo>
                    <a:pt x="6" y="104"/>
                  </a:lnTo>
                  <a:lnTo>
                    <a:pt x="14" y="145"/>
                  </a:lnTo>
                  <a:lnTo>
                    <a:pt x="8" y="183"/>
                  </a:lnTo>
                  <a:lnTo>
                    <a:pt x="0" y="207"/>
                  </a:lnTo>
                  <a:lnTo>
                    <a:pt x="0" y="207"/>
                  </a:lnTo>
                  <a:lnTo>
                    <a:pt x="15" y="227"/>
                  </a:lnTo>
                  <a:lnTo>
                    <a:pt x="27" y="239"/>
                  </a:lnTo>
                  <a:lnTo>
                    <a:pt x="35" y="247"/>
                  </a:lnTo>
                  <a:lnTo>
                    <a:pt x="35" y="247"/>
                  </a:lnTo>
                  <a:lnTo>
                    <a:pt x="85" y="263"/>
                  </a:lnTo>
                  <a:lnTo>
                    <a:pt x="131" y="281"/>
                  </a:lnTo>
                  <a:lnTo>
                    <a:pt x="195" y="309"/>
                  </a:lnTo>
                  <a:lnTo>
                    <a:pt x="216" y="343"/>
                  </a:lnTo>
                  <a:lnTo>
                    <a:pt x="266" y="442"/>
                  </a:lnTo>
                  <a:lnTo>
                    <a:pt x="292" y="470"/>
                  </a:lnTo>
                  <a:lnTo>
                    <a:pt x="322" y="508"/>
                  </a:lnTo>
                  <a:lnTo>
                    <a:pt x="338" y="558"/>
                  </a:lnTo>
                  <a:lnTo>
                    <a:pt x="386" y="691"/>
                  </a:lnTo>
                  <a:lnTo>
                    <a:pt x="398" y="747"/>
                  </a:lnTo>
                  <a:lnTo>
                    <a:pt x="419" y="771"/>
                  </a:lnTo>
                  <a:lnTo>
                    <a:pt x="481" y="771"/>
                  </a:lnTo>
                  <a:lnTo>
                    <a:pt x="569" y="771"/>
                  </a:lnTo>
                  <a:lnTo>
                    <a:pt x="569" y="771"/>
                  </a:lnTo>
                  <a:lnTo>
                    <a:pt x="581" y="783"/>
                  </a:lnTo>
                  <a:lnTo>
                    <a:pt x="592" y="795"/>
                  </a:lnTo>
                  <a:lnTo>
                    <a:pt x="592" y="795"/>
                  </a:lnTo>
                  <a:lnTo>
                    <a:pt x="598" y="813"/>
                  </a:lnTo>
                  <a:lnTo>
                    <a:pt x="602" y="823"/>
                  </a:lnTo>
                  <a:lnTo>
                    <a:pt x="604" y="827"/>
                  </a:lnTo>
                  <a:lnTo>
                    <a:pt x="606" y="829"/>
                  </a:lnTo>
                  <a:lnTo>
                    <a:pt x="606" y="829"/>
                  </a:lnTo>
                  <a:lnTo>
                    <a:pt x="646" y="831"/>
                  </a:lnTo>
                  <a:lnTo>
                    <a:pt x="674" y="819"/>
                  </a:lnTo>
                  <a:lnTo>
                    <a:pt x="710" y="825"/>
                  </a:lnTo>
                  <a:lnTo>
                    <a:pt x="764" y="853"/>
                  </a:lnTo>
                  <a:lnTo>
                    <a:pt x="766" y="855"/>
                  </a:lnTo>
                  <a:lnTo>
                    <a:pt x="791" y="817"/>
                  </a:lnTo>
                  <a:lnTo>
                    <a:pt x="785" y="803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55" name="Freeform 77">
              <a:extLst>
                <a:ext uri="{FF2B5EF4-FFF2-40B4-BE49-F238E27FC236}">
                  <a16:creationId xmlns:a16="http://schemas.microsoft.com/office/drawing/2014/main" id="{382603A8-3111-7CA4-9C6F-CF7357901D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1238" y="7948613"/>
              <a:ext cx="1276350" cy="2224088"/>
            </a:xfrm>
            <a:custGeom>
              <a:avLst/>
              <a:gdLst>
                <a:gd name="T0" fmla="*/ 555 w 804"/>
                <a:gd name="T1" fmla="*/ 1084 h 1401"/>
                <a:gd name="T2" fmla="*/ 551 w 804"/>
                <a:gd name="T3" fmla="*/ 1046 h 1401"/>
                <a:gd name="T4" fmla="*/ 581 w 804"/>
                <a:gd name="T5" fmla="*/ 1040 h 1401"/>
                <a:gd name="T6" fmla="*/ 597 w 804"/>
                <a:gd name="T7" fmla="*/ 1034 h 1401"/>
                <a:gd name="T8" fmla="*/ 639 w 804"/>
                <a:gd name="T9" fmla="*/ 1030 h 1401"/>
                <a:gd name="T10" fmla="*/ 679 w 804"/>
                <a:gd name="T11" fmla="*/ 1026 h 1401"/>
                <a:gd name="T12" fmla="*/ 714 w 804"/>
                <a:gd name="T13" fmla="*/ 1020 h 1401"/>
                <a:gd name="T14" fmla="*/ 744 w 804"/>
                <a:gd name="T15" fmla="*/ 990 h 1401"/>
                <a:gd name="T16" fmla="*/ 770 w 804"/>
                <a:gd name="T17" fmla="*/ 968 h 1401"/>
                <a:gd name="T18" fmla="*/ 798 w 804"/>
                <a:gd name="T19" fmla="*/ 960 h 1401"/>
                <a:gd name="T20" fmla="*/ 790 w 804"/>
                <a:gd name="T21" fmla="*/ 939 h 1401"/>
                <a:gd name="T22" fmla="*/ 768 w 804"/>
                <a:gd name="T23" fmla="*/ 927 h 1401"/>
                <a:gd name="T24" fmla="*/ 748 w 804"/>
                <a:gd name="T25" fmla="*/ 889 h 1401"/>
                <a:gd name="T26" fmla="*/ 784 w 804"/>
                <a:gd name="T27" fmla="*/ 799 h 1401"/>
                <a:gd name="T28" fmla="*/ 685 w 804"/>
                <a:gd name="T29" fmla="*/ 797 h 1401"/>
                <a:gd name="T30" fmla="*/ 583 w 804"/>
                <a:gd name="T31" fmla="*/ 741 h 1401"/>
                <a:gd name="T32" fmla="*/ 547 w 804"/>
                <a:gd name="T33" fmla="*/ 725 h 1401"/>
                <a:gd name="T34" fmla="*/ 500 w 804"/>
                <a:gd name="T35" fmla="*/ 672 h 1401"/>
                <a:gd name="T36" fmla="*/ 504 w 804"/>
                <a:gd name="T37" fmla="*/ 640 h 1401"/>
                <a:gd name="T38" fmla="*/ 446 w 804"/>
                <a:gd name="T39" fmla="*/ 648 h 1401"/>
                <a:gd name="T40" fmla="*/ 422 w 804"/>
                <a:gd name="T41" fmla="*/ 626 h 1401"/>
                <a:gd name="T42" fmla="*/ 382 w 804"/>
                <a:gd name="T43" fmla="*/ 524 h 1401"/>
                <a:gd name="T44" fmla="*/ 309 w 804"/>
                <a:gd name="T45" fmla="*/ 403 h 1401"/>
                <a:gd name="T46" fmla="*/ 263 w 804"/>
                <a:gd name="T47" fmla="*/ 327 h 1401"/>
                <a:gd name="T48" fmla="*/ 233 w 804"/>
                <a:gd name="T49" fmla="*/ 159 h 1401"/>
                <a:gd name="T50" fmla="*/ 187 w 804"/>
                <a:gd name="T51" fmla="*/ 76 h 1401"/>
                <a:gd name="T52" fmla="*/ 118 w 804"/>
                <a:gd name="T53" fmla="*/ 18 h 1401"/>
                <a:gd name="T54" fmla="*/ 78 w 804"/>
                <a:gd name="T55" fmla="*/ 136 h 1401"/>
                <a:gd name="T56" fmla="*/ 44 w 804"/>
                <a:gd name="T57" fmla="*/ 287 h 1401"/>
                <a:gd name="T58" fmla="*/ 36 w 804"/>
                <a:gd name="T59" fmla="*/ 424 h 1401"/>
                <a:gd name="T60" fmla="*/ 46 w 804"/>
                <a:gd name="T61" fmla="*/ 558 h 1401"/>
                <a:gd name="T62" fmla="*/ 56 w 804"/>
                <a:gd name="T63" fmla="*/ 596 h 1401"/>
                <a:gd name="T64" fmla="*/ 38 w 804"/>
                <a:gd name="T65" fmla="*/ 676 h 1401"/>
                <a:gd name="T66" fmla="*/ 76 w 804"/>
                <a:gd name="T67" fmla="*/ 865 h 1401"/>
                <a:gd name="T68" fmla="*/ 90 w 804"/>
                <a:gd name="T69" fmla="*/ 978 h 1401"/>
                <a:gd name="T70" fmla="*/ 72 w 804"/>
                <a:gd name="T71" fmla="*/ 1056 h 1401"/>
                <a:gd name="T72" fmla="*/ 82 w 804"/>
                <a:gd name="T73" fmla="*/ 1128 h 1401"/>
                <a:gd name="T74" fmla="*/ 86 w 804"/>
                <a:gd name="T75" fmla="*/ 1215 h 1401"/>
                <a:gd name="T76" fmla="*/ 139 w 804"/>
                <a:gd name="T77" fmla="*/ 1377 h 1401"/>
                <a:gd name="T78" fmla="*/ 277 w 804"/>
                <a:gd name="T79" fmla="*/ 1383 h 1401"/>
                <a:gd name="T80" fmla="*/ 273 w 804"/>
                <a:gd name="T81" fmla="*/ 1335 h 1401"/>
                <a:gd name="T82" fmla="*/ 287 w 804"/>
                <a:gd name="T83" fmla="*/ 1291 h 1401"/>
                <a:gd name="T84" fmla="*/ 283 w 804"/>
                <a:gd name="T85" fmla="*/ 1231 h 1401"/>
                <a:gd name="T86" fmla="*/ 291 w 804"/>
                <a:gd name="T87" fmla="*/ 1184 h 1401"/>
                <a:gd name="T88" fmla="*/ 321 w 804"/>
                <a:gd name="T89" fmla="*/ 1146 h 1401"/>
                <a:gd name="T90" fmla="*/ 287 w 804"/>
                <a:gd name="T91" fmla="*/ 1072 h 1401"/>
                <a:gd name="T92" fmla="*/ 325 w 804"/>
                <a:gd name="T93" fmla="*/ 1052 h 1401"/>
                <a:gd name="T94" fmla="*/ 338 w 804"/>
                <a:gd name="T95" fmla="*/ 1040 h 1401"/>
                <a:gd name="T96" fmla="*/ 372 w 804"/>
                <a:gd name="T97" fmla="*/ 1014 h 1401"/>
                <a:gd name="T98" fmla="*/ 406 w 804"/>
                <a:gd name="T99" fmla="*/ 1004 h 1401"/>
                <a:gd name="T100" fmla="*/ 452 w 804"/>
                <a:gd name="T101" fmla="*/ 986 h 1401"/>
                <a:gd name="T102" fmla="*/ 478 w 804"/>
                <a:gd name="T103" fmla="*/ 996 h 1401"/>
                <a:gd name="T104" fmla="*/ 468 w 804"/>
                <a:gd name="T105" fmla="*/ 1038 h 1401"/>
                <a:gd name="T106" fmla="*/ 518 w 804"/>
                <a:gd name="T107" fmla="*/ 1096 h 1401"/>
                <a:gd name="T108" fmla="*/ 555 w 804"/>
                <a:gd name="T109" fmla="*/ 1106 h 1401"/>
                <a:gd name="T110" fmla="*/ 555 w 804"/>
                <a:gd name="T111" fmla="*/ 1088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04" h="1401">
                  <a:moveTo>
                    <a:pt x="555" y="1088"/>
                  </a:moveTo>
                  <a:lnTo>
                    <a:pt x="555" y="1088"/>
                  </a:lnTo>
                  <a:lnTo>
                    <a:pt x="555" y="1084"/>
                  </a:lnTo>
                  <a:lnTo>
                    <a:pt x="555" y="1084"/>
                  </a:lnTo>
                  <a:lnTo>
                    <a:pt x="555" y="1072"/>
                  </a:lnTo>
                  <a:lnTo>
                    <a:pt x="557" y="1058"/>
                  </a:lnTo>
                  <a:lnTo>
                    <a:pt x="557" y="1058"/>
                  </a:lnTo>
                  <a:lnTo>
                    <a:pt x="551" y="1046"/>
                  </a:lnTo>
                  <a:lnTo>
                    <a:pt x="551" y="1046"/>
                  </a:lnTo>
                  <a:lnTo>
                    <a:pt x="555" y="1042"/>
                  </a:lnTo>
                  <a:lnTo>
                    <a:pt x="575" y="1036"/>
                  </a:lnTo>
                  <a:lnTo>
                    <a:pt x="581" y="1040"/>
                  </a:lnTo>
                  <a:lnTo>
                    <a:pt x="591" y="1036"/>
                  </a:lnTo>
                  <a:lnTo>
                    <a:pt x="591" y="1036"/>
                  </a:lnTo>
                  <a:lnTo>
                    <a:pt x="597" y="1034"/>
                  </a:lnTo>
                  <a:lnTo>
                    <a:pt x="597" y="1034"/>
                  </a:lnTo>
                  <a:lnTo>
                    <a:pt x="607" y="1034"/>
                  </a:lnTo>
                  <a:lnTo>
                    <a:pt x="617" y="1030"/>
                  </a:lnTo>
                  <a:lnTo>
                    <a:pt x="629" y="1026"/>
                  </a:lnTo>
                  <a:lnTo>
                    <a:pt x="639" y="1030"/>
                  </a:lnTo>
                  <a:lnTo>
                    <a:pt x="655" y="1024"/>
                  </a:lnTo>
                  <a:lnTo>
                    <a:pt x="661" y="1028"/>
                  </a:lnTo>
                  <a:lnTo>
                    <a:pt x="669" y="1028"/>
                  </a:lnTo>
                  <a:lnTo>
                    <a:pt x="679" y="1026"/>
                  </a:lnTo>
                  <a:lnTo>
                    <a:pt x="697" y="1028"/>
                  </a:lnTo>
                  <a:lnTo>
                    <a:pt x="697" y="1028"/>
                  </a:lnTo>
                  <a:lnTo>
                    <a:pt x="714" y="1020"/>
                  </a:lnTo>
                  <a:lnTo>
                    <a:pt x="714" y="1020"/>
                  </a:lnTo>
                  <a:lnTo>
                    <a:pt x="714" y="1008"/>
                  </a:lnTo>
                  <a:lnTo>
                    <a:pt x="724" y="1004"/>
                  </a:lnTo>
                  <a:lnTo>
                    <a:pt x="730" y="994"/>
                  </a:lnTo>
                  <a:lnTo>
                    <a:pt x="744" y="990"/>
                  </a:lnTo>
                  <a:lnTo>
                    <a:pt x="752" y="976"/>
                  </a:lnTo>
                  <a:lnTo>
                    <a:pt x="766" y="972"/>
                  </a:lnTo>
                  <a:lnTo>
                    <a:pt x="766" y="972"/>
                  </a:lnTo>
                  <a:lnTo>
                    <a:pt x="770" y="968"/>
                  </a:lnTo>
                  <a:lnTo>
                    <a:pt x="770" y="968"/>
                  </a:lnTo>
                  <a:lnTo>
                    <a:pt x="778" y="968"/>
                  </a:lnTo>
                  <a:lnTo>
                    <a:pt x="788" y="968"/>
                  </a:lnTo>
                  <a:lnTo>
                    <a:pt x="798" y="960"/>
                  </a:lnTo>
                  <a:lnTo>
                    <a:pt x="804" y="954"/>
                  </a:lnTo>
                  <a:lnTo>
                    <a:pt x="796" y="942"/>
                  </a:lnTo>
                  <a:lnTo>
                    <a:pt x="790" y="939"/>
                  </a:lnTo>
                  <a:lnTo>
                    <a:pt x="790" y="939"/>
                  </a:lnTo>
                  <a:lnTo>
                    <a:pt x="786" y="931"/>
                  </a:lnTo>
                  <a:lnTo>
                    <a:pt x="786" y="931"/>
                  </a:lnTo>
                  <a:lnTo>
                    <a:pt x="772" y="931"/>
                  </a:lnTo>
                  <a:lnTo>
                    <a:pt x="768" y="927"/>
                  </a:lnTo>
                  <a:lnTo>
                    <a:pt x="768" y="919"/>
                  </a:lnTo>
                  <a:lnTo>
                    <a:pt x="758" y="913"/>
                  </a:lnTo>
                  <a:lnTo>
                    <a:pt x="758" y="905"/>
                  </a:lnTo>
                  <a:lnTo>
                    <a:pt x="748" y="889"/>
                  </a:lnTo>
                  <a:lnTo>
                    <a:pt x="764" y="857"/>
                  </a:lnTo>
                  <a:lnTo>
                    <a:pt x="778" y="833"/>
                  </a:lnTo>
                  <a:lnTo>
                    <a:pt x="778" y="821"/>
                  </a:lnTo>
                  <a:lnTo>
                    <a:pt x="784" y="799"/>
                  </a:lnTo>
                  <a:lnTo>
                    <a:pt x="786" y="791"/>
                  </a:lnTo>
                  <a:lnTo>
                    <a:pt x="786" y="791"/>
                  </a:lnTo>
                  <a:lnTo>
                    <a:pt x="762" y="799"/>
                  </a:lnTo>
                  <a:lnTo>
                    <a:pt x="685" y="797"/>
                  </a:lnTo>
                  <a:lnTo>
                    <a:pt x="635" y="783"/>
                  </a:lnTo>
                  <a:lnTo>
                    <a:pt x="585" y="749"/>
                  </a:lnTo>
                  <a:lnTo>
                    <a:pt x="585" y="749"/>
                  </a:lnTo>
                  <a:lnTo>
                    <a:pt x="583" y="741"/>
                  </a:lnTo>
                  <a:lnTo>
                    <a:pt x="579" y="731"/>
                  </a:lnTo>
                  <a:lnTo>
                    <a:pt x="579" y="731"/>
                  </a:lnTo>
                  <a:lnTo>
                    <a:pt x="563" y="729"/>
                  </a:lnTo>
                  <a:lnTo>
                    <a:pt x="547" y="725"/>
                  </a:lnTo>
                  <a:lnTo>
                    <a:pt x="529" y="713"/>
                  </a:lnTo>
                  <a:lnTo>
                    <a:pt x="500" y="689"/>
                  </a:lnTo>
                  <a:lnTo>
                    <a:pt x="500" y="689"/>
                  </a:lnTo>
                  <a:lnTo>
                    <a:pt x="500" y="672"/>
                  </a:lnTo>
                  <a:lnTo>
                    <a:pt x="500" y="672"/>
                  </a:lnTo>
                  <a:lnTo>
                    <a:pt x="502" y="664"/>
                  </a:lnTo>
                  <a:lnTo>
                    <a:pt x="504" y="658"/>
                  </a:lnTo>
                  <a:lnTo>
                    <a:pt x="504" y="640"/>
                  </a:lnTo>
                  <a:lnTo>
                    <a:pt x="486" y="632"/>
                  </a:lnTo>
                  <a:lnTo>
                    <a:pt x="458" y="644"/>
                  </a:lnTo>
                  <a:lnTo>
                    <a:pt x="458" y="644"/>
                  </a:lnTo>
                  <a:lnTo>
                    <a:pt x="446" y="648"/>
                  </a:lnTo>
                  <a:lnTo>
                    <a:pt x="438" y="650"/>
                  </a:lnTo>
                  <a:lnTo>
                    <a:pt x="434" y="650"/>
                  </a:lnTo>
                  <a:lnTo>
                    <a:pt x="434" y="650"/>
                  </a:lnTo>
                  <a:lnTo>
                    <a:pt x="422" y="626"/>
                  </a:lnTo>
                  <a:lnTo>
                    <a:pt x="414" y="606"/>
                  </a:lnTo>
                  <a:lnTo>
                    <a:pt x="414" y="564"/>
                  </a:lnTo>
                  <a:lnTo>
                    <a:pt x="410" y="548"/>
                  </a:lnTo>
                  <a:lnTo>
                    <a:pt x="382" y="524"/>
                  </a:lnTo>
                  <a:lnTo>
                    <a:pt x="350" y="512"/>
                  </a:lnTo>
                  <a:lnTo>
                    <a:pt x="346" y="490"/>
                  </a:lnTo>
                  <a:lnTo>
                    <a:pt x="332" y="456"/>
                  </a:lnTo>
                  <a:lnTo>
                    <a:pt x="309" y="403"/>
                  </a:lnTo>
                  <a:lnTo>
                    <a:pt x="289" y="365"/>
                  </a:lnTo>
                  <a:lnTo>
                    <a:pt x="289" y="365"/>
                  </a:lnTo>
                  <a:lnTo>
                    <a:pt x="263" y="327"/>
                  </a:lnTo>
                  <a:lnTo>
                    <a:pt x="263" y="327"/>
                  </a:lnTo>
                  <a:lnTo>
                    <a:pt x="259" y="295"/>
                  </a:lnTo>
                  <a:lnTo>
                    <a:pt x="257" y="191"/>
                  </a:lnTo>
                  <a:lnTo>
                    <a:pt x="251" y="167"/>
                  </a:lnTo>
                  <a:lnTo>
                    <a:pt x="233" y="159"/>
                  </a:lnTo>
                  <a:lnTo>
                    <a:pt x="215" y="150"/>
                  </a:lnTo>
                  <a:lnTo>
                    <a:pt x="207" y="120"/>
                  </a:lnTo>
                  <a:lnTo>
                    <a:pt x="187" y="96"/>
                  </a:lnTo>
                  <a:lnTo>
                    <a:pt x="187" y="76"/>
                  </a:lnTo>
                  <a:lnTo>
                    <a:pt x="173" y="50"/>
                  </a:lnTo>
                  <a:lnTo>
                    <a:pt x="167" y="36"/>
                  </a:lnTo>
                  <a:lnTo>
                    <a:pt x="161" y="0"/>
                  </a:lnTo>
                  <a:lnTo>
                    <a:pt x="118" y="18"/>
                  </a:lnTo>
                  <a:lnTo>
                    <a:pt x="106" y="38"/>
                  </a:lnTo>
                  <a:lnTo>
                    <a:pt x="110" y="78"/>
                  </a:lnTo>
                  <a:lnTo>
                    <a:pt x="94" y="106"/>
                  </a:lnTo>
                  <a:lnTo>
                    <a:pt x="78" y="136"/>
                  </a:lnTo>
                  <a:lnTo>
                    <a:pt x="80" y="163"/>
                  </a:lnTo>
                  <a:lnTo>
                    <a:pt x="80" y="197"/>
                  </a:lnTo>
                  <a:lnTo>
                    <a:pt x="74" y="221"/>
                  </a:lnTo>
                  <a:lnTo>
                    <a:pt x="44" y="287"/>
                  </a:lnTo>
                  <a:lnTo>
                    <a:pt x="8" y="335"/>
                  </a:lnTo>
                  <a:lnTo>
                    <a:pt x="0" y="363"/>
                  </a:lnTo>
                  <a:lnTo>
                    <a:pt x="4" y="391"/>
                  </a:lnTo>
                  <a:lnTo>
                    <a:pt x="36" y="424"/>
                  </a:lnTo>
                  <a:lnTo>
                    <a:pt x="36" y="458"/>
                  </a:lnTo>
                  <a:lnTo>
                    <a:pt x="34" y="520"/>
                  </a:lnTo>
                  <a:lnTo>
                    <a:pt x="34" y="520"/>
                  </a:lnTo>
                  <a:lnTo>
                    <a:pt x="46" y="558"/>
                  </a:lnTo>
                  <a:lnTo>
                    <a:pt x="46" y="558"/>
                  </a:lnTo>
                  <a:lnTo>
                    <a:pt x="50" y="576"/>
                  </a:lnTo>
                  <a:lnTo>
                    <a:pt x="56" y="596"/>
                  </a:lnTo>
                  <a:lnTo>
                    <a:pt x="56" y="596"/>
                  </a:lnTo>
                  <a:lnTo>
                    <a:pt x="58" y="606"/>
                  </a:lnTo>
                  <a:lnTo>
                    <a:pt x="60" y="620"/>
                  </a:lnTo>
                  <a:lnTo>
                    <a:pt x="60" y="638"/>
                  </a:lnTo>
                  <a:lnTo>
                    <a:pt x="38" y="676"/>
                  </a:lnTo>
                  <a:lnTo>
                    <a:pt x="38" y="729"/>
                  </a:lnTo>
                  <a:lnTo>
                    <a:pt x="56" y="769"/>
                  </a:lnTo>
                  <a:lnTo>
                    <a:pt x="58" y="825"/>
                  </a:lnTo>
                  <a:lnTo>
                    <a:pt x="76" y="865"/>
                  </a:lnTo>
                  <a:lnTo>
                    <a:pt x="92" y="903"/>
                  </a:lnTo>
                  <a:lnTo>
                    <a:pt x="86" y="966"/>
                  </a:lnTo>
                  <a:lnTo>
                    <a:pt x="86" y="966"/>
                  </a:lnTo>
                  <a:lnTo>
                    <a:pt x="90" y="978"/>
                  </a:lnTo>
                  <a:lnTo>
                    <a:pt x="94" y="994"/>
                  </a:lnTo>
                  <a:lnTo>
                    <a:pt x="94" y="994"/>
                  </a:lnTo>
                  <a:lnTo>
                    <a:pt x="96" y="1026"/>
                  </a:lnTo>
                  <a:lnTo>
                    <a:pt x="72" y="1056"/>
                  </a:lnTo>
                  <a:lnTo>
                    <a:pt x="70" y="1100"/>
                  </a:lnTo>
                  <a:lnTo>
                    <a:pt x="70" y="1100"/>
                  </a:lnTo>
                  <a:lnTo>
                    <a:pt x="76" y="1112"/>
                  </a:lnTo>
                  <a:lnTo>
                    <a:pt x="82" y="1128"/>
                  </a:lnTo>
                  <a:lnTo>
                    <a:pt x="82" y="1128"/>
                  </a:lnTo>
                  <a:lnTo>
                    <a:pt x="82" y="1150"/>
                  </a:lnTo>
                  <a:lnTo>
                    <a:pt x="82" y="1168"/>
                  </a:lnTo>
                  <a:lnTo>
                    <a:pt x="86" y="1215"/>
                  </a:lnTo>
                  <a:lnTo>
                    <a:pt x="98" y="1283"/>
                  </a:lnTo>
                  <a:lnTo>
                    <a:pt x="96" y="1325"/>
                  </a:lnTo>
                  <a:lnTo>
                    <a:pt x="102" y="1359"/>
                  </a:lnTo>
                  <a:lnTo>
                    <a:pt x="139" y="1377"/>
                  </a:lnTo>
                  <a:lnTo>
                    <a:pt x="179" y="1395"/>
                  </a:lnTo>
                  <a:lnTo>
                    <a:pt x="229" y="1401"/>
                  </a:lnTo>
                  <a:lnTo>
                    <a:pt x="271" y="1401"/>
                  </a:lnTo>
                  <a:lnTo>
                    <a:pt x="277" y="1383"/>
                  </a:lnTo>
                  <a:lnTo>
                    <a:pt x="271" y="1375"/>
                  </a:lnTo>
                  <a:lnTo>
                    <a:pt x="273" y="1365"/>
                  </a:lnTo>
                  <a:lnTo>
                    <a:pt x="273" y="1347"/>
                  </a:lnTo>
                  <a:lnTo>
                    <a:pt x="273" y="1335"/>
                  </a:lnTo>
                  <a:lnTo>
                    <a:pt x="277" y="1325"/>
                  </a:lnTo>
                  <a:lnTo>
                    <a:pt x="281" y="1309"/>
                  </a:lnTo>
                  <a:lnTo>
                    <a:pt x="281" y="1301"/>
                  </a:lnTo>
                  <a:lnTo>
                    <a:pt x="287" y="1291"/>
                  </a:lnTo>
                  <a:lnTo>
                    <a:pt x="279" y="1283"/>
                  </a:lnTo>
                  <a:lnTo>
                    <a:pt x="289" y="1263"/>
                  </a:lnTo>
                  <a:lnTo>
                    <a:pt x="289" y="1245"/>
                  </a:lnTo>
                  <a:lnTo>
                    <a:pt x="283" y="1231"/>
                  </a:lnTo>
                  <a:lnTo>
                    <a:pt x="295" y="1213"/>
                  </a:lnTo>
                  <a:lnTo>
                    <a:pt x="295" y="1204"/>
                  </a:lnTo>
                  <a:lnTo>
                    <a:pt x="289" y="1196"/>
                  </a:lnTo>
                  <a:lnTo>
                    <a:pt x="291" y="1184"/>
                  </a:lnTo>
                  <a:lnTo>
                    <a:pt x="311" y="1166"/>
                  </a:lnTo>
                  <a:lnTo>
                    <a:pt x="317" y="1158"/>
                  </a:lnTo>
                  <a:lnTo>
                    <a:pt x="319" y="1152"/>
                  </a:lnTo>
                  <a:lnTo>
                    <a:pt x="321" y="1146"/>
                  </a:lnTo>
                  <a:lnTo>
                    <a:pt x="327" y="1134"/>
                  </a:lnTo>
                  <a:lnTo>
                    <a:pt x="301" y="1102"/>
                  </a:lnTo>
                  <a:lnTo>
                    <a:pt x="285" y="1084"/>
                  </a:lnTo>
                  <a:lnTo>
                    <a:pt x="287" y="1072"/>
                  </a:lnTo>
                  <a:lnTo>
                    <a:pt x="307" y="1066"/>
                  </a:lnTo>
                  <a:lnTo>
                    <a:pt x="315" y="1062"/>
                  </a:lnTo>
                  <a:lnTo>
                    <a:pt x="325" y="1052"/>
                  </a:lnTo>
                  <a:lnTo>
                    <a:pt x="325" y="1052"/>
                  </a:lnTo>
                  <a:lnTo>
                    <a:pt x="334" y="1048"/>
                  </a:lnTo>
                  <a:lnTo>
                    <a:pt x="334" y="1048"/>
                  </a:lnTo>
                  <a:lnTo>
                    <a:pt x="336" y="1044"/>
                  </a:lnTo>
                  <a:lnTo>
                    <a:pt x="338" y="1040"/>
                  </a:lnTo>
                  <a:lnTo>
                    <a:pt x="346" y="1034"/>
                  </a:lnTo>
                  <a:lnTo>
                    <a:pt x="360" y="1028"/>
                  </a:lnTo>
                  <a:lnTo>
                    <a:pt x="362" y="1020"/>
                  </a:lnTo>
                  <a:lnTo>
                    <a:pt x="372" y="1014"/>
                  </a:lnTo>
                  <a:lnTo>
                    <a:pt x="392" y="1016"/>
                  </a:lnTo>
                  <a:lnTo>
                    <a:pt x="392" y="1016"/>
                  </a:lnTo>
                  <a:lnTo>
                    <a:pt x="406" y="1004"/>
                  </a:lnTo>
                  <a:lnTo>
                    <a:pt x="406" y="1004"/>
                  </a:lnTo>
                  <a:lnTo>
                    <a:pt x="420" y="996"/>
                  </a:lnTo>
                  <a:lnTo>
                    <a:pt x="420" y="996"/>
                  </a:lnTo>
                  <a:lnTo>
                    <a:pt x="430" y="986"/>
                  </a:lnTo>
                  <a:lnTo>
                    <a:pt x="452" y="986"/>
                  </a:lnTo>
                  <a:lnTo>
                    <a:pt x="468" y="978"/>
                  </a:lnTo>
                  <a:lnTo>
                    <a:pt x="478" y="978"/>
                  </a:lnTo>
                  <a:lnTo>
                    <a:pt x="478" y="978"/>
                  </a:lnTo>
                  <a:lnTo>
                    <a:pt x="478" y="996"/>
                  </a:lnTo>
                  <a:lnTo>
                    <a:pt x="478" y="996"/>
                  </a:lnTo>
                  <a:lnTo>
                    <a:pt x="478" y="1006"/>
                  </a:lnTo>
                  <a:lnTo>
                    <a:pt x="468" y="1028"/>
                  </a:lnTo>
                  <a:lnTo>
                    <a:pt x="468" y="1038"/>
                  </a:lnTo>
                  <a:lnTo>
                    <a:pt x="478" y="1060"/>
                  </a:lnTo>
                  <a:lnTo>
                    <a:pt x="488" y="1068"/>
                  </a:lnTo>
                  <a:lnTo>
                    <a:pt x="506" y="1078"/>
                  </a:lnTo>
                  <a:lnTo>
                    <a:pt x="518" y="1096"/>
                  </a:lnTo>
                  <a:lnTo>
                    <a:pt x="523" y="1100"/>
                  </a:lnTo>
                  <a:lnTo>
                    <a:pt x="539" y="1106"/>
                  </a:lnTo>
                  <a:lnTo>
                    <a:pt x="539" y="1106"/>
                  </a:lnTo>
                  <a:lnTo>
                    <a:pt x="555" y="1106"/>
                  </a:lnTo>
                  <a:lnTo>
                    <a:pt x="555" y="1106"/>
                  </a:lnTo>
                  <a:lnTo>
                    <a:pt x="553" y="1094"/>
                  </a:lnTo>
                  <a:lnTo>
                    <a:pt x="553" y="1094"/>
                  </a:lnTo>
                  <a:lnTo>
                    <a:pt x="555" y="1088"/>
                  </a:lnTo>
                  <a:lnTo>
                    <a:pt x="555" y="1088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56" name="Freeform 78">
              <a:extLst>
                <a:ext uri="{FF2B5EF4-FFF2-40B4-BE49-F238E27FC236}">
                  <a16:creationId xmlns:a16="http://schemas.microsoft.com/office/drawing/2014/main" id="{5388D731-3045-5F03-A5C4-801CF881B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5950" y="8977313"/>
              <a:ext cx="1279525" cy="1820863"/>
            </a:xfrm>
            <a:custGeom>
              <a:avLst/>
              <a:gdLst>
                <a:gd name="T0" fmla="*/ 788 w 806"/>
                <a:gd name="T1" fmla="*/ 47 h 1147"/>
                <a:gd name="T2" fmla="*/ 748 w 806"/>
                <a:gd name="T3" fmla="*/ 18 h 1147"/>
                <a:gd name="T4" fmla="*/ 667 w 806"/>
                <a:gd name="T5" fmla="*/ 12 h 1147"/>
                <a:gd name="T6" fmla="*/ 565 w 806"/>
                <a:gd name="T7" fmla="*/ 0 h 1147"/>
                <a:gd name="T8" fmla="*/ 484 w 806"/>
                <a:gd name="T9" fmla="*/ 26 h 1147"/>
                <a:gd name="T10" fmla="*/ 404 w 806"/>
                <a:gd name="T11" fmla="*/ 67 h 1147"/>
                <a:gd name="T12" fmla="*/ 325 w 806"/>
                <a:gd name="T13" fmla="*/ 33 h 1147"/>
                <a:gd name="T14" fmla="*/ 273 w 806"/>
                <a:gd name="T15" fmla="*/ 49 h 1147"/>
                <a:gd name="T16" fmla="*/ 241 w 806"/>
                <a:gd name="T17" fmla="*/ 115 h 1147"/>
                <a:gd name="T18" fmla="*/ 235 w 806"/>
                <a:gd name="T19" fmla="*/ 143 h 1147"/>
                <a:gd name="T20" fmla="*/ 227 w 806"/>
                <a:gd name="T21" fmla="*/ 185 h 1147"/>
                <a:gd name="T22" fmla="*/ 207 w 806"/>
                <a:gd name="T23" fmla="*/ 257 h 1147"/>
                <a:gd name="T24" fmla="*/ 217 w 806"/>
                <a:gd name="T25" fmla="*/ 279 h 1147"/>
                <a:gd name="T26" fmla="*/ 235 w 806"/>
                <a:gd name="T27" fmla="*/ 283 h 1147"/>
                <a:gd name="T28" fmla="*/ 245 w 806"/>
                <a:gd name="T29" fmla="*/ 294 h 1147"/>
                <a:gd name="T30" fmla="*/ 237 w 806"/>
                <a:gd name="T31" fmla="*/ 320 h 1147"/>
                <a:gd name="T32" fmla="*/ 219 w 806"/>
                <a:gd name="T33" fmla="*/ 320 h 1147"/>
                <a:gd name="T34" fmla="*/ 201 w 806"/>
                <a:gd name="T35" fmla="*/ 328 h 1147"/>
                <a:gd name="T36" fmla="*/ 173 w 806"/>
                <a:gd name="T37" fmla="*/ 356 h 1147"/>
                <a:gd name="T38" fmla="*/ 163 w 806"/>
                <a:gd name="T39" fmla="*/ 372 h 1147"/>
                <a:gd name="T40" fmla="*/ 128 w 806"/>
                <a:gd name="T41" fmla="*/ 378 h 1147"/>
                <a:gd name="T42" fmla="*/ 104 w 806"/>
                <a:gd name="T43" fmla="*/ 376 h 1147"/>
                <a:gd name="T44" fmla="*/ 66 w 806"/>
                <a:gd name="T45" fmla="*/ 382 h 1147"/>
                <a:gd name="T46" fmla="*/ 46 w 806"/>
                <a:gd name="T47" fmla="*/ 386 h 1147"/>
                <a:gd name="T48" fmla="*/ 30 w 806"/>
                <a:gd name="T49" fmla="*/ 392 h 1147"/>
                <a:gd name="T50" fmla="*/ 4 w 806"/>
                <a:gd name="T51" fmla="*/ 394 h 1147"/>
                <a:gd name="T52" fmla="*/ 6 w 806"/>
                <a:gd name="T53" fmla="*/ 410 h 1147"/>
                <a:gd name="T54" fmla="*/ 4 w 806"/>
                <a:gd name="T55" fmla="*/ 436 h 1147"/>
                <a:gd name="T56" fmla="*/ 4 w 806"/>
                <a:gd name="T57" fmla="*/ 440 h 1147"/>
                <a:gd name="T58" fmla="*/ 4 w 806"/>
                <a:gd name="T59" fmla="*/ 458 h 1147"/>
                <a:gd name="T60" fmla="*/ 18 w 806"/>
                <a:gd name="T61" fmla="*/ 458 h 1147"/>
                <a:gd name="T62" fmla="*/ 54 w 806"/>
                <a:gd name="T63" fmla="*/ 470 h 1147"/>
                <a:gd name="T64" fmla="*/ 74 w 806"/>
                <a:gd name="T65" fmla="*/ 504 h 1147"/>
                <a:gd name="T66" fmla="*/ 82 w 806"/>
                <a:gd name="T67" fmla="*/ 508 h 1147"/>
                <a:gd name="T68" fmla="*/ 108 w 806"/>
                <a:gd name="T69" fmla="*/ 524 h 1147"/>
                <a:gd name="T70" fmla="*/ 118 w 806"/>
                <a:gd name="T71" fmla="*/ 538 h 1147"/>
                <a:gd name="T72" fmla="*/ 120 w 806"/>
                <a:gd name="T73" fmla="*/ 550 h 1147"/>
                <a:gd name="T74" fmla="*/ 120 w 806"/>
                <a:gd name="T75" fmla="*/ 615 h 1147"/>
                <a:gd name="T76" fmla="*/ 144 w 806"/>
                <a:gd name="T77" fmla="*/ 665 h 1147"/>
                <a:gd name="T78" fmla="*/ 144 w 806"/>
                <a:gd name="T79" fmla="*/ 707 h 1147"/>
                <a:gd name="T80" fmla="*/ 152 w 806"/>
                <a:gd name="T81" fmla="*/ 765 h 1147"/>
                <a:gd name="T82" fmla="*/ 193 w 806"/>
                <a:gd name="T83" fmla="*/ 773 h 1147"/>
                <a:gd name="T84" fmla="*/ 207 w 806"/>
                <a:gd name="T85" fmla="*/ 801 h 1147"/>
                <a:gd name="T86" fmla="*/ 207 w 806"/>
                <a:gd name="T87" fmla="*/ 848 h 1147"/>
                <a:gd name="T88" fmla="*/ 199 w 806"/>
                <a:gd name="T89" fmla="*/ 876 h 1147"/>
                <a:gd name="T90" fmla="*/ 195 w 806"/>
                <a:gd name="T91" fmla="*/ 928 h 1147"/>
                <a:gd name="T92" fmla="*/ 259 w 806"/>
                <a:gd name="T93" fmla="*/ 1089 h 1147"/>
                <a:gd name="T94" fmla="*/ 412 w 806"/>
                <a:gd name="T95" fmla="*/ 1091 h 1147"/>
                <a:gd name="T96" fmla="*/ 549 w 806"/>
                <a:gd name="T97" fmla="*/ 1117 h 1147"/>
                <a:gd name="T98" fmla="*/ 683 w 806"/>
                <a:gd name="T99" fmla="*/ 1036 h 1147"/>
                <a:gd name="T100" fmla="*/ 725 w 806"/>
                <a:gd name="T101" fmla="*/ 918 h 1147"/>
                <a:gd name="T102" fmla="*/ 697 w 806"/>
                <a:gd name="T103" fmla="*/ 695 h 1147"/>
                <a:gd name="T104" fmla="*/ 756 w 806"/>
                <a:gd name="T105" fmla="*/ 617 h 1147"/>
                <a:gd name="T106" fmla="*/ 772 w 806"/>
                <a:gd name="T107" fmla="*/ 542 h 1147"/>
                <a:gd name="T108" fmla="*/ 794 w 806"/>
                <a:gd name="T109" fmla="*/ 330 h 1147"/>
                <a:gd name="T110" fmla="*/ 806 w 806"/>
                <a:gd name="T111" fmla="*/ 123 h 1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06" h="1147">
                  <a:moveTo>
                    <a:pt x="806" y="123"/>
                  </a:moveTo>
                  <a:lnTo>
                    <a:pt x="788" y="47"/>
                  </a:lnTo>
                  <a:lnTo>
                    <a:pt x="788" y="47"/>
                  </a:lnTo>
                  <a:lnTo>
                    <a:pt x="786" y="26"/>
                  </a:lnTo>
                  <a:lnTo>
                    <a:pt x="786" y="26"/>
                  </a:lnTo>
                  <a:lnTo>
                    <a:pt x="748" y="18"/>
                  </a:lnTo>
                  <a:lnTo>
                    <a:pt x="725" y="0"/>
                  </a:lnTo>
                  <a:lnTo>
                    <a:pt x="701" y="0"/>
                  </a:lnTo>
                  <a:lnTo>
                    <a:pt x="667" y="12"/>
                  </a:lnTo>
                  <a:lnTo>
                    <a:pt x="633" y="12"/>
                  </a:lnTo>
                  <a:lnTo>
                    <a:pt x="599" y="0"/>
                  </a:lnTo>
                  <a:lnTo>
                    <a:pt x="565" y="0"/>
                  </a:lnTo>
                  <a:lnTo>
                    <a:pt x="534" y="8"/>
                  </a:lnTo>
                  <a:lnTo>
                    <a:pt x="504" y="12"/>
                  </a:lnTo>
                  <a:lnTo>
                    <a:pt x="484" y="26"/>
                  </a:lnTo>
                  <a:lnTo>
                    <a:pt x="470" y="41"/>
                  </a:lnTo>
                  <a:lnTo>
                    <a:pt x="454" y="61"/>
                  </a:lnTo>
                  <a:lnTo>
                    <a:pt x="404" y="67"/>
                  </a:lnTo>
                  <a:lnTo>
                    <a:pt x="378" y="61"/>
                  </a:lnTo>
                  <a:lnTo>
                    <a:pt x="343" y="49"/>
                  </a:lnTo>
                  <a:lnTo>
                    <a:pt x="325" y="33"/>
                  </a:lnTo>
                  <a:lnTo>
                    <a:pt x="309" y="28"/>
                  </a:lnTo>
                  <a:lnTo>
                    <a:pt x="295" y="33"/>
                  </a:lnTo>
                  <a:lnTo>
                    <a:pt x="273" y="49"/>
                  </a:lnTo>
                  <a:lnTo>
                    <a:pt x="259" y="57"/>
                  </a:lnTo>
                  <a:lnTo>
                    <a:pt x="253" y="83"/>
                  </a:lnTo>
                  <a:lnTo>
                    <a:pt x="241" y="115"/>
                  </a:lnTo>
                  <a:lnTo>
                    <a:pt x="235" y="143"/>
                  </a:lnTo>
                  <a:lnTo>
                    <a:pt x="235" y="143"/>
                  </a:lnTo>
                  <a:lnTo>
                    <a:pt x="235" y="143"/>
                  </a:lnTo>
                  <a:lnTo>
                    <a:pt x="233" y="151"/>
                  </a:lnTo>
                  <a:lnTo>
                    <a:pt x="227" y="173"/>
                  </a:lnTo>
                  <a:lnTo>
                    <a:pt x="227" y="185"/>
                  </a:lnTo>
                  <a:lnTo>
                    <a:pt x="213" y="209"/>
                  </a:lnTo>
                  <a:lnTo>
                    <a:pt x="197" y="241"/>
                  </a:lnTo>
                  <a:lnTo>
                    <a:pt x="207" y="257"/>
                  </a:lnTo>
                  <a:lnTo>
                    <a:pt x="207" y="265"/>
                  </a:lnTo>
                  <a:lnTo>
                    <a:pt x="217" y="271"/>
                  </a:lnTo>
                  <a:lnTo>
                    <a:pt x="217" y="279"/>
                  </a:lnTo>
                  <a:lnTo>
                    <a:pt x="221" y="283"/>
                  </a:lnTo>
                  <a:lnTo>
                    <a:pt x="221" y="283"/>
                  </a:lnTo>
                  <a:lnTo>
                    <a:pt x="235" y="283"/>
                  </a:lnTo>
                  <a:lnTo>
                    <a:pt x="235" y="283"/>
                  </a:lnTo>
                  <a:lnTo>
                    <a:pt x="239" y="291"/>
                  </a:lnTo>
                  <a:lnTo>
                    <a:pt x="245" y="294"/>
                  </a:lnTo>
                  <a:lnTo>
                    <a:pt x="253" y="306"/>
                  </a:lnTo>
                  <a:lnTo>
                    <a:pt x="247" y="312"/>
                  </a:lnTo>
                  <a:lnTo>
                    <a:pt x="237" y="320"/>
                  </a:lnTo>
                  <a:lnTo>
                    <a:pt x="227" y="320"/>
                  </a:lnTo>
                  <a:lnTo>
                    <a:pt x="227" y="320"/>
                  </a:lnTo>
                  <a:lnTo>
                    <a:pt x="219" y="320"/>
                  </a:lnTo>
                  <a:lnTo>
                    <a:pt x="219" y="320"/>
                  </a:lnTo>
                  <a:lnTo>
                    <a:pt x="215" y="324"/>
                  </a:lnTo>
                  <a:lnTo>
                    <a:pt x="201" y="328"/>
                  </a:lnTo>
                  <a:lnTo>
                    <a:pt x="193" y="342"/>
                  </a:lnTo>
                  <a:lnTo>
                    <a:pt x="179" y="346"/>
                  </a:lnTo>
                  <a:lnTo>
                    <a:pt x="173" y="356"/>
                  </a:lnTo>
                  <a:lnTo>
                    <a:pt x="163" y="360"/>
                  </a:lnTo>
                  <a:lnTo>
                    <a:pt x="163" y="360"/>
                  </a:lnTo>
                  <a:lnTo>
                    <a:pt x="163" y="372"/>
                  </a:lnTo>
                  <a:lnTo>
                    <a:pt x="163" y="372"/>
                  </a:lnTo>
                  <a:lnTo>
                    <a:pt x="146" y="380"/>
                  </a:lnTo>
                  <a:lnTo>
                    <a:pt x="128" y="378"/>
                  </a:lnTo>
                  <a:lnTo>
                    <a:pt x="118" y="380"/>
                  </a:lnTo>
                  <a:lnTo>
                    <a:pt x="110" y="380"/>
                  </a:lnTo>
                  <a:lnTo>
                    <a:pt x="104" y="376"/>
                  </a:lnTo>
                  <a:lnTo>
                    <a:pt x="88" y="382"/>
                  </a:lnTo>
                  <a:lnTo>
                    <a:pt x="78" y="378"/>
                  </a:lnTo>
                  <a:lnTo>
                    <a:pt x="66" y="382"/>
                  </a:lnTo>
                  <a:lnTo>
                    <a:pt x="56" y="386"/>
                  </a:lnTo>
                  <a:lnTo>
                    <a:pt x="56" y="386"/>
                  </a:lnTo>
                  <a:lnTo>
                    <a:pt x="46" y="386"/>
                  </a:lnTo>
                  <a:lnTo>
                    <a:pt x="46" y="386"/>
                  </a:lnTo>
                  <a:lnTo>
                    <a:pt x="40" y="388"/>
                  </a:lnTo>
                  <a:lnTo>
                    <a:pt x="30" y="392"/>
                  </a:lnTo>
                  <a:lnTo>
                    <a:pt x="24" y="388"/>
                  </a:lnTo>
                  <a:lnTo>
                    <a:pt x="4" y="394"/>
                  </a:lnTo>
                  <a:lnTo>
                    <a:pt x="4" y="394"/>
                  </a:lnTo>
                  <a:lnTo>
                    <a:pt x="0" y="398"/>
                  </a:lnTo>
                  <a:lnTo>
                    <a:pt x="0" y="398"/>
                  </a:lnTo>
                  <a:lnTo>
                    <a:pt x="6" y="410"/>
                  </a:lnTo>
                  <a:lnTo>
                    <a:pt x="4" y="424"/>
                  </a:lnTo>
                  <a:lnTo>
                    <a:pt x="4" y="424"/>
                  </a:lnTo>
                  <a:lnTo>
                    <a:pt x="4" y="436"/>
                  </a:lnTo>
                  <a:lnTo>
                    <a:pt x="4" y="436"/>
                  </a:lnTo>
                  <a:lnTo>
                    <a:pt x="4" y="440"/>
                  </a:lnTo>
                  <a:lnTo>
                    <a:pt x="4" y="440"/>
                  </a:lnTo>
                  <a:lnTo>
                    <a:pt x="2" y="446"/>
                  </a:lnTo>
                  <a:lnTo>
                    <a:pt x="2" y="446"/>
                  </a:lnTo>
                  <a:lnTo>
                    <a:pt x="4" y="458"/>
                  </a:lnTo>
                  <a:lnTo>
                    <a:pt x="4" y="458"/>
                  </a:lnTo>
                  <a:lnTo>
                    <a:pt x="18" y="458"/>
                  </a:lnTo>
                  <a:lnTo>
                    <a:pt x="18" y="458"/>
                  </a:lnTo>
                  <a:lnTo>
                    <a:pt x="26" y="462"/>
                  </a:lnTo>
                  <a:lnTo>
                    <a:pt x="38" y="470"/>
                  </a:lnTo>
                  <a:lnTo>
                    <a:pt x="54" y="470"/>
                  </a:lnTo>
                  <a:lnTo>
                    <a:pt x="60" y="480"/>
                  </a:lnTo>
                  <a:lnTo>
                    <a:pt x="64" y="496"/>
                  </a:lnTo>
                  <a:lnTo>
                    <a:pt x="74" y="504"/>
                  </a:lnTo>
                  <a:lnTo>
                    <a:pt x="74" y="504"/>
                  </a:lnTo>
                  <a:lnTo>
                    <a:pt x="82" y="508"/>
                  </a:lnTo>
                  <a:lnTo>
                    <a:pt x="82" y="508"/>
                  </a:lnTo>
                  <a:lnTo>
                    <a:pt x="90" y="516"/>
                  </a:lnTo>
                  <a:lnTo>
                    <a:pt x="98" y="520"/>
                  </a:lnTo>
                  <a:lnTo>
                    <a:pt x="108" y="524"/>
                  </a:lnTo>
                  <a:lnTo>
                    <a:pt x="114" y="536"/>
                  </a:lnTo>
                  <a:lnTo>
                    <a:pt x="114" y="536"/>
                  </a:lnTo>
                  <a:lnTo>
                    <a:pt x="118" y="538"/>
                  </a:lnTo>
                  <a:lnTo>
                    <a:pt x="120" y="540"/>
                  </a:lnTo>
                  <a:lnTo>
                    <a:pt x="120" y="540"/>
                  </a:lnTo>
                  <a:lnTo>
                    <a:pt x="120" y="550"/>
                  </a:lnTo>
                  <a:lnTo>
                    <a:pt x="122" y="565"/>
                  </a:lnTo>
                  <a:lnTo>
                    <a:pt x="124" y="601"/>
                  </a:lnTo>
                  <a:lnTo>
                    <a:pt x="120" y="615"/>
                  </a:lnTo>
                  <a:lnTo>
                    <a:pt x="122" y="625"/>
                  </a:lnTo>
                  <a:lnTo>
                    <a:pt x="122" y="651"/>
                  </a:lnTo>
                  <a:lnTo>
                    <a:pt x="144" y="665"/>
                  </a:lnTo>
                  <a:lnTo>
                    <a:pt x="152" y="665"/>
                  </a:lnTo>
                  <a:lnTo>
                    <a:pt x="150" y="685"/>
                  </a:lnTo>
                  <a:lnTo>
                    <a:pt x="144" y="707"/>
                  </a:lnTo>
                  <a:lnTo>
                    <a:pt x="152" y="729"/>
                  </a:lnTo>
                  <a:lnTo>
                    <a:pt x="152" y="745"/>
                  </a:lnTo>
                  <a:lnTo>
                    <a:pt x="152" y="765"/>
                  </a:lnTo>
                  <a:lnTo>
                    <a:pt x="162" y="771"/>
                  </a:lnTo>
                  <a:lnTo>
                    <a:pt x="173" y="775"/>
                  </a:lnTo>
                  <a:lnTo>
                    <a:pt x="193" y="773"/>
                  </a:lnTo>
                  <a:lnTo>
                    <a:pt x="199" y="781"/>
                  </a:lnTo>
                  <a:lnTo>
                    <a:pt x="199" y="789"/>
                  </a:lnTo>
                  <a:lnTo>
                    <a:pt x="207" y="801"/>
                  </a:lnTo>
                  <a:lnTo>
                    <a:pt x="207" y="819"/>
                  </a:lnTo>
                  <a:lnTo>
                    <a:pt x="211" y="830"/>
                  </a:lnTo>
                  <a:lnTo>
                    <a:pt x="207" y="848"/>
                  </a:lnTo>
                  <a:lnTo>
                    <a:pt x="199" y="862"/>
                  </a:lnTo>
                  <a:lnTo>
                    <a:pt x="199" y="862"/>
                  </a:lnTo>
                  <a:lnTo>
                    <a:pt x="199" y="876"/>
                  </a:lnTo>
                  <a:lnTo>
                    <a:pt x="199" y="876"/>
                  </a:lnTo>
                  <a:lnTo>
                    <a:pt x="187" y="902"/>
                  </a:lnTo>
                  <a:lnTo>
                    <a:pt x="195" y="928"/>
                  </a:lnTo>
                  <a:lnTo>
                    <a:pt x="211" y="968"/>
                  </a:lnTo>
                  <a:lnTo>
                    <a:pt x="213" y="964"/>
                  </a:lnTo>
                  <a:lnTo>
                    <a:pt x="259" y="1089"/>
                  </a:lnTo>
                  <a:lnTo>
                    <a:pt x="259" y="1089"/>
                  </a:lnTo>
                  <a:lnTo>
                    <a:pt x="412" y="1091"/>
                  </a:lnTo>
                  <a:lnTo>
                    <a:pt x="412" y="1091"/>
                  </a:lnTo>
                  <a:lnTo>
                    <a:pt x="462" y="1119"/>
                  </a:lnTo>
                  <a:lnTo>
                    <a:pt x="510" y="1147"/>
                  </a:lnTo>
                  <a:lnTo>
                    <a:pt x="549" y="1117"/>
                  </a:lnTo>
                  <a:lnTo>
                    <a:pt x="577" y="1111"/>
                  </a:lnTo>
                  <a:lnTo>
                    <a:pt x="621" y="1036"/>
                  </a:lnTo>
                  <a:lnTo>
                    <a:pt x="683" y="1036"/>
                  </a:lnTo>
                  <a:lnTo>
                    <a:pt x="711" y="1006"/>
                  </a:lnTo>
                  <a:lnTo>
                    <a:pt x="705" y="964"/>
                  </a:lnTo>
                  <a:lnTo>
                    <a:pt x="725" y="918"/>
                  </a:lnTo>
                  <a:lnTo>
                    <a:pt x="685" y="872"/>
                  </a:lnTo>
                  <a:lnTo>
                    <a:pt x="697" y="695"/>
                  </a:lnTo>
                  <a:lnTo>
                    <a:pt x="697" y="695"/>
                  </a:lnTo>
                  <a:lnTo>
                    <a:pt x="727" y="657"/>
                  </a:lnTo>
                  <a:lnTo>
                    <a:pt x="756" y="617"/>
                  </a:lnTo>
                  <a:lnTo>
                    <a:pt x="756" y="617"/>
                  </a:lnTo>
                  <a:lnTo>
                    <a:pt x="772" y="599"/>
                  </a:lnTo>
                  <a:lnTo>
                    <a:pt x="786" y="585"/>
                  </a:lnTo>
                  <a:lnTo>
                    <a:pt x="772" y="542"/>
                  </a:lnTo>
                  <a:lnTo>
                    <a:pt x="750" y="482"/>
                  </a:lnTo>
                  <a:lnTo>
                    <a:pt x="756" y="392"/>
                  </a:lnTo>
                  <a:lnTo>
                    <a:pt x="794" y="330"/>
                  </a:lnTo>
                  <a:lnTo>
                    <a:pt x="794" y="277"/>
                  </a:lnTo>
                  <a:lnTo>
                    <a:pt x="786" y="237"/>
                  </a:lnTo>
                  <a:lnTo>
                    <a:pt x="806" y="123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57" name="Freeform 79">
              <a:extLst>
                <a:ext uri="{FF2B5EF4-FFF2-40B4-BE49-F238E27FC236}">
                  <a16:creationId xmlns:a16="http://schemas.microsoft.com/office/drawing/2014/main" id="{A378BE4A-CF26-969E-8A68-DF57EF2BF1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363" y="13161963"/>
              <a:ext cx="903287" cy="950913"/>
            </a:xfrm>
            <a:custGeom>
              <a:avLst/>
              <a:gdLst>
                <a:gd name="T0" fmla="*/ 565 w 569"/>
                <a:gd name="T1" fmla="*/ 394 h 599"/>
                <a:gd name="T2" fmla="*/ 569 w 569"/>
                <a:gd name="T3" fmla="*/ 370 h 599"/>
                <a:gd name="T4" fmla="*/ 561 w 569"/>
                <a:gd name="T5" fmla="*/ 334 h 599"/>
                <a:gd name="T6" fmla="*/ 551 w 569"/>
                <a:gd name="T7" fmla="*/ 324 h 599"/>
                <a:gd name="T8" fmla="*/ 545 w 569"/>
                <a:gd name="T9" fmla="*/ 279 h 599"/>
                <a:gd name="T10" fmla="*/ 553 w 569"/>
                <a:gd name="T11" fmla="*/ 257 h 599"/>
                <a:gd name="T12" fmla="*/ 545 w 569"/>
                <a:gd name="T13" fmla="*/ 245 h 599"/>
                <a:gd name="T14" fmla="*/ 535 w 569"/>
                <a:gd name="T15" fmla="*/ 199 h 599"/>
                <a:gd name="T16" fmla="*/ 501 w 569"/>
                <a:gd name="T17" fmla="*/ 177 h 599"/>
                <a:gd name="T18" fmla="*/ 503 w 569"/>
                <a:gd name="T19" fmla="*/ 155 h 599"/>
                <a:gd name="T20" fmla="*/ 477 w 569"/>
                <a:gd name="T21" fmla="*/ 147 h 599"/>
                <a:gd name="T22" fmla="*/ 469 w 569"/>
                <a:gd name="T23" fmla="*/ 155 h 599"/>
                <a:gd name="T24" fmla="*/ 449 w 569"/>
                <a:gd name="T25" fmla="*/ 173 h 599"/>
                <a:gd name="T26" fmla="*/ 433 w 569"/>
                <a:gd name="T27" fmla="*/ 143 h 599"/>
                <a:gd name="T28" fmla="*/ 396 w 569"/>
                <a:gd name="T29" fmla="*/ 119 h 599"/>
                <a:gd name="T30" fmla="*/ 356 w 569"/>
                <a:gd name="T31" fmla="*/ 85 h 599"/>
                <a:gd name="T32" fmla="*/ 330 w 569"/>
                <a:gd name="T33" fmla="*/ 83 h 599"/>
                <a:gd name="T34" fmla="*/ 300 w 569"/>
                <a:gd name="T35" fmla="*/ 83 h 599"/>
                <a:gd name="T36" fmla="*/ 266 w 569"/>
                <a:gd name="T37" fmla="*/ 71 h 599"/>
                <a:gd name="T38" fmla="*/ 248 w 569"/>
                <a:gd name="T39" fmla="*/ 67 h 599"/>
                <a:gd name="T40" fmla="*/ 246 w 569"/>
                <a:gd name="T41" fmla="*/ 61 h 599"/>
                <a:gd name="T42" fmla="*/ 232 w 569"/>
                <a:gd name="T43" fmla="*/ 53 h 599"/>
                <a:gd name="T44" fmla="*/ 221 w 569"/>
                <a:gd name="T45" fmla="*/ 45 h 599"/>
                <a:gd name="T46" fmla="*/ 205 w 569"/>
                <a:gd name="T47" fmla="*/ 39 h 599"/>
                <a:gd name="T48" fmla="*/ 159 w 569"/>
                <a:gd name="T49" fmla="*/ 20 h 599"/>
                <a:gd name="T50" fmla="*/ 125 w 569"/>
                <a:gd name="T51" fmla="*/ 10 h 599"/>
                <a:gd name="T52" fmla="*/ 87 w 569"/>
                <a:gd name="T53" fmla="*/ 24 h 599"/>
                <a:gd name="T54" fmla="*/ 67 w 569"/>
                <a:gd name="T55" fmla="*/ 95 h 599"/>
                <a:gd name="T56" fmla="*/ 38 w 569"/>
                <a:gd name="T57" fmla="*/ 165 h 599"/>
                <a:gd name="T58" fmla="*/ 38 w 569"/>
                <a:gd name="T59" fmla="*/ 257 h 599"/>
                <a:gd name="T60" fmla="*/ 51 w 569"/>
                <a:gd name="T61" fmla="*/ 277 h 599"/>
                <a:gd name="T62" fmla="*/ 47 w 569"/>
                <a:gd name="T63" fmla="*/ 293 h 599"/>
                <a:gd name="T64" fmla="*/ 45 w 569"/>
                <a:gd name="T65" fmla="*/ 304 h 599"/>
                <a:gd name="T66" fmla="*/ 20 w 569"/>
                <a:gd name="T67" fmla="*/ 320 h 599"/>
                <a:gd name="T68" fmla="*/ 8 w 569"/>
                <a:gd name="T69" fmla="*/ 332 h 599"/>
                <a:gd name="T70" fmla="*/ 0 w 569"/>
                <a:gd name="T71" fmla="*/ 346 h 599"/>
                <a:gd name="T72" fmla="*/ 20 w 569"/>
                <a:gd name="T73" fmla="*/ 396 h 599"/>
                <a:gd name="T74" fmla="*/ 40 w 569"/>
                <a:gd name="T75" fmla="*/ 462 h 599"/>
                <a:gd name="T76" fmla="*/ 24 w 569"/>
                <a:gd name="T77" fmla="*/ 524 h 599"/>
                <a:gd name="T78" fmla="*/ 24 w 569"/>
                <a:gd name="T79" fmla="*/ 585 h 599"/>
                <a:gd name="T80" fmla="*/ 53 w 569"/>
                <a:gd name="T81" fmla="*/ 563 h 599"/>
                <a:gd name="T82" fmla="*/ 67 w 569"/>
                <a:gd name="T83" fmla="*/ 561 h 599"/>
                <a:gd name="T84" fmla="*/ 113 w 569"/>
                <a:gd name="T85" fmla="*/ 556 h 599"/>
                <a:gd name="T86" fmla="*/ 143 w 569"/>
                <a:gd name="T87" fmla="*/ 557 h 599"/>
                <a:gd name="T88" fmla="*/ 165 w 569"/>
                <a:gd name="T89" fmla="*/ 583 h 599"/>
                <a:gd name="T90" fmla="*/ 173 w 569"/>
                <a:gd name="T91" fmla="*/ 589 h 599"/>
                <a:gd name="T92" fmla="*/ 185 w 569"/>
                <a:gd name="T93" fmla="*/ 585 h 599"/>
                <a:gd name="T94" fmla="*/ 225 w 569"/>
                <a:gd name="T95" fmla="*/ 561 h 599"/>
                <a:gd name="T96" fmla="*/ 344 w 569"/>
                <a:gd name="T97" fmla="*/ 561 h 599"/>
                <a:gd name="T98" fmla="*/ 418 w 569"/>
                <a:gd name="T99" fmla="*/ 573 h 599"/>
                <a:gd name="T100" fmla="*/ 465 w 569"/>
                <a:gd name="T101" fmla="*/ 506 h 599"/>
                <a:gd name="T102" fmla="*/ 473 w 569"/>
                <a:gd name="T103" fmla="*/ 486 h 599"/>
                <a:gd name="T104" fmla="*/ 485 w 569"/>
                <a:gd name="T105" fmla="*/ 466 h 599"/>
                <a:gd name="T106" fmla="*/ 503 w 569"/>
                <a:gd name="T107" fmla="*/ 458 h 599"/>
                <a:gd name="T108" fmla="*/ 537 w 569"/>
                <a:gd name="T109" fmla="*/ 416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69" h="599">
                  <a:moveTo>
                    <a:pt x="555" y="406"/>
                  </a:moveTo>
                  <a:lnTo>
                    <a:pt x="565" y="394"/>
                  </a:lnTo>
                  <a:lnTo>
                    <a:pt x="565" y="380"/>
                  </a:lnTo>
                  <a:lnTo>
                    <a:pt x="569" y="370"/>
                  </a:lnTo>
                  <a:lnTo>
                    <a:pt x="569" y="346"/>
                  </a:lnTo>
                  <a:lnTo>
                    <a:pt x="561" y="334"/>
                  </a:lnTo>
                  <a:lnTo>
                    <a:pt x="555" y="328"/>
                  </a:lnTo>
                  <a:lnTo>
                    <a:pt x="551" y="324"/>
                  </a:lnTo>
                  <a:lnTo>
                    <a:pt x="555" y="298"/>
                  </a:lnTo>
                  <a:lnTo>
                    <a:pt x="545" y="279"/>
                  </a:lnTo>
                  <a:lnTo>
                    <a:pt x="553" y="275"/>
                  </a:lnTo>
                  <a:lnTo>
                    <a:pt x="553" y="257"/>
                  </a:lnTo>
                  <a:lnTo>
                    <a:pt x="545" y="251"/>
                  </a:lnTo>
                  <a:lnTo>
                    <a:pt x="545" y="245"/>
                  </a:lnTo>
                  <a:lnTo>
                    <a:pt x="533" y="229"/>
                  </a:lnTo>
                  <a:lnTo>
                    <a:pt x="535" y="199"/>
                  </a:lnTo>
                  <a:lnTo>
                    <a:pt x="517" y="177"/>
                  </a:lnTo>
                  <a:lnTo>
                    <a:pt x="501" y="177"/>
                  </a:lnTo>
                  <a:lnTo>
                    <a:pt x="501" y="177"/>
                  </a:lnTo>
                  <a:lnTo>
                    <a:pt x="503" y="155"/>
                  </a:lnTo>
                  <a:lnTo>
                    <a:pt x="483" y="151"/>
                  </a:lnTo>
                  <a:lnTo>
                    <a:pt x="477" y="147"/>
                  </a:lnTo>
                  <a:lnTo>
                    <a:pt x="477" y="147"/>
                  </a:lnTo>
                  <a:lnTo>
                    <a:pt x="469" y="155"/>
                  </a:lnTo>
                  <a:lnTo>
                    <a:pt x="459" y="177"/>
                  </a:lnTo>
                  <a:lnTo>
                    <a:pt x="449" y="173"/>
                  </a:lnTo>
                  <a:lnTo>
                    <a:pt x="449" y="155"/>
                  </a:lnTo>
                  <a:lnTo>
                    <a:pt x="433" y="143"/>
                  </a:lnTo>
                  <a:lnTo>
                    <a:pt x="420" y="123"/>
                  </a:lnTo>
                  <a:lnTo>
                    <a:pt x="396" y="119"/>
                  </a:lnTo>
                  <a:lnTo>
                    <a:pt x="370" y="93"/>
                  </a:lnTo>
                  <a:lnTo>
                    <a:pt x="356" y="85"/>
                  </a:lnTo>
                  <a:lnTo>
                    <a:pt x="340" y="79"/>
                  </a:lnTo>
                  <a:lnTo>
                    <a:pt x="330" y="83"/>
                  </a:lnTo>
                  <a:lnTo>
                    <a:pt x="314" y="77"/>
                  </a:lnTo>
                  <a:lnTo>
                    <a:pt x="300" y="83"/>
                  </a:lnTo>
                  <a:lnTo>
                    <a:pt x="290" y="71"/>
                  </a:lnTo>
                  <a:lnTo>
                    <a:pt x="266" y="71"/>
                  </a:lnTo>
                  <a:lnTo>
                    <a:pt x="248" y="67"/>
                  </a:lnTo>
                  <a:lnTo>
                    <a:pt x="248" y="67"/>
                  </a:lnTo>
                  <a:lnTo>
                    <a:pt x="248" y="63"/>
                  </a:lnTo>
                  <a:lnTo>
                    <a:pt x="246" y="61"/>
                  </a:lnTo>
                  <a:lnTo>
                    <a:pt x="246" y="61"/>
                  </a:lnTo>
                  <a:lnTo>
                    <a:pt x="232" y="53"/>
                  </a:lnTo>
                  <a:lnTo>
                    <a:pt x="232" y="53"/>
                  </a:lnTo>
                  <a:lnTo>
                    <a:pt x="221" y="45"/>
                  </a:lnTo>
                  <a:lnTo>
                    <a:pt x="221" y="45"/>
                  </a:lnTo>
                  <a:lnTo>
                    <a:pt x="205" y="39"/>
                  </a:lnTo>
                  <a:lnTo>
                    <a:pt x="195" y="24"/>
                  </a:lnTo>
                  <a:lnTo>
                    <a:pt x="159" y="20"/>
                  </a:lnTo>
                  <a:lnTo>
                    <a:pt x="145" y="18"/>
                  </a:lnTo>
                  <a:lnTo>
                    <a:pt x="125" y="10"/>
                  </a:lnTo>
                  <a:lnTo>
                    <a:pt x="103" y="0"/>
                  </a:lnTo>
                  <a:lnTo>
                    <a:pt x="87" y="24"/>
                  </a:lnTo>
                  <a:lnTo>
                    <a:pt x="81" y="61"/>
                  </a:lnTo>
                  <a:lnTo>
                    <a:pt x="67" y="95"/>
                  </a:lnTo>
                  <a:lnTo>
                    <a:pt x="45" y="133"/>
                  </a:lnTo>
                  <a:lnTo>
                    <a:pt x="38" y="165"/>
                  </a:lnTo>
                  <a:lnTo>
                    <a:pt x="32" y="239"/>
                  </a:lnTo>
                  <a:lnTo>
                    <a:pt x="38" y="257"/>
                  </a:lnTo>
                  <a:lnTo>
                    <a:pt x="38" y="257"/>
                  </a:lnTo>
                  <a:lnTo>
                    <a:pt x="51" y="277"/>
                  </a:lnTo>
                  <a:lnTo>
                    <a:pt x="51" y="277"/>
                  </a:lnTo>
                  <a:lnTo>
                    <a:pt x="47" y="293"/>
                  </a:lnTo>
                  <a:lnTo>
                    <a:pt x="45" y="304"/>
                  </a:lnTo>
                  <a:lnTo>
                    <a:pt x="45" y="304"/>
                  </a:lnTo>
                  <a:lnTo>
                    <a:pt x="34" y="312"/>
                  </a:lnTo>
                  <a:lnTo>
                    <a:pt x="20" y="320"/>
                  </a:lnTo>
                  <a:lnTo>
                    <a:pt x="20" y="320"/>
                  </a:lnTo>
                  <a:lnTo>
                    <a:pt x="8" y="332"/>
                  </a:lnTo>
                  <a:lnTo>
                    <a:pt x="0" y="346"/>
                  </a:lnTo>
                  <a:lnTo>
                    <a:pt x="0" y="346"/>
                  </a:lnTo>
                  <a:lnTo>
                    <a:pt x="4" y="366"/>
                  </a:lnTo>
                  <a:lnTo>
                    <a:pt x="20" y="396"/>
                  </a:lnTo>
                  <a:lnTo>
                    <a:pt x="24" y="428"/>
                  </a:lnTo>
                  <a:lnTo>
                    <a:pt x="40" y="462"/>
                  </a:lnTo>
                  <a:lnTo>
                    <a:pt x="30" y="478"/>
                  </a:lnTo>
                  <a:lnTo>
                    <a:pt x="24" y="524"/>
                  </a:lnTo>
                  <a:lnTo>
                    <a:pt x="24" y="585"/>
                  </a:lnTo>
                  <a:lnTo>
                    <a:pt x="24" y="585"/>
                  </a:lnTo>
                  <a:lnTo>
                    <a:pt x="41" y="571"/>
                  </a:lnTo>
                  <a:lnTo>
                    <a:pt x="53" y="563"/>
                  </a:lnTo>
                  <a:lnTo>
                    <a:pt x="53" y="563"/>
                  </a:lnTo>
                  <a:lnTo>
                    <a:pt x="67" y="561"/>
                  </a:lnTo>
                  <a:lnTo>
                    <a:pt x="87" y="557"/>
                  </a:lnTo>
                  <a:lnTo>
                    <a:pt x="113" y="556"/>
                  </a:lnTo>
                  <a:lnTo>
                    <a:pt x="143" y="557"/>
                  </a:lnTo>
                  <a:lnTo>
                    <a:pt x="143" y="557"/>
                  </a:lnTo>
                  <a:lnTo>
                    <a:pt x="155" y="573"/>
                  </a:lnTo>
                  <a:lnTo>
                    <a:pt x="165" y="583"/>
                  </a:lnTo>
                  <a:lnTo>
                    <a:pt x="171" y="587"/>
                  </a:lnTo>
                  <a:lnTo>
                    <a:pt x="173" y="589"/>
                  </a:lnTo>
                  <a:lnTo>
                    <a:pt x="173" y="589"/>
                  </a:lnTo>
                  <a:lnTo>
                    <a:pt x="185" y="585"/>
                  </a:lnTo>
                  <a:lnTo>
                    <a:pt x="203" y="575"/>
                  </a:lnTo>
                  <a:lnTo>
                    <a:pt x="225" y="561"/>
                  </a:lnTo>
                  <a:lnTo>
                    <a:pt x="272" y="599"/>
                  </a:lnTo>
                  <a:lnTo>
                    <a:pt x="344" y="561"/>
                  </a:lnTo>
                  <a:lnTo>
                    <a:pt x="370" y="548"/>
                  </a:lnTo>
                  <a:lnTo>
                    <a:pt x="418" y="573"/>
                  </a:lnTo>
                  <a:lnTo>
                    <a:pt x="465" y="561"/>
                  </a:lnTo>
                  <a:lnTo>
                    <a:pt x="465" y="506"/>
                  </a:lnTo>
                  <a:lnTo>
                    <a:pt x="465" y="506"/>
                  </a:lnTo>
                  <a:lnTo>
                    <a:pt x="473" y="486"/>
                  </a:lnTo>
                  <a:lnTo>
                    <a:pt x="479" y="472"/>
                  </a:lnTo>
                  <a:lnTo>
                    <a:pt x="485" y="466"/>
                  </a:lnTo>
                  <a:lnTo>
                    <a:pt x="485" y="466"/>
                  </a:lnTo>
                  <a:lnTo>
                    <a:pt x="503" y="458"/>
                  </a:lnTo>
                  <a:lnTo>
                    <a:pt x="517" y="452"/>
                  </a:lnTo>
                  <a:lnTo>
                    <a:pt x="537" y="416"/>
                  </a:lnTo>
                  <a:lnTo>
                    <a:pt x="555" y="40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58" name="Freeform 80">
              <a:extLst>
                <a:ext uri="{FF2B5EF4-FFF2-40B4-BE49-F238E27FC236}">
                  <a16:creationId xmlns:a16="http://schemas.microsoft.com/office/drawing/2014/main" id="{3857B65B-CD07-9551-991D-E30AF666C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513" y="12088813"/>
              <a:ext cx="979487" cy="1676400"/>
            </a:xfrm>
            <a:custGeom>
              <a:avLst/>
              <a:gdLst>
                <a:gd name="T0" fmla="*/ 551 w 617"/>
                <a:gd name="T1" fmla="*/ 76 h 1056"/>
                <a:gd name="T2" fmla="*/ 505 w 617"/>
                <a:gd name="T3" fmla="*/ 34 h 1056"/>
                <a:gd name="T4" fmla="*/ 449 w 617"/>
                <a:gd name="T5" fmla="*/ 34 h 1056"/>
                <a:gd name="T6" fmla="*/ 394 w 617"/>
                <a:gd name="T7" fmla="*/ 26 h 1056"/>
                <a:gd name="T8" fmla="*/ 342 w 617"/>
                <a:gd name="T9" fmla="*/ 10 h 1056"/>
                <a:gd name="T10" fmla="*/ 302 w 617"/>
                <a:gd name="T11" fmla="*/ 2 h 1056"/>
                <a:gd name="T12" fmla="*/ 290 w 617"/>
                <a:gd name="T13" fmla="*/ 2 h 1056"/>
                <a:gd name="T14" fmla="*/ 264 w 617"/>
                <a:gd name="T15" fmla="*/ 0 h 1056"/>
                <a:gd name="T16" fmla="*/ 252 w 617"/>
                <a:gd name="T17" fmla="*/ 203 h 1056"/>
                <a:gd name="T18" fmla="*/ 229 w 617"/>
                <a:gd name="T19" fmla="*/ 331 h 1056"/>
                <a:gd name="T20" fmla="*/ 211 w 617"/>
                <a:gd name="T21" fmla="*/ 546 h 1056"/>
                <a:gd name="T22" fmla="*/ 135 w 617"/>
                <a:gd name="T23" fmla="*/ 737 h 1056"/>
                <a:gd name="T24" fmla="*/ 0 w 617"/>
                <a:gd name="T25" fmla="*/ 919 h 1056"/>
                <a:gd name="T26" fmla="*/ 161 w 617"/>
                <a:gd name="T27" fmla="*/ 988 h 1056"/>
                <a:gd name="T28" fmla="*/ 280 w 617"/>
                <a:gd name="T29" fmla="*/ 1038 h 1056"/>
                <a:gd name="T30" fmla="*/ 286 w 617"/>
                <a:gd name="T31" fmla="*/ 1008 h 1056"/>
                <a:gd name="T32" fmla="*/ 304 w 617"/>
                <a:gd name="T33" fmla="*/ 970 h 1056"/>
                <a:gd name="T34" fmla="*/ 314 w 617"/>
                <a:gd name="T35" fmla="*/ 959 h 1056"/>
                <a:gd name="T36" fmla="*/ 320 w 617"/>
                <a:gd name="T37" fmla="*/ 959 h 1056"/>
                <a:gd name="T38" fmla="*/ 332 w 617"/>
                <a:gd name="T39" fmla="*/ 951 h 1056"/>
                <a:gd name="T40" fmla="*/ 342 w 617"/>
                <a:gd name="T41" fmla="*/ 945 h 1056"/>
                <a:gd name="T42" fmla="*/ 352 w 617"/>
                <a:gd name="T43" fmla="*/ 929 h 1056"/>
                <a:gd name="T44" fmla="*/ 374 w 617"/>
                <a:gd name="T45" fmla="*/ 923 h 1056"/>
                <a:gd name="T46" fmla="*/ 384 w 617"/>
                <a:gd name="T47" fmla="*/ 923 h 1056"/>
                <a:gd name="T48" fmla="*/ 390 w 617"/>
                <a:gd name="T49" fmla="*/ 913 h 1056"/>
                <a:gd name="T50" fmla="*/ 400 w 617"/>
                <a:gd name="T51" fmla="*/ 913 h 1056"/>
                <a:gd name="T52" fmla="*/ 416 w 617"/>
                <a:gd name="T53" fmla="*/ 897 h 1056"/>
                <a:gd name="T54" fmla="*/ 438 w 617"/>
                <a:gd name="T55" fmla="*/ 863 h 1056"/>
                <a:gd name="T56" fmla="*/ 434 w 617"/>
                <a:gd name="T57" fmla="*/ 831 h 1056"/>
                <a:gd name="T58" fmla="*/ 430 w 617"/>
                <a:gd name="T59" fmla="*/ 815 h 1056"/>
                <a:gd name="T60" fmla="*/ 422 w 617"/>
                <a:gd name="T61" fmla="*/ 797 h 1056"/>
                <a:gd name="T62" fmla="*/ 430 w 617"/>
                <a:gd name="T63" fmla="*/ 773 h 1056"/>
                <a:gd name="T64" fmla="*/ 398 w 617"/>
                <a:gd name="T65" fmla="*/ 741 h 1056"/>
                <a:gd name="T66" fmla="*/ 364 w 617"/>
                <a:gd name="T67" fmla="*/ 739 h 1056"/>
                <a:gd name="T68" fmla="*/ 338 w 617"/>
                <a:gd name="T69" fmla="*/ 743 h 1056"/>
                <a:gd name="T70" fmla="*/ 348 w 617"/>
                <a:gd name="T71" fmla="*/ 713 h 1056"/>
                <a:gd name="T72" fmla="*/ 354 w 617"/>
                <a:gd name="T73" fmla="*/ 690 h 1056"/>
                <a:gd name="T74" fmla="*/ 334 w 617"/>
                <a:gd name="T75" fmla="*/ 648 h 1056"/>
                <a:gd name="T76" fmla="*/ 368 w 617"/>
                <a:gd name="T77" fmla="*/ 582 h 1056"/>
                <a:gd name="T78" fmla="*/ 394 w 617"/>
                <a:gd name="T79" fmla="*/ 518 h 1056"/>
                <a:gd name="T80" fmla="*/ 396 w 617"/>
                <a:gd name="T81" fmla="*/ 506 h 1056"/>
                <a:gd name="T82" fmla="*/ 422 w 617"/>
                <a:gd name="T83" fmla="*/ 421 h 1056"/>
                <a:gd name="T84" fmla="*/ 457 w 617"/>
                <a:gd name="T85" fmla="*/ 357 h 1056"/>
                <a:gd name="T86" fmla="*/ 461 w 617"/>
                <a:gd name="T87" fmla="*/ 347 h 1056"/>
                <a:gd name="T88" fmla="*/ 483 w 617"/>
                <a:gd name="T89" fmla="*/ 271 h 1056"/>
                <a:gd name="T90" fmla="*/ 495 w 617"/>
                <a:gd name="T91" fmla="*/ 257 h 1056"/>
                <a:gd name="T92" fmla="*/ 523 w 617"/>
                <a:gd name="T93" fmla="*/ 235 h 1056"/>
                <a:gd name="T94" fmla="*/ 531 w 617"/>
                <a:gd name="T95" fmla="*/ 229 h 1056"/>
                <a:gd name="T96" fmla="*/ 537 w 617"/>
                <a:gd name="T97" fmla="*/ 205 h 1056"/>
                <a:gd name="T98" fmla="*/ 567 w 617"/>
                <a:gd name="T99" fmla="*/ 174 h 1056"/>
                <a:gd name="T100" fmla="*/ 617 w 617"/>
                <a:gd name="T101" fmla="*/ 86 h 10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17" h="1056">
                  <a:moveTo>
                    <a:pt x="589" y="84"/>
                  </a:moveTo>
                  <a:lnTo>
                    <a:pt x="575" y="86"/>
                  </a:lnTo>
                  <a:lnTo>
                    <a:pt x="551" y="76"/>
                  </a:lnTo>
                  <a:lnTo>
                    <a:pt x="521" y="60"/>
                  </a:lnTo>
                  <a:lnTo>
                    <a:pt x="513" y="44"/>
                  </a:lnTo>
                  <a:lnTo>
                    <a:pt x="505" y="34"/>
                  </a:lnTo>
                  <a:lnTo>
                    <a:pt x="485" y="26"/>
                  </a:lnTo>
                  <a:lnTo>
                    <a:pt x="461" y="26"/>
                  </a:lnTo>
                  <a:lnTo>
                    <a:pt x="449" y="34"/>
                  </a:lnTo>
                  <a:lnTo>
                    <a:pt x="434" y="34"/>
                  </a:lnTo>
                  <a:lnTo>
                    <a:pt x="406" y="32"/>
                  </a:lnTo>
                  <a:lnTo>
                    <a:pt x="394" y="26"/>
                  </a:lnTo>
                  <a:lnTo>
                    <a:pt x="388" y="20"/>
                  </a:lnTo>
                  <a:lnTo>
                    <a:pt x="354" y="14"/>
                  </a:lnTo>
                  <a:lnTo>
                    <a:pt x="342" y="10"/>
                  </a:lnTo>
                  <a:lnTo>
                    <a:pt x="326" y="10"/>
                  </a:lnTo>
                  <a:lnTo>
                    <a:pt x="316" y="6"/>
                  </a:lnTo>
                  <a:lnTo>
                    <a:pt x="302" y="2"/>
                  </a:lnTo>
                  <a:lnTo>
                    <a:pt x="302" y="2"/>
                  </a:lnTo>
                  <a:lnTo>
                    <a:pt x="290" y="2"/>
                  </a:lnTo>
                  <a:lnTo>
                    <a:pt x="290" y="2"/>
                  </a:lnTo>
                  <a:lnTo>
                    <a:pt x="278" y="4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2" y="20"/>
                  </a:lnTo>
                  <a:lnTo>
                    <a:pt x="248" y="118"/>
                  </a:lnTo>
                  <a:lnTo>
                    <a:pt x="252" y="203"/>
                  </a:lnTo>
                  <a:lnTo>
                    <a:pt x="270" y="253"/>
                  </a:lnTo>
                  <a:lnTo>
                    <a:pt x="254" y="301"/>
                  </a:lnTo>
                  <a:lnTo>
                    <a:pt x="229" y="331"/>
                  </a:lnTo>
                  <a:lnTo>
                    <a:pt x="197" y="385"/>
                  </a:lnTo>
                  <a:lnTo>
                    <a:pt x="193" y="462"/>
                  </a:lnTo>
                  <a:lnTo>
                    <a:pt x="211" y="546"/>
                  </a:lnTo>
                  <a:lnTo>
                    <a:pt x="213" y="580"/>
                  </a:lnTo>
                  <a:lnTo>
                    <a:pt x="135" y="688"/>
                  </a:lnTo>
                  <a:lnTo>
                    <a:pt x="135" y="737"/>
                  </a:lnTo>
                  <a:lnTo>
                    <a:pt x="73" y="785"/>
                  </a:lnTo>
                  <a:lnTo>
                    <a:pt x="0" y="851"/>
                  </a:lnTo>
                  <a:lnTo>
                    <a:pt x="0" y="919"/>
                  </a:lnTo>
                  <a:lnTo>
                    <a:pt x="61" y="951"/>
                  </a:lnTo>
                  <a:lnTo>
                    <a:pt x="89" y="931"/>
                  </a:lnTo>
                  <a:lnTo>
                    <a:pt x="161" y="988"/>
                  </a:lnTo>
                  <a:lnTo>
                    <a:pt x="173" y="1056"/>
                  </a:lnTo>
                  <a:lnTo>
                    <a:pt x="203" y="1056"/>
                  </a:lnTo>
                  <a:lnTo>
                    <a:pt x="280" y="1038"/>
                  </a:lnTo>
                  <a:lnTo>
                    <a:pt x="286" y="1040"/>
                  </a:lnTo>
                  <a:lnTo>
                    <a:pt x="290" y="1024"/>
                  </a:lnTo>
                  <a:lnTo>
                    <a:pt x="286" y="1008"/>
                  </a:lnTo>
                  <a:lnTo>
                    <a:pt x="296" y="998"/>
                  </a:lnTo>
                  <a:lnTo>
                    <a:pt x="304" y="990"/>
                  </a:lnTo>
                  <a:lnTo>
                    <a:pt x="304" y="970"/>
                  </a:lnTo>
                  <a:lnTo>
                    <a:pt x="312" y="969"/>
                  </a:lnTo>
                  <a:lnTo>
                    <a:pt x="314" y="959"/>
                  </a:lnTo>
                  <a:lnTo>
                    <a:pt x="314" y="959"/>
                  </a:lnTo>
                  <a:lnTo>
                    <a:pt x="316" y="957"/>
                  </a:lnTo>
                  <a:lnTo>
                    <a:pt x="320" y="959"/>
                  </a:lnTo>
                  <a:lnTo>
                    <a:pt x="320" y="959"/>
                  </a:lnTo>
                  <a:lnTo>
                    <a:pt x="324" y="959"/>
                  </a:lnTo>
                  <a:lnTo>
                    <a:pt x="324" y="959"/>
                  </a:lnTo>
                  <a:lnTo>
                    <a:pt x="332" y="951"/>
                  </a:lnTo>
                  <a:lnTo>
                    <a:pt x="332" y="951"/>
                  </a:lnTo>
                  <a:lnTo>
                    <a:pt x="334" y="947"/>
                  </a:lnTo>
                  <a:lnTo>
                    <a:pt x="342" y="945"/>
                  </a:lnTo>
                  <a:lnTo>
                    <a:pt x="342" y="945"/>
                  </a:lnTo>
                  <a:lnTo>
                    <a:pt x="352" y="929"/>
                  </a:lnTo>
                  <a:lnTo>
                    <a:pt x="352" y="929"/>
                  </a:lnTo>
                  <a:lnTo>
                    <a:pt x="364" y="921"/>
                  </a:lnTo>
                  <a:lnTo>
                    <a:pt x="364" y="921"/>
                  </a:lnTo>
                  <a:lnTo>
                    <a:pt x="374" y="923"/>
                  </a:lnTo>
                  <a:lnTo>
                    <a:pt x="374" y="923"/>
                  </a:lnTo>
                  <a:lnTo>
                    <a:pt x="380" y="923"/>
                  </a:lnTo>
                  <a:lnTo>
                    <a:pt x="384" y="923"/>
                  </a:lnTo>
                  <a:lnTo>
                    <a:pt x="384" y="921"/>
                  </a:lnTo>
                  <a:lnTo>
                    <a:pt x="384" y="921"/>
                  </a:lnTo>
                  <a:lnTo>
                    <a:pt x="390" y="913"/>
                  </a:lnTo>
                  <a:lnTo>
                    <a:pt x="390" y="913"/>
                  </a:lnTo>
                  <a:lnTo>
                    <a:pt x="400" y="913"/>
                  </a:lnTo>
                  <a:lnTo>
                    <a:pt x="400" y="913"/>
                  </a:lnTo>
                  <a:lnTo>
                    <a:pt x="402" y="905"/>
                  </a:lnTo>
                  <a:lnTo>
                    <a:pt x="406" y="901"/>
                  </a:lnTo>
                  <a:lnTo>
                    <a:pt x="416" y="897"/>
                  </a:lnTo>
                  <a:lnTo>
                    <a:pt x="430" y="895"/>
                  </a:lnTo>
                  <a:lnTo>
                    <a:pt x="436" y="879"/>
                  </a:lnTo>
                  <a:lnTo>
                    <a:pt x="438" y="863"/>
                  </a:lnTo>
                  <a:lnTo>
                    <a:pt x="439" y="841"/>
                  </a:lnTo>
                  <a:lnTo>
                    <a:pt x="439" y="841"/>
                  </a:lnTo>
                  <a:lnTo>
                    <a:pt x="434" y="831"/>
                  </a:lnTo>
                  <a:lnTo>
                    <a:pt x="434" y="831"/>
                  </a:lnTo>
                  <a:lnTo>
                    <a:pt x="432" y="823"/>
                  </a:lnTo>
                  <a:lnTo>
                    <a:pt x="430" y="815"/>
                  </a:lnTo>
                  <a:lnTo>
                    <a:pt x="428" y="809"/>
                  </a:lnTo>
                  <a:lnTo>
                    <a:pt x="428" y="801"/>
                  </a:lnTo>
                  <a:lnTo>
                    <a:pt x="422" y="797"/>
                  </a:lnTo>
                  <a:lnTo>
                    <a:pt x="420" y="787"/>
                  </a:lnTo>
                  <a:lnTo>
                    <a:pt x="430" y="783"/>
                  </a:lnTo>
                  <a:lnTo>
                    <a:pt x="430" y="773"/>
                  </a:lnTo>
                  <a:lnTo>
                    <a:pt x="418" y="761"/>
                  </a:lnTo>
                  <a:lnTo>
                    <a:pt x="404" y="751"/>
                  </a:lnTo>
                  <a:lnTo>
                    <a:pt x="398" y="741"/>
                  </a:lnTo>
                  <a:lnTo>
                    <a:pt x="386" y="729"/>
                  </a:lnTo>
                  <a:lnTo>
                    <a:pt x="378" y="733"/>
                  </a:lnTo>
                  <a:lnTo>
                    <a:pt x="364" y="739"/>
                  </a:lnTo>
                  <a:lnTo>
                    <a:pt x="358" y="743"/>
                  </a:lnTo>
                  <a:lnTo>
                    <a:pt x="342" y="749"/>
                  </a:lnTo>
                  <a:lnTo>
                    <a:pt x="338" y="743"/>
                  </a:lnTo>
                  <a:lnTo>
                    <a:pt x="352" y="727"/>
                  </a:lnTo>
                  <a:lnTo>
                    <a:pt x="348" y="713"/>
                  </a:lnTo>
                  <a:lnTo>
                    <a:pt x="348" y="713"/>
                  </a:lnTo>
                  <a:lnTo>
                    <a:pt x="346" y="700"/>
                  </a:lnTo>
                  <a:lnTo>
                    <a:pt x="346" y="700"/>
                  </a:lnTo>
                  <a:lnTo>
                    <a:pt x="354" y="690"/>
                  </a:lnTo>
                  <a:lnTo>
                    <a:pt x="348" y="670"/>
                  </a:lnTo>
                  <a:lnTo>
                    <a:pt x="340" y="658"/>
                  </a:lnTo>
                  <a:lnTo>
                    <a:pt x="334" y="648"/>
                  </a:lnTo>
                  <a:lnTo>
                    <a:pt x="336" y="624"/>
                  </a:lnTo>
                  <a:lnTo>
                    <a:pt x="362" y="592"/>
                  </a:lnTo>
                  <a:lnTo>
                    <a:pt x="368" y="582"/>
                  </a:lnTo>
                  <a:lnTo>
                    <a:pt x="380" y="566"/>
                  </a:lnTo>
                  <a:lnTo>
                    <a:pt x="382" y="550"/>
                  </a:lnTo>
                  <a:lnTo>
                    <a:pt x="394" y="518"/>
                  </a:lnTo>
                  <a:lnTo>
                    <a:pt x="394" y="518"/>
                  </a:lnTo>
                  <a:lnTo>
                    <a:pt x="396" y="506"/>
                  </a:lnTo>
                  <a:lnTo>
                    <a:pt x="396" y="506"/>
                  </a:lnTo>
                  <a:lnTo>
                    <a:pt x="408" y="478"/>
                  </a:lnTo>
                  <a:lnTo>
                    <a:pt x="414" y="431"/>
                  </a:lnTo>
                  <a:lnTo>
                    <a:pt x="422" y="421"/>
                  </a:lnTo>
                  <a:lnTo>
                    <a:pt x="426" y="403"/>
                  </a:lnTo>
                  <a:lnTo>
                    <a:pt x="441" y="391"/>
                  </a:lnTo>
                  <a:lnTo>
                    <a:pt x="457" y="357"/>
                  </a:lnTo>
                  <a:lnTo>
                    <a:pt x="457" y="357"/>
                  </a:lnTo>
                  <a:lnTo>
                    <a:pt x="461" y="347"/>
                  </a:lnTo>
                  <a:lnTo>
                    <a:pt x="461" y="347"/>
                  </a:lnTo>
                  <a:lnTo>
                    <a:pt x="457" y="323"/>
                  </a:lnTo>
                  <a:lnTo>
                    <a:pt x="469" y="297"/>
                  </a:lnTo>
                  <a:lnTo>
                    <a:pt x="483" y="271"/>
                  </a:lnTo>
                  <a:lnTo>
                    <a:pt x="483" y="271"/>
                  </a:lnTo>
                  <a:lnTo>
                    <a:pt x="495" y="257"/>
                  </a:lnTo>
                  <a:lnTo>
                    <a:pt x="495" y="257"/>
                  </a:lnTo>
                  <a:lnTo>
                    <a:pt x="509" y="243"/>
                  </a:lnTo>
                  <a:lnTo>
                    <a:pt x="509" y="243"/>
                  </a:lnTo>
                  <a:lnTo>
                    <a:pt x="523" y="235"/>
                  </a:lnTo>
                  <a:lnTo>
                    <a:pt x="523" y="235"/>
                  </a:lnTo>
                  <a:lnTo>
                    <a:pt x="531" y="229"/>
                  </a:lnTo>
                  <a:lnTo>
                    <a:pt x="531" y="229"/>
                  </a:lnTo>
                  <a:lnTo>
                    <a:pt x="531" y="213"/>
                  </a:lnTo>
                  <a:lnTo>
                    <a:pt x="531" y="213"/>
                  </a:lnTo>
                  <a:lnTo>
                    <a:pt x="537" y="205"/>
                  </a:lnTo>
                  <a:lnTo>
                    <a:pt x="537" y="205"/>
                  </a:lnTo>
                  <a:lnTo>
                    <a:pt x="551" y="189"/>
                  </a:lnTo>
                  <a:lnTo>
                    <a:pt x="567" y="174"/>
                  </a:lnTo>
                  <a:lnTo>
                    <a:pt x="571" y="152"/>
                  </a:lnTo>
                  <a:lnTo>
                    <a:pt x="599" y="128"/>
                  </a:lnTo>
                  <a:lnTo>
                    <a:pt x="617" y="86"/>
                  </a:lnTo>
                  <a:lnTo>
                    <a:pt x="617" y="86"/>
                  </a:lnTo>
                  <a:lnTo>
                    <a:pt x="589" y="84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59" name="Freeform 81">
              <a:extLst>
                <a:ext uri="{FF2B5EF4-FFF2-40B4-BE49-F238E27FC236}">
                  <a16:creationId xmlns:a16="http://schemas.microsoft.com/office/drawing/2014/main" id="{23045E9D-A1AB-7AEF-7CE8-A9DFC17B2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7288" y="13290550"/>
              <a:ext cx="808037" cy="1316038"/>
            </a:xfrm>
            <a:custGeom>
              <a:avLst/>
              <a:gdLst>
                <a:gd name="T0" fmla="*/ 362 w 509"/>
                <a:gd name="T1" fmla="*/ 42 h 829"/>
                <a:gd name="T2" fmla="*/ 324 w 509"/>
                <a:gd name="T3" fmla="*/ 52 h 829"/>
                <a:gd name="T4" fmla="*/ 281 w 509"/>
                <a:gd name="T5" fmla="*/ 40 h 829"/>
                <a:gd name="T6" fmla="*/ 235 w 509"/>
                <a:gd name="T7" fmla="*/ 40 h 829"/>
                <a:gd name="T8" fmla="*/ 205 w 509"/>
                <a:gd name="T9" fmla="*/ 18 h 829"/>
                <a:gd name="T10" fmla="*/ 163 w 509"/>
                <a:gd name="T11" fmla="*/ 12 h 829"/>
                <a:gd name="T12" fmla="*/ 121 w 509"/>
                <a:gd name="T13" fmla="*/ 14 h 829"/>
                <a:gd name="T14" fmla="*/ 121 w 509"/>
                <a:gd name="T15" fmla="*/ 44 h 829"/>
                <a:gd name="T16" fmla="*/ 110 w 509"/>
                <a:gd name="T17" fmla="*/ 76 h 829"/>
                <a:gd name="T18" fmla="*/ 115 w 509"/>
                <a:gd name="T19" fmla="*/ 100 h 829"/>
                <a:gd name="T20" fmla="*/ 117 w 509"/>
                <a:gd name="T21" fmla="*/ 136 h 829"/>
                <a:gd name="T22" fmla="*/ 123 w 509"/>
                <a:gd name="T23" fmla="*/ 170 h 829"/>
                <a:gd name="T24" fmla="*/ 125 w 509"/>
                <a:gd name="T25" fmla="*/ 182 h 829"/>
                <a:gd name="T26" fmla="*/ 137 w 509"/>
                <a:gd name="T27" fmla="*/ 190 h 829"/>
                <a:gd name="T28" fmla="*/ 159 w 509"/>
                <a:gd name="T29" fmla="*/ 212 h 829"/>
                <a:gd name="T30" fmla="*/ 129 w 509"/>
                <a:gd name="T31" fmla="*/ 249 h 829"/>
                <a:gd name="T32" fmla="*/ 131 w 509"/>
                <a:gd name="T33" fmla="*/ 271 h 829"/>
                <a:gd name="T34" fmla="*/ 119 w 509"/>
                <a:gd name="T35" fmla="*/ 279 h 829"/>
                <a:gd name="T36" fmla="*/ 98 w 509"/>
                <a:gd name="T37" fmla="*/ 315 h 829"/>
                <a:gd name="T38" fmla="*/ 125 w 509"/>
                <a:gd name="T39" fmla="*/ 335 h 829"/>
                <a:gd name="T40" fmla="*/ 131 w 509"/>
                <a:gd name="T41" fmla="*/ 375 h 829"/>
                <a:gd name="T42" fmla="*/ 112 w 509"/>
                <a:gd name="T43" fmla="*/ 409 h 829"/>
                <a:gd name="T44" fmla="*/ 112 w 509"/>
                <a:gd name="T45" fmla="*/ 431 h 829"/>
                <a:gd name="T46" fmla="*/ 76 w 509"/>
                <a:gd name="T47" fmla="*/ 447 h 829"/>
                <a:gd name="T48" fmla="*/ 76 w 509"/>
                <a:gd name="T49" fmla="*/ 461 h 829"/>
                <a:gd name="T50" fmla="*/ 68 w 509"/>
                <a:gd name="T51" fmla="*/ 467 h 829"/>
                <a:gd name="T52" fmla="*/ 60 w 509"/>
                <a:gd name="T53" fmla="*/ 482 h 829"/>
                <a:gd name="T54" fmla="*/ 48 w 509"/>
                <a:gd name="T55" fmla="*/ 500 h 829"/>
                <a:gd name="T56" fmla="*/ 48 w 509"/>
                <a:gd name="T57" fmla="*/ 514 h 829"/>
                <a:gd name="T58" fmla="*/ 44 w 509"/>
                <a:gd name="T59" fmla="*/ 532 h 829"/>
                <a:gd name="T60" fmla="*/ 24 w 509"/>
                <a:gd name="T61" fmla="*/ 566 h 829"/>
                <a:gd name="T62" fmla="*/ 18 w 509"/>
                <a:gd name="T63" fmla="*/ 628 h 829"/>
                <a:gd name="T64" fmla="*/ 8 w 509"/>
                <a:gd name="T65" fmla="*/ 656 h 829"/>
                <a:gd name="T66" fmla="*/ 203 w 509"/>
                <a:gd name="T67" fmla="*/ 829 h 829"/>
                <a:gd name="T68" fmla="*/ 346 w 509"/>
                <a:gd name="T69" fmla="*/ 767 h 829"/>
                <a:gd name="T70" fmla="*/ 364 w 509"/>
                <a:gd name="T71" fmla="*/ 722 h 829"/>
                <a:gd name="T72" fmla="*/ 366 w 509"/>
                <a:gd name="T73" fmla="*/ 636 h 829"/>
                <a:gd name="T74" fmla="*/ 378 w 509"/>
                <a:gd name="T75" fmla="*/ 600 h 829"/>
                <a:gd name="T76" fmla="*/ 452 w 509"/>
                <a:gd name="T77" fmla="*/ 530 h 829"/>
                <a:gd name="T78" fmla="*/ 482 w 509"/>
                <a:gd name="T79" fmla="*/ 504 h 829"/>
                <a:gd name="T80" fmla="*/ 488 w 509"/>
                <a:gd name="T81" fmla="*/ 397 h 829"/>
                <a:gd name="T82" fmla="*/ 482 w 509"/>
                <a:gd name="T83" fmla="*/ 347 h 829"/>
                <a:gd name="T84" fmla="*/ 462 w 509"/>
                <a:gd name="T85" fmla="*/ 285 h 829"/>
                <a:gd name="T86" fmla="*/ 458 w 509"/>
                <a:gd name="T87" fmla="*/ 265 h 829"/>
                <a:gd name="T88" fmla="*/ 466 w 509"/>
                <a:gd name="T89" fmla="*/ 251 h 829"/>
                <a:gd name="T90" fmla="*/ 478 w 509"/>
                <a:gd name="T91" fmla="*/ 239 h 829"/>
                <a:gd name="T92" fmla="*/ 503 w 509"/>
                <a:gd name="T93" fmla="*/ 223 h 829"/>
                <a:gd name="T94" fmla="*/ 505 w 509"/>
                <a:gd name="T95" fmla="*/ 212 h 829"/>
                <a:gd name="T96" fmla="*/ 509 w 509"/>
                <a:gd name="T97" fmla="*/ 196 h 829"/>
                <a:gd name="T98" fmla="*/ 490 w 509"/>
                <a:gd name="T99" fmla="*/ 158 h 829"/>
                <a:gd name="T100" fmla="*/ 499 w 509"/>
                <a:gd name="T101" fmla="*/ 72 h 829"/>
                <a:gd name="T102" fmla="*/ 408 w 509"/>
                <a:gd name="T103" fmla="*/ 54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829">
                  <a:moveTo>
                    <a:pt x="408" y="54"/>
                  </a:moveTo>
                  <a:lnTo>
                    <a:pt x="362" y="42"/>
                  </a:lnTo>
                  <a:lnTo>
                    <a:pt x="338" y="52"/>
                  </a:lnTo>
                  <a:lnTo>
                    <a:pt x="324" y="52"/>
                  </a:lnTo>
                  <a:lnTo>
                    <a:pt x="301" y="36"/>
                  </a:lnTo>
                  <a:lnTo>
                    <a:pt x="281" y="40"/>
                  </a:lnTo>
                  <a:lnTo>
                    <a:pt x="263" y="46"/>
                  </a:lnTo>
                  <a:lnTo>
                    <a:pt x="235" y="40"/>
                  </a:lnTo>
                  <a:lnTo>
                    <a:pt x="235" y="24"/>
                  </a:lnTo>
                  <a:lnTo>
                    <a:pt x="205" y="18"/>
                  </a:lnTo>
                  <a:lnTo>
                    <a:pt x="181" y="12"/>
                  </a:lnTo>
                  <a:lnTo>
                    <a:pt x="163" y="12"/>
                  </a:lnTo>
                  <a:lnTo>
                    <a:pt x="123" y="0"/>
                  </a:lnTo>
                  <a:lnTo>
                    <a:pt x="121" y="14"/>
                  </a:lnTo>
                  <a:lnTo>
                    <a:pt x="117" y="30"/>
                  </a:lnTo>
                  <a:lnTo>
                    <a:pt x="121" y="44"/>
                  </a:lnTo>
                  <a:lnTo>
                    <a:pt x="108" y="66"/>
                  </a:lnTo>
                  <a:lnTo>
                    <a:pt x="110" y="76"/>
                  </a:lnTo>
                  <a:lnTo>
                    <a:pt x="110" y="86"/>
                  </a:lnTo>
                  <a:lnTo>
                    <a:pt x="115" y="100"/>
                  </a:lnTo>
                  <a:lnTo>
                    <a:pt x="125" y="116"/>
                  </a:lnTo>
                  <a:lnTo>
                    <a:pt x="117" y="136"/>
                  </a:lnTo>
                  <a:lnTo>
                    <a:pt x="123" y="146"/>
                  </a:lnTo>
                  <a:lnTo>
                    <a:pt x="123" y="170"/>
                  </a:lnTo>
                  <a:lnTo>
                    <a:pt x="127" y="176"/>
                  </a:lnTo>
                  <a:lnTo>
                    <a:pt x="125" y="182"/>
                  </a:lnTo>
                  <a:lnTo>
                    <a:pt x="133" y="188"/>
                  </a:lnTo>
                  <a:lnTo>
                    <a:pt x="137" y="190"/>
                  </a:lnTo>
                  <a:lnTo>
                    <a:pt x="159" y="194"/>
                  </a:lnTo>
                  <a:lnTo>
                    <a:pt x="159" y="212"/>
                  </a:lnTo>
                  <a:lnTo>
                    <a:pt x="149" y="227"/>
                  </a:lnTo>
                  <a:lnTo>
                    <a:pt x="129" y="249"/>
                  </a:lnTo>
                  <a:lnTo>
                    <a:pt x="127" y="255"/>
                  </a:lnTo>
                  <a:lnTo>
                    <a:pt x="131" y="271"/>
                  </a:lnTo>
                  <a:lnTo>
                    <a:pt x="129" y="275"/>
                  </a:lnTo>
                  <a:lnTo>
                    <a:pt x="119" y="279"/>
                  </a:lnTo>
                  <a:lnTo>
                    <a:pt x="106" y="303"/>
                  </a:lnTo>
                  <a:lnTo>
                    <a:pt x="98" y="315"/>
                  </a:lnTo>
                  <a:lnTo>
                    <a:pt x="112" y="333"/>
                  </a:lnTo>
                  <a:lnTo>
                    <a:pt x="125" y="335"/>
                  </a:lnTo>
                  <a:lnTo>
                    <a:pt x="123" y="363"/>
                  </a:lnTo>
                  <a:lnTo>
                    <a:pt x="131" y="375"/>
                  </a:lnTo>
                  <a:lnTo>
                    <a:pt x="114" y="387"/>
                  </a:lnTo>
                  <a:lnTo>
                    <a:pt x="112" y="409"/>
                  </a:lnTo>
                  <a:lnTo>
                    <a:pt x="115" y="421"/>
                  </a:lnTo>
                  <a:lnTo>
                    <a:pt x="112" y="431"/>
                  </a:lnTo>
                  <a:lnTo>
                    <a:pt x="90" y="435"/>
                  </a:lnTo>
                  <a:lnTo>
                    <a:pt x="76" y="447"/>
                  </a:lnTo>
                  <a:lnTo>
                    <a:pt x="76" y="447"/>
                  </a:lnTo>
                  <a:lnTo>
                    <a:pt x="76" y="461"/>
                  </a:lnTo>
                  <a:lnTo>
                    <a:pt x="76" y="461"/>
                  </a:lnTo>
                  <a:lnTo>
                    <a:pt x="68" y="467"/>
                  </a:lnTo>
                  <a:lnTo>
                    <a:pt x="68" y="478"/>
                  </a:lnTo>
                  <a:lnTo>
                    <a:pt x="60" y="482"/>
                  </a:lnTo>
                  <a:lnTo>
                    <a:pt x="48" y="500"/>
                  </a:lnTo>
                  <a:lnTo>
                    <a:pt x="48" y="500"/>
                  </a:lnTo>
                  <a:lnTo>
                    <a:pt x="48" y="514"/>
                  </a:lnTo>
                  <a:lnTo>
                    <a:pt x="48" y="514"/>
                  </a:lnTo>
                  <a:lnTo>
                    <a:pt x="46" y="520"/>
                  </a:lnTo>
                  <a:lnTo>
                    <a:pt x="44" y="532"/>
                  </a:lnTo>
                  <a:lnTo>
                    <a:pt x="30" y="552"/>
                  </a:lnTo>
                  <a:lnTo>
                    <a:pt x="24" y="566"/>
                  </a:lnTo>
                  <a:lnTo>
                    <a:pt x="20" y="582"/>
                  </a:lnTo>
                  <a:lnTo>
                    <a:pt x="18" y="628"/>
                  </a:lnTo>
                  <a:lnTo>
                    <a:pt x="0" y="654"/>
                  </a:lnTo>
                  <a:lnTo>
                    <a:pt x="8" y="656"/>
                  </a:lnTo>
                  <a:lnTo>
                    <a:pt x="110" y="765"/>
                  </a:lnTo>
                  <a:lnTo>
                    <a:pt x="203" y="829"/>
                  </a:lnTo>
                  <a:lnTo>
                    <a:pt x="257" y="829"/>
                  </a:lnTo>
                  <a:lnTo>
                    <a:pt x="346" y="767"/>
                  </a:lnTo>
                  <a:lnTo>
                    <a:pt x="346" y="767"/>
                  </a:lnTo>
                  <a:lnTo>
                    <a:pt x="364" y="722"/>
                  </a:lnTo>
                  <a:lnTo>
                    <a:pt x="356" y="672"/>
                  </a:lnTo>
                  <a:lnTo>
                    <a:pt x="366" y="636"/>
                  </a:lnTo>
                  <a:lnTo>
                    <a:pt x="358" y="604"/>
                  </a:lnTo>
                  <a:lnTo>
                    <a:pt x="378" y="600"/>
                  </a:lnTo>
                  <a:lnTo>
                    <a:pt x="414" y="582"/>
                  </a:lnTo>
                  <a:lnTo>
                    <a:pt x="452" y="530"/>
                  </a:lnTo>
                  <a:lnTo>
                    <a:pt x="452" y="530"/>
                  </a:lnTo>
                  <a:lnTo>
                    <a:pt x="482" y="504"/>
                  </a:lnTo>
                  <a:lnTo>
                    <a:pt x="482" y="443"/>
                  </a:lnTo>
                  <a:lnTo>
                    <a:pt x="488" y="397"/>
                  </a:lnTo>
                  <a:lnTo>
                    <a:pt x="498" y="381"/>
                  </a:lnTo>
                  <a:lnTo>
                    <a:pt x="482" y="347"/>
                  </a:lnTo>
                  <a:lnTo>
                    <a:pt x="478" y="315"/>
                  </a:lnTo>
                  <a:lnTo>
                    <a:pt x="462" y="285"/>
                  </a:lnTo>
                  <a:lnTo>
                    <a:pt x="462" y="285"/>
                  </a:lnTo>
                  <a:lnTo>
                    <a:pt x="458" y="265"/>
                  </a:lnTo>
                  <a:lnTo>
                    <a:pt x="458" y="265"/>
                  </a:lnTo>
                  <a:lnTo>
                    <a:pt x="466" y="251"/>
                  </a:lnTo>
                  <a:lnTo>
                    <a:pt x="478" y="239"/>
                  </a:lnTo>
                  <a:lnTo>
                    <a:pt x="478" y="239"/>
                  </a:lnTo>
                  <a:lnTo>
                    <a:pt x="492" y="231"/>
                  </a:lnTo>
                  <a:lnTo>
                    <a:pt x="503" y="223"/>
                  </a:lnTo>
                  <a:lnTo>
                    <a:pt x="503" y="223"/>
                  </a:lnTo>
                  <a:lnTo>
                    <a:pt x="505" y="212"/>
                  </a:lnTo>
                  <a:lnTo>
                    <a:pt x="509" y="196"/>
                  </a:lnTo>
                  <a:lnTo>
                    <a:pt x="509" y="196"/>
                  </a:lnTo>
                  <a:lnTo>
                    <a:pt x="496" y="176"/>
                  </a:lnTo>
                  <a:lnTo>
                    <a:pt x="490" y="158"/>
                  </a:lnTo>
                  <a:lnTo>
                    <a:pt x="496" y="84"/>
                  </a:lnTo>
                  <a:lnTo>
                    <a:pt x="499" y="72"/>
                  </a:lnTo>
                  <a:lnTo>
                    <a:pt x="458" y="50"/>
                  </a:lnTo>
                  <a:lnTo>
                    <a:pt x="408" y="54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60" name="Freeform 82">
              <a:extLst>
                <a:ext uri="{FF2B5EF4-FFF2-40B4-BE49-F238E27FC236}">
                  <a16:creationId xmlns:a16="http://schemas.microsoft.com/office/drawing/2014/main" id="{449638C0-E264-CEEA-F4F6-527717250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38" y="13392150"/>
              <a:ext cx="555625" cy="730250"/>
            </a:xfrm>
            <a:custGeom>
              <a:avLst/>
              <a:gdLst>
                <a:gd name="T0" fmla="*/ 255 w 350"/>
                <a:gd name="T1" fmla="*/ 383 h 460"/>
                <a:gd name="T2" fmla="*/ 265 w 350"/>
                <a:gd name="T3" fmla="*/ 375 h 460"/>
                <a:gd name="T4" fmla="*/ 275 w 350"/>
                <a:gd name="T5" fmla="*/ 369 h 460"/>
                <a:gd name="T6" fmla="*/ 273 w 350"/>
                <a:gd name="T7" fmla="*/ 315 h 460"/>
                <a:gd name="T8" fmla="*/ 301 w 350"/>
                <a:gd name="T9" fmla="*/ 265 h 460"/>
                <a:gd name="T10" fmla="*/ 333 w 350"/>
                <a:gd name="T11" fmla="*/ 221 h 460"/>
                <a:gd name="T12" fmla="*/ 341 w 350"/>
                <a:gd name="T13" fmla="*/ 157 h 460"/>
                <a:gd name="T14" fmla="*/ 348 w 350"/>
                <a:gd name="T15" fmla="*/ 126 h 460"/>
                <a:gd name="T16" fmla="*/ 321 w 350"/>
                <a:gd name="T17" fmla="*/ 102 h 460"/>
                <a:gd name="T18" fmla="*/ 301 w 350"/>
                <a:gd name="T19" fmla="*/ 94 h 460"/>
                <a:gd name="T20" fmla="*/ 297 w 350"/>
                <a:gd name="T21" fmla="*/ 84 h 460"/>
                <a:gd name="T22" fmla="*/ 287 w 350"/>
                <a:gd name="T23" fmla="*/ 74 h 460"/>
                <a:gd name="T24" fmla="*/ 289 w 350"/>
                <a:gd name="T25" fmla="*/ 54 h 460"/>
                <a:gd name="T26" fmla="*/ 301 w 350"/>
                <a:gd name="T27" fmla="*/ 30 h 460"/>
                <a:gd name="T28" fmla="*/ 295 w 350"/>
                <a:gd name="T29" fmla="*/ 24 h 460"/>
                <a:gd name="T30" fmla="*/ 279 w 350"/>
                <a:gd name="T31" fmla="*/ 26 h 460"/>
                <a:gd name="T32" fmla="*/ 273 w 350"/>
                <a:gd name="T33" fmla="*/ 18 h 460"/>
                <a:gd name="T34" fmla="*/ 245 w 350"/>
                <a:gd name="T35" fmla="*/ 0 h 460"/>
                <a:gd name="T36" fmla="*/ 225 w 350"/>
                <a:gd name="T37" fmla="*/ 22 h 460"/>
                <a:gd name="T38" fmla="*/ 189 w 350"/>
                <a:gd name="T39" fmla="*/ 48 h 460"/>
                <a:gd name="T40" fmla="*/ 152 w 350"/>
                <a:gd name="T41" fmla="*/ 36 h 460"/>
                <a:gd name="T42" fmla="*/ 150 w 350"/>
                <a:gd name="T43" fmla="*/ 58 h 460"/>
                <a:gd name="T44" fmla="*/ 130 w 350"/>
                <a:gd name="T45" fmla="*/ 76 h 460"/>
                <a:gd name="T46" fmla="*/ 116 w 350"/>
                <a:gd name="T47" fmla="*/ 84 h 460"/>
                <a:gd name="T48" fmla="*/ 114 w 350"/>
                <a:gd name="T49" fmla="*/ 92 h 460"/>
                <a:gd name="T50" fmla="*/ 104 w 350"/>
                <a:gd name="T51" fmla="*/ 92 h 460"/>
                <a:gd name="T52" fmla="*/ 98 w 350"/>
                <a:gd name="T53" fmla="*/ 100 h 460"/>
                <a:gd name="T54" fmla="*/ 98 w 350"/>
                <a:gd name="T55" fmla="*/ 102 h 460"/>
                <a:gd name="T56" fmla="*/ 88 w 350"/>
                <a:gd name="T57" fmla="*/ 102 h 460"/>
                <a:gd name="T58" fmla="*/ 78 w 350"/>
                <a:gd name="T59" fmla="*/ 100 h 460"/>
                <a:gd name="T60" fmla="*/ 66 w 350"/>
                <a:gd name="T61" fmla="*/ 108 h 460"/>
                <a:gd name="T62" fmla="*/ 56 w 350"/>
                <a:gd name="T63" fmla="*/ 124 h 460"/>
                <a:gd name="T64" fmla="*/ 48 w 350"/>
                <a:gd name="T65" fmla="*/ 126 h 460"/>
                <a:gd name="T66" fmla="*/ 46 w 350"/>
                <a:gd name="T67" fmla="*/ 130 h 460"/>
                <a:gd name="T68" fmla="*/ 38 w 350"/>
                <a:gd name="T69" fmla="*/ 138 h 460"/>
                <a:gd name="T70" fmla="*/ 34 w 350"/>
                <a:gd name="T71" fmla="*/ 138 h 460"/>
                <a:gd name="T72" fmla="*/ 28 w 350"/>
                <a:gd name="T73" fmla="*/ 138 h 460"/>
                <a:gd name="T74" fmla="*/ 18 w 350"/>
                <a:gd name="T75" fmla="*/ 149 h 460"/>
                <a:gd name="T76" fmla="*/ 10 w 350"/>
                <a:gd name="T77" fmla="*/ 177 h 460"/>
                <a:gd name="T78" fmla="*/ 4 w 350"/>
                <a:gd name="T79" fmla="*/ 203 h 460"/>
                <a:gd name="T80" fmla="*/ 34 w 350"/>
                <a:gd name="T81" fmla="*/ 235 h 460"/>
                <a:gd name="T82" fmla="*/ 90 w 350"/>
                <a:gd name="T83" fmla="*/ 329 h 460"/>
                <a:gd name="T84" fmla="*/ 38 w 350"/>
                <a:gd name="T85" fmla="*/ 430 h 460"/>
                <a:gd name="T86" fmla="*/ 66 w 350"/>
                <a:gd name="T87" fmla="*/ 436 h 460"/>
                <a:gd name="T88" fmla="*/ 98 w 350"/>
                <a:gd name="T89" fmla="*/ 442 h 460"/>
                <a:gd name="T90" fmla="*/ 130 w 350"/>
                <a:gd name="T91" fmla="*/ 442 h 460"/>
                <a:gd name="T92" fmla="*/ 167 w 350"/>
                <a:gd name="T93" fmla="*/ 460 h 460"/>
                <a:gd name="T94" fmla="*/ 275 w 350"/>
                <a:gd name="T95" fmla="*/ 420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0" h="460">
                  <a:moveTo>
                    <a:pt x="261" y="399"/>
                  </a:moveTo>
                  <a:lnTo>
                    <a:pt x="255" y="383"/>
                  </a:lnTo>
                  <a:lnTo>
                    <a:pt x="255" y="383"/>
                  </a:lnTo>
                  <a:lnTo>
                    <a:pt x="265" y="375"/>
                  </a:lnTo>
                  <a:lnTo>
                    <a:pt x="265" y="375"/>
                  </a:lnTo>
                  <a:lnTo>
                    <a:pt x="275" y="369"/>
                  </a:lnTo>
                  <a:lnTo>
                    <a:pt x="275" y="357"/>
                  </a:lnTo>
                  <a:lnTo>
                    <a:pt x="273" y="315"/>
                  </a:lnTo>
                  <a:lnTo>
                    <a:pt x="281" y="303"/>
                  </a:lnTo>
                  <a:lnTo>
                    <a:pt x="301" y="265"/>
                  </a:lnTo>
                  <a:lnTo>
                    <a:pt x="327" y="245"/>
                  </a:lnTo>
                  <a:lnTo>
                    <a:pt x="333" y="221"/>
                  </a:lnTo>
                  <a:lnTo>
                    <a:pt x="333" y="197"/>
                  </a:lnTo>
                  <a:lnTo>
                    <a:pt x="341" y="157"/>
                  </a:lnTo>
                  <a:lnTo>
                    <a:pt x="350" y="134"/>
                  </a:lnTo>
                  <a:lnTo>
                    <a:pt x="348" y="126"/>
                  </a:lnTo>
                  <a:lnTo>
                    <a:pt x="329" y="120"/>
                  </a:lnTo>
                  <a:lnTo>
                    <a:pt x="321" y="102"/>
                  </a:lnTo>
                  <a:lnTo>
                    <a:pt x="301" y="94"/>
                  </a:lnTo>
                  <a:lnTo>
                    <a:pt x="301" y="94"/>
                  </a:lnTo>
                  <a:lnTo>
                    <a:pt x="297" y="84"/>
                  </a:lnTo>
                  <a:lnTo>
                    <a:pt x="297" y="84"/>
                  </a:lnTo>
                  <a:lnTo>
                    <a:pt x="287" y="78"/>
                  </a:lnTo>
                  <a:lnTo>
                    <a:pt x="287" y="74"/>
                  </a:lnTo>
                  <a:lnTo>
                    <a:pt x="293" y="60"/>
                  </a:lnTo>
                  <a:lnTo>
                    <a:pt x="289" y="54"/>
                  </a:lnTo>
                  <a:lnTo>
                    <a:pt x="291" y="44"/>
                  </a:lnTo>
                  <a:lnTo>
                    <a:pt x="301" y="30"/>
                  </a:lnTo>
                  <a:lnTo>
                    <a:pt x="297" y="22"/>
                  </a:lnTo>
                  <a:lnTo>
                    <a:pt x="295" y="24"/>
                  </a:lnTo>
                  <a:lnTo>
                    <a:pt x="295" y="24"/>
                  </a:lnTo>
                  <a:lnTo>
                    <a:pt x="279" y="26"/>
                  </a:lnTo>
                  <a:lnTo>
                    <a:pt x="279" y="26"/>
                  </a:lnTo>
                  <a:lnTo>
                    <a:pt x="273" y="18"/>
                  </a:lnTo>
                  <a:lnTo>
                    <a:pt x="259" y="10"/>
                  </a:lnTo>
                  <a:lnTo>
                    <a:pt x="245" y="0"/>
                  </a:lnTo>
                  <a:lnTo>
                    <a:pt x="239" y="0"/>
                  </a:lnTo>
                  <a:lnTo>
                    <a:pt x="225" y="22"/>
                  </a:lnTo>
                  <a:lnTo>
                    <a:pt x="213" y="44"/>
                  </a:lnTo>
                  <a:lnTo>
                    <a:pt x="189" y="48"/>
                  </a:lnTo>
                  <a:lnTo>
                    <a:pt x="173" y="46"/>
                  </a:lnTo>
                  <a:lnTo>
                    <a:pt x="152" y="36"/>
                  </a:lnTo>
                  <a:lnTo>
                    <a:pt x="152" y="42"/>
                  </a:lnTo>
                  <a:lnTo>
                    <a:pt x="150" y="58"/>
                  </a:lnTo>
                  <a:lnTo>
                    <a:pt x="144" y="74"/>
                  </a:lnTo>
                  <a:lnTo>
                    <a:pt x="130" y="76"/>
                  </a:lnTo>
                  <a:lnTo>
                    <a:pt x="120" y="80"/>
                  </a:lnTo>
                  <a:lnTo>
                    <a:pt x="116" y="84"/>
                  </a:lnTo>
                  <a:lnTo>
                    <a:pt x="116" y="84"/>
                  </a:lnTo>
                  <a:lnTo>
                    <a:pt x="114" y="92"/>
                  </a:lnTo>
                  <a:lnTo>
                    <a:pt x="114" y="92"/>
                  </a:lnTo>
                  <a:lnTo>
                    <a:pt x="104" y="92"/>
                  </a:lnTo>
                  <a:lnTo>
                    <a:pt x="104" y="92"/>
                  </a:lnTo>
                  <a:lnTo>
                    <a:pt x="98" y="100"/>
                  </a:lnTo>
                  <a:lnTo>
                    <a:pt x="98" y="100"/>
                  </a:lnTo>
                  <a:lnTo>
                    <a:pt x="98" y="102"/>
                  </a:lnTo>
                  <a:lnTo>
                    <a:pt x="94" y="102"/>
                  </a:lnTo>
                  <a:lnTo>
                    <a:pt x="88" y="102"/>
                  </a:lnTo>
                  <a:lnTo>
                    <a:pt x="88" y="102"/>
                  </a:lnTo>
                  <a:lnTo>
                    <a:pt x="78" y="100"/>
                  </a:lnTo>
                  <a:lnTo>
                    <a:pt x="78" y="100"/>
                  </a:lnTo>
                  <a:lnTo>
                    <a:pt x="66" y="108"/>
                  </a:lnTo>
                  <a:lnTo>
                    <a:pt x="66" y="108"/>
                  </a:lnTo>
                  <a:lnTo>
                    <a:pt x="56" y="124"/>
                  </a:lnTo>
                  <a:lnTo>
                    <a:pt x="48" y="126"/>
                  </a:lnTo>
                  <a:lnTo>
                    <a:pt x="48" y="126"/>
                  </a:lnTo>
                  <a:lnTo>
                    <a:pt x="46" y="130"/>
                  </a:lnTo>
                  <a:lnTo>
                    <a:pt x="46" y="130"/>
                  </a:lnTo>
                  <a:lnTo>
                    <a:pt x="38" y="138"/>
                  </a:lnTo>
                  <a:lnTo>
                    <a:pt x="38" y="138"/>
                  </a:lnTo>
                  <a:lnTo>
                    <a:pt x="34" y="138"/>
                  </a:lnTo>
                  <a:lnTo>
                    <a:pt x="34" y="138"/>
                  </a:lnTo>
                  <a:lnTo>
                    <a:pt x="30" y="136"/>
                  </a:lnTo>
                  <a:lnTo>
                    <a:pt x="28" y="138"/>
                  </a:lnTo>
                  <a:lnTo>
                    <a:pt x="26" y="148"/>
                  </a:lnTo>
                  <a:lnTo>
                    <a:pt x="18" y="149"/>
                  </a:lnTo>
                  <a:lnTo>
                    <a:pt x="18" y="169"/>
                  </a:lnTo>
                  <a:lnTo>
                    <a:pt x="10" y="177"/>
                  </a:lnTo>
                  <a:lnTo>
                    <a:pt x="0" y="187"/>
                  </a:lnTo>
                  <a:lnTo>
                    <a:pt x="4" y="203"/>
                  </a:lnTo>
                  <a:lnTo>
                    <a:pt x="0" y="219"/>
                  </a:lnTo>
                  <a:lnTo>
                    <a:pt x="34" y="235"/>
                  </a:lnTo>
                  <a:lnTo>
                    <a:pt x="70" y="283"/>
                  </a:lnTo>
                  <a:lnTo>
                    <a:pt x="90" y="329"/>
                  </a:lnTo>
                  <a:lnTo>
                    <a:pt x="50" y="377"/>
                  </a:lnTo>
                  <a:lnTo>
                    <a:pt x="38" y="430"/>
                  </a:lnTo>
                  <a:lnTo>
                    <a:pt x="38" y="430"/>
                  </a:lnTo>
                  <a:lnTo>
                    <a:pt x="66" y="436"/>
                  </a:lnTo>
                  <a:lnTo>
                    <a:pt x="86" y="440"/>
                  </a:lnTo>
                  <a:lnTo>
                    <a:pt x="98" y="442"/>
                  </a:lnTo>
                  <a:lnTo>
                    <a:pt x="98" y="442"/>
                  </a:lnTo>
                  <a:lnTo>
                    <a:pt x="130" y="442"/>
                  </a:lnTo>
                  <a:lnTo>
                    <a:pt x="157" y="442"/>
                  </a:lnTo>
                  <a:lnTo>
                    <a:pt x="167" y="460"/>
                  </a:lnTo>
                  <a:lnTo>
                    <a:pt x="275" y="420"/>
                  </a:lnTo>
                  <a:lnTo>
                    <a:pt x="275" y="420"/>
                  </a:lnTo>
                  <a:lnTo>
                    <a:pt x="261" y="399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61" name="Freeform 83">
              <a:extLst>
                <a:ext uri="{FF2B5EF4-FFF2-40B4-BE49-F238E27FC236}">
                  <a16:creationId xmlns:a16="http://schemas.microsoft.com/office/drawing/2014/main" id="{016FF82A-EA71-0442-ECD0-EF0A0CF49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5350" y="13220700"/>
              <a:ext cx="514350" cy="1108075"/>
            </a:xfrm>
            <a:custGeom>
              <a:avLst/>
              <a:gdLst>
                <a:gd name="T0" fmla="*/ 298 w 324"/>
                <a:gd name="T1" fmla="*/ 232 h 698"/>
                <a:gd name="T2" fmla="*/ 292 w 324"/>
                <a:gd name="T3" fmla="*/ 220 h 698"/>
                <a:gd name="T4" fmla="*/ 288 w 324"/>
                <a:gd name="T5" fmla="*/ 190 h 698"/>
                <a:gd name="T6" fmla="*/ 290 w 324"/>
                <a:gd name="T7" fmla="*/ 160 h 698"/>
                <a:gd name="T8" fmla="*/ 275 w 324"/>
                <a:gd name="T9" fmla="*/ 130 h 698"/>
                <a:gd name="T10" fmla="*/ 273 w 324"/>
                <a:gd name="T11" fmla="*/ 110 h 698"/>
                <a:gd name="T12" fmla="*/ 282 w 324"/>
                <a:gd name="T13" fmla="*/ 74 h 698"/>
                <a:gd name="T14" fmla="*/ 288 w 324"/>
                <a:gd name="T15" fmla="*/ 44 h 698"/>
                <a:gd name="T16" fmla="*/ 251 w 324"/>
                <a:gd name="T17" fmla="*/ 16 h 698"/>
                <a:gd name="T18" fmla="*/ 219 w 324"/>
                <a:gd name="T19" fmla="*/ 6 h 698"/>
                <a:gd name="T20" fmla="*/ 197 w 324"/>
                <a:gd name="T21" fmla="*/ 10 h 698"/>
                <a:gd name="T22" fmla="*/ 163 w 324"/>
                <a:gd name="T23" fmla="*/ 2 h 698"/>
                <a:gd name="T24" fmla="*/ 131 w 324"/>
                <a:gd name="T25" fmla="*/ 24 h 698"/>
                <a:gd name="T26" fmla="*/ 111 w 324"/>
                <a:gd name="T27" fmla="*/ 48 h 698"/>
                <a:gd name="T28" fmla="*/ 88 w 324"/>
                <a:gd name="T29" fmla="*/ 70 h 698"/>
                <a:gd name="T30" fmla="*/ 52 w 324"/>
                <a:gd name="T31" fmla="*/ 122 h 698"/>
                <a:gd name="T32" fmla="*/ 46 w 324"/>
                <a:gd name="T33" fmla="*/ 138 h 698"/>
                <a:gd name="T34" fmla="*/ 34 w 324"/>
                <a:gd name="T35" fmla="*/ 162 h 698"/>
                <a:gd name="T36" fmla="*/ 32 w 324"/>
                <a:gd name="T37" fmla="*/ 182 h 698"/>
                <a:gd name="T38" fmla="*/ 32 w 324"/>
                <a:gd name="T39" fmla="*/ 186 h 698"/>
                <a:gd name="T40" fmla="*/ 42 w 324"/>
                <a:gd name="T41" fmla="*/ 192 h 698"/>
                <a:gd name="T42" fmla="*/ 66 w 324"/>
                <a:gd name="T43" fmla="*/ 210 h 698"/>
                <a:gd name="T44" fmla="*/ 93 w 324"/>
                <a:gd name="T45" fmla="*/ 234 h 698"/>
                <a:gd name="T46" fmla="*/ 86 w 324"/>
                <a:gd name="T47" fmla="*/ 265 h 698"/>
                <a:gd name="T48" fmla="*/ 78 w 324"/>
                <a:gd name="T49" fmla="*/ 329 h 698"/>
                <a:gd name="T50" fmla="*/ 46 w 324"/>
                <a:gd name="T51" fmla="*/ 373 h 698"/>
                <a:gd name="T52" fmla="*/ 18 w 324"/>
                <a:gd name="T53" fmla="*/ 423 h 698"/>
                <a:gd name="T54" fmla="*/ 20 w 324"/>
                <a:gd name="T55" fmla="*/ 477 h 698"/>
                <a:gd name="T56" fmla="*/ 10 w 324"/>
                <a:gd name="T57" fmla="*/ 483 h 698"/>
                <a:gd name="T58" fmla="*/ 0 w 324"/>
                <a:gd name="T59" fmla="*/ 491 h 698"/>
                <a:gd name="T60" fmla="*/ 20 w 324"/>
                <a:gd name="T61" fmla="*/ 528 h 698"/>
                <a:gd name="T62" fmla="*/ 22 w 324"/>
                <a:gd name="T63" fmla="*/ 526 h 698"/>
                <a:gd name="T64" fmla="*/ 135 w 324"/>
                <a:gd name="T65" fmla="*/ 688 h 698"/>
                <a:gd name="T66" fmla="*/ 183 w 324"/>
                <a:gd name="T67" fmla="*/ 672 h 698"/>
                <a:gd name="T68" fmla="*/ 189 w 324"/>
                <a:gd name="T69" fmla="*/ 610 h 698"/>
                <a:gd name="T70" fmla="*/ 209 w 324"/>
                <a:gd name="T71" fmla="*/ 576 h 698"/>
                <a:gd name="T72" fmla="*/ 211 w 324"/>
                <a:gd name="T73" fmla="*/ 564 h 698"/>
                <a:gd name="T74" fmla="*/ 213 w 324"/>
                <a:gd name="T75" fmla="*/ 558 h 698"/>
                <a:gd name="T76" fmla="*/ 225 w 324"/>
                <a:gd name="T77" fmla="*/ 526 h 698"/>
                <a:gd name="T78" fmla="*/ 233 w 324"/>
                <a:gd name="T79" fmla="*/ 511 h 698"/>
                <a:gd name="T80" fmla="*/ 241 w 324"/>
                <a:gd name="T81" fmla="*/ 505 h 698"/>
                <a:gd name="T82" fmla="*/ 241 w 324"/>
                <a:gd name="T83" fmla="*/ 491 h 698"/>
                <a:gd name="T84" fmla="*/ 277 w 324"/>
                <a:gd name="T85" fmla="*/ 475 h 698"/>
                <a:gd name="T86" fmla="*/ 277 w 324"/>
                <a:gd name="T87" fmla="*/ 453 h 698"/>
                <a:gd name="T88" fmla="*/ 296 w 324"/>
                <a:gd name="T89" fmla="*/ 419 h 698"/>
                <a:gd name="T90" fmla="*/ 290 w 324"/>
                <a:gd name="T91" fmla="*/ 379 h 698"/>
                <a:gd name="T92" fmla="*/ 263 w 324"/>
                <a:gd name="T93" fmla="*/ 359 h 698"/>
                <a:gd name="T94" fmla="*/ 284 w 324"/>
                <a:gd name="T95" fmla="*/ 323 h 698"/>
                <a:gd name="T96" fmla="*/ 296 w 324"/>
                <a:gd name="T97" fmla="*/ 315 h 698"/>
                <a:gd name="T98" fmla="*/ 294 w 324"/>
                <a:gd name="T99" fmla="*/ 293 h 698"/>
                <a:gd name="T100" fmla="*/ 324 w 324"/>
                <a:gd name="T101" fmla="*/ 256 h 698"/>
                <a:gd name="T102" fmla="*/ 302 w 324"/>
                <a:gd name="T103" fmla="*/ 234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24" h="698">
                  <a:moveTo>
                    <a:pt x="302" y="234"/>
                  </a:moveTo>
                  <a:lnTo>
                    <a:pt x="298" y="232"/>
                  </a:lnTo>
                  <a:lnTo>
                    <a:pt x="290" y="226"/>
                  </a:lnTo>
                  <a:lnTo>
                    <a:pt x="292" y="220"/>
                  </a:lnTo>
                  <a:lnTo>
                    <a:pt x="288" y="214"/>
                  </a:lnTo>
                  <a:lnTo>
                    <a:pt x="288" y="190"/>
                  </a:lnTo>
                  <a:lnTo>
                    <a:pt x="282" y="180"/>
                  </a:lnTo>
                  <a:lnTo>
                    <a:pt x="290" y="160"/>
                  </a:lnTo>
                  <a:lnTo>
                    <a:pt x="280" y="144"/>
                  </a:lnTo>
                  <a:lnTo>
                    <a:pt x="275" y="130"/>
                  </a:lnTo>
                  <a:lnTo>
                    <a:pt x="275" y="120"/>
                  </a:lnTo>
                  <a:lnTo>
                    <a:pt x="273" y="110"/>
                  </a:lnTo>
                  <a:lnTo>
                    <a:pt x="286" y="88"/>
                  </a:lnTo>
                  <a:lnTo>
                    <a:pt x="282" y="74"/>
                  </a:lnTo>
                  <a:lnTo>
                    <a:pt x="286" y="58"/>
                  </a:lnTo>
                  <a:lnTo>
                    <a:pt x="288" y="44"/>
                  </a:lnTo>
                  <a:lnTo>
                    <a:pt x="277" y="22"/>
                  </a:lnTo>
                  <a:lnTo>
                    <a:pt x="251" y="16"/>
                  </a:lnTo>
                  <a:lnTo>
                    <a:pt x="239" y="8"/>
                  </a:lnTo>
                  <a:lnTo>
                    <a:pt x="219" y="6"/>
                  </a:lnTo>
                  <a:lnTo>
                    <a:pt x="209" y="10"/>
                  </a:lnTo>
                  <a:lnTo>
                    <a:pt x="197" y="10"/>
                  </a:lnTo>
                  <a:lnTo>
                    <a:pt x="183" y="0"/>
                  </a:lnTo>
                  <a:lnTo>
                    <a:pt x="163" y="2"/>
                  </a:lnTo>
                  <a:lnTo>
                    <a:pt x="147" y="10"/>
                  </a:lnTo>
                  <a:lnTo>
                    <a:pt x="131" y="24"/>
                  </a:lnTo>
                  <a:lnTo>
                    <a:pt x="123" y="30"/>
                  </a:lnTo>
                  <a:lnTo>
                    <a:pt x="111" y="48"/>
                  </a:lnTo>
                  <a:lnTo>
                    <a:pt x="101" y="64"/>
                  </a:lnTo>
                  <a:lnTo>
                    <a:pt x="88" y="70"/>
                  </a:lnTo>
                  <a:lnTo>
                    <a:pt x="56" y="104"/>
                  </a:lnTo>
                  <a:lnTo>
                    <a:pt x="52" y="122"/>
                  </a:lnTo>
                  <a:lnTo>
                    <a:pt x="42" y="130"/>
                  </a:lnTo>
                  <a:lnTo>
                    <a:pt x="46" y="138"/>
                  </a:lnTo>
                  <a:lnTo>
                    <a:pt x="36" y="152"/>
                  </a:lnTo>
                  <a:lnTo>
                    <a:pt x="34" y="162"/>
                  </a:lnTo>
                  <a:lnTo>
                    <a:pt x="38" y="168"/>
                  </a:lnTo>
                  <a:lnTo>
                    <a:pt x="32" y="182"/>
                  </a:lnTo>
                  <a:lnTo>
                    <a:pt x="32" y="186"/>
                  </a:lnTo>
                  <a:lnTo>
                    <a:pt x="32" y="186"/>
                  </a:lnTo>
                  <a:lnTo>
                    <a:pt x="42" y="192"/>
                  </a:lnTo>
                  <a:lnTo>
                    <a:pt x="42" y="192"/>
                  </a:lnTo>
                  <a:lnTo>
                    <a:pt x="46" y="202"/>
                  </a:lnTo>
                  <a:lnTo>
                    <a:pt x="66" y="210"/>
                  </a:lnTo>
                  <a:lnTo>
                    <a:pt x="74" y="228"/>
                  </a:lnTo>
                  <a:lnTo>
                    <a:pt x="93" y="234"/>
                  </a:lnTo>
                  <a:lnTo>
                    <a:pt x="95" y="242"/>
                  </a:lnTo>
                  <a:lnTo>
                    <a:pt x="86" y="265"/>
                  </a:lnTo>
                  <a:lnTo>
                    <a:pt x="78" y="305"/>
                  </a:lnTo>
                  <a:lnTo>
                    <a:pt x="78" y="329"/>
                  </a:lnTo>
                  <a:lnTo>
                    <a:pt x="72" y="353"/>
                  </a:lnTo>
                  <a:lnTo>
                    <a:pt x="46" y="373"/>
                  </a:lnTo>
                  <a:lnTo>
                    <a:pt x="26" y="411"/>
                  </a:lnTo>
                  <a:lnTo>
                    <a:pt x="18" y="423"/>
                  </a:lnTo>
                  <a:lnTo>
                    <a:pt x="20" y="465"/>
                  </a:lnTo>
                  <a:lnTo>
                    <a:pt x="20" y="477"/>
                  </a:lnTo>
                  <a:lnTo>
                    <a:pt x="20" y="477"/>
                  </a:lnTo>
                  <a:lnTo>
                    <a:pt x="10" y="483"/>
                  </a:lnTo>
                  <a:lnTo>
                    <a:pt x="10" y="483"/>
                  </a:lnTo>
                  <a:lnTo>
                    <a:pt x="0" y="491"/>
                  </a:lnTo>
                  <a:lnTo>
                    <a:pt x="6" y="507"/>
                  </a:lnTo>
                  <a:lnTo>
                    <a:pt x="20" y="528"/>
                  </a:lnTo>
                  <a:lnTo>
                    <a:pt x="20" y="528"/>
                  </a:lnTo>
                  <a:lnTo>
                    <a:pt x="22" y="526"/>
                  </a:lnTo>
                  <a:lnTo>
                    <a:pt x="84" y="688"/>
                  </a:lnTo>
                  <a:lnTo>
                    <a:pt x="135" y="688"/>
                  </a:lnTo>
                  <a:lnTo>
                    <a:pt x="165" y="698"/>
                  </a:lnTo>
                  <a:lnTo>
                    <a:pt x="183" y="672"/>
                  </a:lnTo>
                  <a:lnTo>
                    <a:pt x="185" y="626"/>
                  </a:lnTo>
                  <a:lnTo>
                    <a:pt x="189" y="610"/>
                  </a:lnTo>
                  <a:lnTo>
                    <a:pt x="195" y="596"/>
                  </a:lnTo>
                  <a:lnTo>
                    <a:pt x="209" y="576"/>
                  </a:lnTo>
                  <a:lnTo>
                    <a:pt x="211" y="564"/>
                  </a:lnTo>
                  <a:lnTo>
                    <a:pt x="211" y="564"/>
                  </a:lnTo>
                  <a:lnTo>
                    <a:pt x="213" y="558"/>
                  </a:lnTo>
                  <a:lnTo>
                    <a:pt x="213" y="558"/>
                  </a:lnTo>
                  <a:lnTo>
                    <a:pt x="213" y="544"/>
                  </a:lnTo>
                  <a:lnTo>
                    <a:pt x="225" y="526"/>
                  </a:lnTo>
                  <a:lnTo>
                    <a:pt x="233" y="522"/>
                  </a:lnTo>
                  <a:lnTo>
                    <a:pt x="233" y="511"/>
                  </a:lnTo>
                  <a:lnTo>
                    <a:pt x="233" y="511"/>
                  </a:lnTo>
                  <a:lnTo>
                    <a:pt x="241" y="505"/>
                  </a:lnTo>
                  <a:lnTo>
                    <a:pt x="241" y="505"/>
                  </a:lnTo>
                  <a:lnTo>
                    <a:pt x="241" y="491"/>
                  </a:lnTo>
                  <a:lnTo>
                    <a:pt x="255" y="479"/>
                  </a:lnTo>
                  <a:lnTo>
                    <a:pt x="277" y="475"/>
                  </a:lnTo>
                  <a:lnTo>
                    <a:pt x="280" y="465"/>
                  </a:lnTo>
                  <a:lnTo>
                    <a:pt x="277" y="453"/>
                  </a:lnTo>
                  <a:lnTo>
                    <a:pt x="279" y="431"/>
                  </a:lnTo>
                  <a:lnTo>
                    <a:pt x="296" y="419"/>
                  </a:lnTo>
                  <a:lnTo>
                    <a:pt x="288" y="407"/>
                  </a:lnTo>
                  <a:lnTo>
                    <a:pt x="290" y="379"/>
                  </a:lnTo>
                  <a:lnTo>
                    <a:pt x="277" y="377"/>
                  </a:lnTo>
                  <a:lnTo>
                    <a:pt x="263" y="359"/>
                  </a:lnTo>
                  <a:lnTo>
                    <a:pt x="271" y="347"/>
                  </a:lnTo>
                  <a:lnTo>
                    <a:pt x="284" y="323"/>
                  </a:lnTo>
                  <a:lnTo>
                    <a:pt x="294" y="319"/>
                  </a:lnTo>
                  <a:lnTo>
                    <a:pt x="296" y="315"/>
                  </a:lnTo>
                  <a:lnTo>
                    <a:pt x="292" y="299"/>
                  </a:lnTo>
                  <a:lnTo>
                    <a:pt x="294" y="293"/>
                  </a:lnTo>
                  <a:lnTo>
                    <a:pt x="314" y="271"/>
                  </a:lnTo>
                  <a:lnTo>
                    <a:pt x="324" y="256"/>
                  </a:lnTo>
                  <a:lnTo>
                    <a:pt x="324" y="238"/>
                  </a:lnTo>
                  <a:lnTo>
                    <a:pt x="302" y="234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62" name="Freeform 84">
              <a:extLst>
                <a:ext uri="{FF2B5EF4-FFF2-40B4-BE49-F238E27FC236}">
                  <a16:creationId xmlns:a16="http://schemas.microsoft.com/office/drawing/2014/main" id="{F528D5E8-93E7-9277-A9E6-880347E5D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8775" y="11595100"/>
              <a:ext cx="931862" cy="630238"/>
            </a:xfrm>
            <a:custGeom>
              <a:avLst/>
              <a:gdLst>
                <a:gd name="T0" fmla="*/ 585 w 587"/>
                <a:gd name="T1" fmla="*/ 38 h 397"/>
                <a:gd name="T2" fmla="*/ 563 w 587"/>
                <a:gd name="T3" fmla="*/ 22 h 397"/>
                <a:gd name="T4" fmla="*/ 515 w 587"/>
                <a:gd name="T5" fmla="*/ 0 h 397"/>
                <a:gd name="T6" fmla="*/ 366 w 587"/>
                <a:gd name="T7" fmla="*/ 0 h 397"/>
                <a:gd name="T8" fmla="*/ 308 w 587"/>
                <a:gd name="T9" fmla="*/ 14 h 397"/>
                <a:gd name="T10" fmla="*/ 254 w 587"/>
                <a:gd name="T11" fmla="*/ 14 h 397"/>
                <a:gd name="T12" fmla="*/ 231 w 587"/>
                <a:gd name="T13" fmla="*/ 24 h 397"/>
                <a:gd name="T14" fmla="*/ 207 w 587"/>
                <a:gd name="T15" fmla="*/ 38 h 397"/>
                <a:gd name="T16" fmla="*/ 201 w 587"/>
                <a:gd name="T17" fmla="*/ 52 h 397"/>
                <a:gd name="T18" fmla="*/ 173 w 587"/>
                <a:gd name="T19" fmla="*/ 74 h 397"/>
                <a:gd name="T20" fmla="*/ 159 w 587"/>
                <a:gd name="T21" fmla="*/ 78 h 397"/>
                <a:gd name="T22" fmla="*/ 143 w 587"/>
                <a:gd name="T23" fmla="*/ 84 h 397"/>
                <a:gd name="T24" fmla="*/ 135 w 587"/>
                <a:gd name="T25" fmla="*/ 96 h 397"/>
                <a:gd name="T26" fmla="*/ 109 w 587"/>
                <a:gd name="T27" fmla="*/ 118 h 397"/>
                <a:gd name="T28" fmla="*/ 45 w 587"/>
                <a:gd name="T29" fmla="*/ 156 h 397"/>
                <a:gd name="T30" fmla="*/ 0 w 587"/>
                <a:gd name="T31" fmla="*/ 144 h 397"/>
                <a:gd name="T32" fmla="*/ 10 w 587"/>
                <a:gd name="T33" fmla="*/ 170 h 397"/>
                <a:gd name="T34" fmla="*/ 61 w 587"/>
                <a:gd name="T35" fmla="*/ 255 h 397"/>
                <a:gd name="T36" fmla="*/ 61 w 587"/>
                <a:gd name="T37" fmla="*/ 311 h 397"/>
                <a:gd name="T38" fmla="*/ 75 w 587"/>
                <a:gd name="T39" fmla="*/ 315 h 397"/>
                <a:gd name="T40" fmla="*/ 87 w 587"/>
                <a:gd name="T41" fmla="*/ 313 h 397"/>
                <a:gd name="T42" fmla="*/ 113 w 587"/>
                <a:gd name="T43" fmla="*/ 317 h 397"/>
                <a:gd name="T44" fmla="*/ 139 w 587"/>
                <a:gd name="T45" fmla="*/ 321 h 397"/>
                <a:gd name="T46" fmla="*/ 185 w 587"/>
                <a:gd name="T47" fmla="*/ 331 h 397"/>
                <a:gd name="T48" fmla="*/ 203 w 587"/>
                <a:gd name="T49" fmla="*/ 343 h 397"/>
                <a:gd name="T50" fmla="*/ 246 w 587"/>
                <a:gd name="T51" fmla="*/ 345 h 397"/>
                <a:gd name="T52" fmla="*/ 282 w 587"/>
                <a:gd name="T53" fmla="*/ 337 h 397"/>
                <a:gd name="T54" fmla="*/ 310 w 587"/>
                <a:gd name="T55" fmla="*/ 355 h 397"/>
                <a:gd name="T56" fmla="*/ 348 w 587"/>
                <a:gd name="T57" fmla="*/ 387 h 397"/>
                <a:gd name="T58" fmla="*/ 386 w 587"/>
                <a:gd name="T59" fmla="*/ 395 h 397"/>
                <a:gd name="T60" fmla="*/ 414 w 587"/>
                <a:gd name="T61" fmla="*/ 397 h 397"/>
                <a:gd name="T62" fmla="*/ 447 w 587"/>
                <a:gd name="T63" fmla="*/ 347 h 397"/>
                <a:gd name="T64" fmla="*/ 467 w 587"/>
                <a:gd name="T65" fmla="*/ 317 h 397"/>
                <a:gd name="T66" fmla="*/ 481 w 587"/>
                <a:gd name="T67" fmla="*/ 291 h 397"/>
                <a:gd name="T68" fmla="*/ 515 w 587"/>
                <a:gd name="T69" fmla="*/ 251 h 397"/>
                <a:gd name="T70" fmla="*/ 519 w 587"/>
                <a:gd name="T71" fmla="*/ 235 h 397"/>
                <a:gd name="T72" fmla="*/ 519 w 587"/>
                <a:gd name="T73" fmla="*/ 222 h 397"/>
                <a:gd name="T74" fmla="*/ 539 w 587"/>
                <a:gd name="T75" fmla="*/ 164 h 397"/>
                <a:gd name="T76" fmla="*/ 585 w 587"/>
                <a:gd name="T77" fmla="*/ 134 h 397"/>
                <a:gd name="T78" fmla="*/ 577 w 587"/>
                <a:gd name="T79" fmla="*/ 104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87" h="397">
                  <a:moveTo>
                    <a:pt x="577" y="70"/>
                  </a:moveTo>
                  <a:lnTo>
                    <a:pt x="585" y="38"/>
                  </a:lnTo>
                  <a:lnTo>
                    <a:pt x="587" y="30"/>
                  </a:lnTo>
                  <a:lnTo>
                    <a:pt x="563" y="22"/>
                  </a:lnTo>
                  <a:lnTo>
                    <a:pt x="541" y="8"/>
                  </a:lnTo>
                  <a:lnTo>
                    <a:pt x="515" y="0"/>
                  </a:lnTo>
                  <a:lnTo>
                    <a:pt x="469" y="0"/>
                  </a:lnTo>
                  <a:lnTo>
                    <a:pt x="366" y="0"/>
                  </a:lnTo>
                  <a:lnTo>
                    <a:pt x="344" y="8"/>
                  </a:lnTo>
                  <a:lnTo>
                    <a:pt x="308" y="14"/>
                  </a:lnTo>
                  <a:lnTo>
                    <a:pt x="254" y="14"/>
                  </a:lnTo>
                  <a:lnTo>
                    <a:pt x="254" y="14"/>
                  </a:lnTo>
                  <a:lnTo>
                    <a:pt x="231" y="24"/>
                  </a:lnTo>
                  <a:lnTo>
                    <a:pt x="231" y="24"/>
                  </a:lnTo>
                  <a:lnTo>
                    <a:pt x="207" y="38"/>
                  </a:lnTo>
                  <a:lnTo>
                    <a:pt x="207" y="38"/>
                  </a:lnTo>
                  <a:lnTo>
                    <a:pt x="205" y="42"/>
                  </a:lnTo>
                  <a:lnTo>
                    <a:pt x="201" y="52"/>
                  </a:lnTo>
                  <a:lnTo>
                    <a:pt x="197" y="64"/>
                  </a:lnTo>
                  <a:lnTo>
                    <a:pt x="173" y="74"/>
                  </a:lnTo>
                  <a:lnTo>
                    <a:pt x="173" y="74"/>
                  </a:lnTo>
                  <a:lnTo>
                    <a:pt x="159" y="78"/>
                  </a:lnTo>
                  <a:lnTo>
                    <a:pt x="149" y="80"/>
                  </a:lnTo>
                  <a:lnTo>
                    <a:pt x="143" y="84"/>
                  </a:lnTo>
                  <a:lnTo>
                    <a:pt x="143" y="84"/>
                  </a:lnTo>
                  <a:lnTo>
                    <a:pt x="135" y="96"/>
                  </a:lnTo>
                  <a:lnTo>
                    <a:pt x="129" y="106"/>
                  </a:lnTo>
                  <a:lnTo>
                    <a:pt x="109" y="118"/>
                  </a:lnTo>
                  <a:lnTo>
                    <a:pt x="75" y="136"/>
                  </a:lnTo>
                  <a:lnTo>
                    <a:pt x="45" y="156"/>
                  </a:lnTo>
                  <a:lnTo>
                    <a:pt x="20" y="144"/>
                  </a:lnTo>
                  <a:lnTo>
                    <a:pt x="0" y="144"/>
                  </a:lnTo>
                  <a:lnTo>
                    <a:pt x="0" y="144"/>
                  </a:lnTo>
                  <a:lnTo>
                    <a:pt x="10" y="170"/>
                  </a:lnTo>
                  <a:lnTo>
                    <a:pt x="45" y="227"/>
                  </a:lnTo>
                  <a:lnTo>
                    <a:pt x="61" y="255"/>
                  </a:lnTo>
                  <a:lnTo>
                    <a:pt x="61" y="311"/>
                  </a:lnTo>
                  <a:lnTo>
                    <a:pt x="61" y="311"/>
                  </a:lnTo>
                  <a:lnTo>
                    <a:pt x="75" y="315"/>
                  </a:lnTo>
                  <a:lnTo>
                    <a:pt x="75" y="315"/>
                  </a:lnTo>
                  <a:lnTo>
                    <a:pt x="87" y="313"/>
                  </a:lnTo>
                  <a:lnTo>
                    <a:pt x="87" y="313"/>
                  </a:lnTo>
                  <a:lnTo>
                    <a:pt x="99" y="313"/>
                  </a:lnTo>
                  <a:lnTo>
                    <a:pt x="113" y="317"/>
                  </a:lnTo>
                  <a:lnTo>
                    <a:pt x="123" y="321"/>
                  </a:lnTo>
                  <a:lnTo>
                    <a:pt x="139" y="321"/>
                  </a:lnTo>
                  <a:lnTo>
                    <a:pt x="151" y="325"/>
                  </a:lnTo>
                  <a:lnTo>
                    <a:pt x="185" y="331"/>
                  </a:lnTo>
                  <a:lnTo>
                    <a:pt x="191" y="337"/>
                  </a:lnTo>
                  <a:lnTo>
                    <a:pt x="203" y="343"/>
                  </a:lnTo>
                  <a:lnTo>
                    <a:pt x="231" y="345"/>
                  </a:lnTo>
                  <a:lnTo>
                    <a:pt x="246" y="345"/>
                  </a:lnTo>
                  <a:lnTo>
                    <a:pt x="258" y="337"/>
                  </a:lnTo>
                  <a:lnTo>
                    <a:pt x="282" y="337"/>
                  </a:lnTo>
                  <a:lnTo>
                    <a:pt x="302" y="345"/>
                  </a:lnTo>
                  <a:lnTo>
                    <a:pt x="310" y="355"/>
                  </a:lnTo>
                  <a:lnTo>
                    <a:pt x="318" y="371"/>
                  </a:lnTo>
                  <a:lnTo>
                    <a:pt x="348" y="387"/>
                  </a:lnTo>
                  <a:lnTo>
                    <a:pt x="372" y="397"/>
                  </a:lnTo>
                  <a:lnTo>
                    <a:pt x="386" y="395"/>
                  </a:lnTo>
                  <a:lnTo>
                    <a:pt x="414" y="397"/>
                  </a:lnTo>
                  <a:lnTo>
                    <a:pt x="414" y="397"/>
                  </a:lnTo>
                  <a:lnTo>
                    <a:pt x="429" y="361"/>
                  </a:lnTo>
                  <a:lnTo>
                    <a:pt x="447" y="347"/>
                  </a:lnTo>
                  <a:lnTo>
                    <a:pt x="455" y="337"/>
                  </a:lnTo>
                  <a:lnTo>
                    <a:pt x="467" y="317"/>
                  </a:lnTo>
                  <a:lnTo>
                    <a:pt x="469" y="297"/>
                  </a:lnTo>
                  <a:lnTo>
                    <a:pt x="481" y="291"/>
                  </a:lnTo>
                  <a:lnTo>
                    <a:pt x="497" y="287"/>
                  </a:lnTo>
                  <a:lnTo>
                    <a:pt x="515" y="251"/>
                  </a:lnTo>
                  <a:lnTo>
                    <a:pt x="519" y="235"/>
                  </a:lnTo>
                  <a:lnTo>
                    <a:pt x="519" y="235"/>
                  </a:lnTo>
                  <a:lnTo>
                    <a:pt x="519" y="229"/>
                  </a:lnTo>
                  <a:lnTo>
                    <a:pt x="519" y="222"/>
                  </a:lnTo>
                  <a:lnTo>
                    <a:pt x="519" y="222"/>
                  </a:lnTo>
                  <a:lnTo>
                    <a:pt x="539" y="164"/>
                  </a:lnTo>
                  <a:lnTo>
                    <a:pt x="573" y="146"/>
                  </a:lnTo>
                  <a:lnTo>
                    <a:pt x="585" y="134"/>
                  </a:lnTo>
                  <a:lnTo>
                    <a:pt x="585" y="134"/>
                  </a:lnTo>
                  <a:lnTo>
                    <a:pt x="577" y="104"/>
                  </a:lnTo>
                  <a:lnTo>
                    <a:pt x="577" y="7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63" name="Freeform 85">
              <a:extLst>
                <a:ext uri="{FF2B5EF4-FFF2-40B4-BE49-F238E27FC236}">
                  <a16:creationId xmlns:a16="http://schemas.microsoft.com/office/drawing/2014/main" id="{8F37D5D3-61FF-9892-23D6-2D83EE480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13" y="10485438"/>
              <a:ext cx="1046162" cy="1109663"/>
            </a:xfrm>
            <a:custGeom>
              <a:avLst/>
              <a:gdLst>
                <a:gd name="T0" fmla="*/ 635 w 659"/>
                <a:gd name="T1" fmla="*/ 572 h 699"/>
                <a:gd name="T2" fmla="*/ 613 w 659"/>
                <a:gd name="T3" fmla="*/ 568 h 699"/>
                <a:gd name="T4" fmla="*/ 605 w 659"/>
                <a:gd name="T5" fmla="*/ 560 h 699"/>
                <a:gd name="T6" fmla="*/ 603 w 659"/>
                <a:gd name="T7" fmla="*/ 550 h 699"/>
                <a:gd name="T8" fmla="*/ 595 w 659"/>
                <a:gd name="T9" fmla="*/ 544 h 699"/>
                <a:gd name="T10" fmla="*/ 575 w 659"/>
                <a:gd name="T11" fmla="*/ 542 h 699"/>
                <a:gd name="T12" fmla="*/ 571 w 659"/>
                <a:gd name="T13" fmla="*/ 528 h 699"/>
                <a:gd name="T14" fmla="*/ 536 w 659"/>
                <a:gd name="T15" fmla="*/ 512 h 699"/>
                <a:gd name="T16" fmla="*/ 528 w 659"/>
                <a:gd name="T17" fmla="*/ 506 h 699"/>
                <a:gd name="T18" fmla="*/ 518 w 659"/>
                <a:gd name="T19" fmla="*/ 500 h 699"/>
                <a:gd name="T20" fmla="*/ 470 w 659"/>
                <a:gd name="T21" fmla="*/ 456 h 699"/>
                <a:gd name="T22" fmla="*/ 454 w 659"/>
                <a:gd name="T23" fmla="*/ 432 h 699"/>
                <a:gd name="T24" fmla="*/ 404 w 659"/>
                <a:gd name="T25" fmla="*/ 363 h 699"/>
                <a:gd name="T26" fmla="*/ 362 w 659"/>
                <a:gd name="T27" fmla="*/ 311 h 699"/>
                <a:gd name="T28" fmla="*/ 354 w 659"/>
                <a:gd name="T29" fmla="*/ 305 h 699"/>
                <a:gd name="T30" fmla="*/ 350 w 659"/>
                <a:gd name="T31" fmla="*/ 297 h 699"/>
                <a:gd name="T32" fmla="*/ 321 w 659"/>
                <a:gd name="T33" fmla="*/ 261 h 699"/>
                <a:gd name="T34" fmla="*/ 313 w 659"/>
                <a:gd name="T35" fmla="*/ 225 h 699"/>
                <a:gd name="T36" fmla="*/ 311 w 659"/>
                <a:gd name="T37" fmla="*/ 201 h 699"/>
                <a:gd name="T38" fmla="*/ 335 w 659"/>
                <a:gd name="T39" fmla="*/ 126 h 699"/>
                <a:gd name="T40" fmla="*/ 354 w 659"/>
                <a:gd name="T41" fmla="*/ 104 h 699"/>
                <a:gd name="T42" fmla="*/ 350 w 659"/>
                <a:gd name="T43" fmla="*/ 40 h 699"/>
                <a:gd name="T44" fmla="*/ 358 w 659"/>
                <a:gd name="T45" fmla="*/ 0 h 699"/>
                <a:gd name="T46" fmla="*/ 223 w 659"/>
                <a:gd name="T47" fmla="*/ 12 h 699"/>
                <a:gd name="T48" fmla="*/ 132 w 659"/>
                <a:gd name="T49" fmla="*/ 34 h 699"/>
                <a:gd name="T50" fmla="*/ 46 w 659"/>
                <a:gd name="T51" fmla="*/ 64 h 699"/>
                <a:gd name="T52" fmla="*/ 14 w 659"/>
                <a:gd name="T53" fmla="*/ 143 h 699"/>
                <a:gd name="T54" fmla="*/ 0 w 659"/>
                <a:gd name="T55" fmla="*/ 187 h 699"/>
                <a:gd name="T56" fmla="*/ 6 w 659"/>
                <a:gd name="T57" fmla="*/ 201 h 699"/>
                <a:gd name="T58" fmla="*/ 14 w 659"/>
                <a:gd name="T59" fmla="*/ 205 h 699"/>
                <a:gd name="T60" fmla="*/ 48 w 659"/>
                <a:gd name="T61" fmla="*/ 235 h 699"/>
                <a:gd name="T62" fmla="*/ 56 w 659"/>
                <a:gd name="T63" fmla="*/ 285 h 699"/>
                <a:gd name="T64" fmla="*/ 128 w 659"/>
                <a:gd name="T65" fmla="*/ 315 h 699"/>
                <a:gd name="T66" fmla="*/ 150 w 659"/>
                <a:gd name="T67" fmla="*/ 329 h 699"/>
                <a:gd name="T68" fmla="*/ 165 w 659"/>
                <a:gd name="T69" fmla="*/ 333 h 699"/>
                <a:gd name="T70" fmla="*/ 213 w 659"/>
                <a:gd name="T71" fmla="*/ 335 h 699"/>
                <a:gd name="T72" fmla="*/ 239 w 659"/>
                <a:gd name="T73" fmla="*/ 341 h 699"/>
                <a:gd name="T74" fmla="*/ 239 w 659"/>
                <a:gd name="T75" fmla="*/ 361 h 699"/>
                <a:gd name="T76" fmla="*/ 245 w 659"/>
                <a:gd name="T77" fmla="*/ 371 h 699"/>
                <a:gd name="T78" fmla="*/ 245 w 659"/>
                <a:gd name="T79" fmla="*/ 379 h 699"/>
                <a:gd name="T80" fmla="*/ 243 w 659"/>
                <a:gd name="T81" fmla="*/ 385 h 699"/>
                <a:gd name="T82" fmla="*/ 243 w 659"/>
                <a:gd name="T83" fmla="*/ 393 h 699"/>
                <a:gd name="T84" fmla="*/ 243 w 659"/>
                <a:gd name="T85" fmla="*/ 420 h 699"/>
                <a:gd name="T86" fmla="*/ 253 w 659"/>
                <a:gd name="T87" fmla="*/ 454 h 699"/>
                <a:gd name="T88" fmla="*/ 253 w 659"/>
                <a:gd name="T89" fmla="*/ 474 h 699"/>
                <a:gd name="T90" fmla="*/ 261 w 659"/>
                <a:gd name="T91" fmla="*/ 494 h 699"/>
                <a:gd name="T92" fmla="*/ 285 w 659"/>
                <a:gd name="T93" fmla="*/ 542 h 699"/>
                <a:gd name="T94" fmla="*/ 297 w 659"/>
                <a:gd name="T95" fmla="*/ 582 h 699"/>
                <a:gd name="T96" fmla="*/ 303 w 659"/>
                <a:gd name="T97" fmla="*/ 600 h 699"/>
                <a:gd name="T98" fmla="*/ 337 w 659"/>
                <a:gd name="T99" fmla="*/ 606 h 699"/>
                <a:gd name="T100" fmla="*/ 364 w 659"/>
                <a:gd name="T101" fmla="*/ 618 h 699"/>
                <a:gd name="T102" fmla="*/ 406 w 659"/>
                <a:gd name="T103" fmla="*/ 634 h 699"/>
                <a:gd name="T104" fmla="*/ 426 w 659"/>
                <a:gd name="T105" fmla="*/ 658 h 699"/>
                <a:gd name="T106" fmla="*/ 460 w 659"/>
                <a:gd name="T107" fmla="*/ 669 h 699"/>
                <a:gd name="T108" fmla="*/ 478 w 659"/>
                <a:gd name="T109" fmla="*/ 677 h 699"/>
                <a:gd name="T110" fmla="*/ 482 w 659"/>
                <a:gd name="T111" fmla="*/ 687 h 699"/>
                <a:gd name="T112" fmla="*/ 496 w 659"/>
                <a:gd name="T113" fmla="*/ 695 h 699"/>
                <a:gd name="T114" fmla="*/ 532 w 659"/>
                <a:gd name="T115" fmla="*/ 675 h 699"/>
                <a:gd name="T116" fmla="*/ 567 w 659"/>
                <a:gd name="T117" fmla="*/ 626 h 699"/>
                <a:gd name="T118" fmla="*/ 635 w 659"/>
                <a:gd name="T119" fmla="*/ 626 h 699"/>
                <a:gd name="T120" fmla="*/ 655 w 659"/>
                <a:gd name="T121" fmla="*/ 592 h 699"/>
                <a:gd name="T122" fmla="*/ 659 w 659"/>
                <a:gd name="T123" fmla="*/ 556 h 699"/>
                <a:gd name="T124" fmla="*/ 645 w 659"/>
                <a:gd name="T125" fmla="*/ 560 h 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59" h="699">
                  <a:moveTo>
                    <a:pt x="645" y="560"/>
                  </a:moveTo>
                  <a:lnTo>
                    <a:pt x="635" y="572"/>
                  </a:lnTo>
                  <a:lnTo>
                    <a:pt x="623" y="568"/>
                  </a:lnTo>
                  <a:lnTo>
                    <a:pt x="613" y="568"/>
                  </a:lnTo>
                  <a:lnTo>
                    <a:pt x="613" y="568"/>
                  </a:lnTo>
                  <a:lnTo>
                    <a:pt x="605" y="560"/>
                  </a:lnTo>
                  <a:lnTo>
                    <a:pt x="605" y="560"/>
                  </a:lnTo>
                  <a:lnTo>
                    <a:pt x="603" y="550"/>
                  </a:lnTo>
                  <a:lnTo>
                    <a:pt x="603" y="550"/>
                  </a:lnTo>
                  <a:lnTo>
                    <a:pt x="595" y="544"/>
                  </a:lnTo>
                  <a:lnTo>
                    <a:pt x="585" y="544"/>
                  </a:lnTo>
                  <a:lnTo>
                    <a:pt x="575" y="542"/>
                  </a:lnTo>
                  <a:lnTo>
                    <a:pt x="569" y="536"/>
                  </a:lnTo>
                  <a:lnTo>
                    <a:pt x="571" y="528"/>
                  </a:lnTo>
                  <a:lnTo>
                    <a:pt x="536" y="512"/>
                  </a:lnTo>
                  <a:lnTo>
                    <a:pt x="536" y="512"/>
                  </a:lnTo>
                  <a:lnTo>
                    <a:pt x="528" y="506"/>
                  </a:lnTo>
                  <a:lnTo>
                    <a:pt x="528" y="506"/>
                  </a:lnTo>
                  <a:lnTo>
                    <a:pt x="518" y="500"/>
                  </a:lnTo>
                  <a:lnTo>
                    <a:pt x="518" y="500"/>
                  </a:lnTo>
                  <a:lnTo>
                    <a:pt x="492" y="486"/>
                  </a:lnTo>
                  <a:lnTo>
                    <a:pt x="470" y="456"/>
                  </a:lnTo>
                  <a:lnTo>
                    <a:pt x="462" y="452"/>
                  </a:lnTo>
                  <a:lnTo>
                    <a:pt x="454" y="432"/>
                  </a:lnTo>
                  <a:lnTo>
                    <a:pt x="444" y="408"/>
                  </a:lnTo>
                  <a:lnTo>
                    <a:pt x="404" y="363"/>
                  </a:lnTo>
                  <a:lnTo>
                    <a:pt x="402" y="355"/>
                  </a:lnTo>
                  <a:lnTo>
                    <a:pt x="362" y="311"/>
                  </a:lnTo>
                  <a:lnTo>
                    <a:pt x="354" y="305"/>
                  </a:lnTo>
                  <a:lnTo>
                    <a:pt x="354" y="305"/>
                  </a:lnTo>
                  <a:lnTo>
                    <a:pt x="350" y="297"/>
                  </a:lnTo>
                  <a:lnTo>
                    <a:pt x="350" y="297"/>
                  </a:lnTo>
                  <a:lnTo>
                    <a:pt x="337" y="275"/>
                  </a:lnTo>
                  <a:lnTo>
                    <a:pt x="321" y="261"/>
                  </a:lnTo>
                  <a:lnTo>
                    <a:pt x="319" y="241"/>
                  </a:lnTo>
                  <a:lnTo>
                    <a:pt x="313" y="225"/>
                  </a:lnTo>
                  <a:lnTo>
                    <a:pt x="313" y="215"/>
                  </a:lnTo>
                  <a:lnTo>
                    <a:pt x="311" y="201"/>
                  </a:lnTo>
                  <a:lnTo>
                    <a:pt x="321" y="161"/>
                  </a:lnTo>
                  <a:lnTo>
                    <a:pt x="335" y="126"/>
                  </a:lnTo>
                  <a:lnTo>
                    <a:pt x="349" y="114"/>
                  </a:lnTo>
                  <a:lnTo>
                    <a:pt x="354" y="104"/>
                  </a:lnTo>
                  <a:lnTo>
                    <a:pt x="374" y="82"/>
                  </a:lnTo>
                  <a:lnTo>
                    <a:pt x="350" y="40"/>
                  </a:lnTo>
                  <a:lnTo>
                    <a:pt x="350" y="24"/>
                  </a:lnTo>
                  <a:lnTo>
                    <a:pt x="358" y="0"/>
                  </a:lnTo>
                  <a:lnTo>
                    <a:pt x="281" y="0"/>
                  </a:lnTo>
                  <a:lnTo>
                    <a:pt x="223" y="12"/>
                  </a:lnTo>
                  <a:lnTo>
                    <a:pt x="191" y="32"/>
                  </a:lnTo>
                  <a:lnTo>
                    <a:pt x="132" y="34"/>
                  </a:lnTo>
                  <a:lnTo>
                    <a:pt x="94" y="34"/>
                  </a:lnTo>
                  <a:lnTo>
                    <a:pt x="46" y="64"/>
                  </a:lnTo>
                  <a:lnTo>
                    <a:pt x="14" y="110"/>
                  </a:lnTo>
                  <a:lnTo>
                    <a:pt x="14" y="143"/>
                  </a:lnTo>
                  <a:lnTo>
                    <a:pt x="0" y="187"/>
                  </a:lnTo>
                  <a:lnTo>
                    <a:pt x="0" y="187"/>
                  </a:lnTo>
                  <a:lnTo>
                    <a:pt x="0" y="187"/>
                  </a:lnTo>
                  <a:lnTo>
                    <a:pt x="6" y="201"/>
                  </a:lnTo>
                  <a:lnTo>
                    <a:pt x="6" y="201"/>
                  </a:lnTo>
                  <a:lnTo>
                    <a:pt x="14" y="205"/>
                  </a:lnTo>
                  <a:lnTo>
                    <a:pt x="14" y="205"/>
                  </a:lnTo>
                  <a:lnTo>
                    <a:pt x="48" y="235"/>
                  </a:lnTo>
                  <a:lnTo>
                    <a:pt x="54" y="273"/>
                  </a:lnTo>
                  <a:lnTo>
                    <a:pt x="56" y="285"/>
                  </a:lnTo>
                  <a:lnTo>
                    <a:pt x="92" y="309"/>
                  </a:lnTo>
                  <a:lnTo>
                    <a:pt x="128" y="315"/>
                  </a:lnTo>
                  <a:lnTo>
                    <a:pt x="144" y="323"/>
                  </a:lnTo>
                  <a:lnTo>
                    <a:pt x="150" y="329"/>
                  </a:lnTo>
                  <a:lnTo>
                    <a:pt x="158" y="337"/>
                  </a:lnTo>
                  <a:lnTo>
                    <a:pt x="165" y="333"/>
                  </a:lnTo>
                  <a:lnTo>
                    <a:pt x="189" y="337"/>
                  </a:lnTo>
                  <a:lnTo>
                    <a:pt x="213" y="335"/>
                  </a:lnTo>
                  <a:lnTo>
                    <a:pt x="227" y="333"/>
                  </a:lnTo>
                  <a:lnTo>
                    <a:pt x="239" y="341"/>
                  </a:lnTo>
                  <a:lnTo>
                    <a:pt x="239" y="341"/>
                  </a:lnTo>
                  <a:lnTo>
                    <a:pt x="239" y="361"/>
                  </a:lnTo>
                  <a:lnTo>
                    <a:pt x="239" y="361"/>
                  </a:lnTo>
                  <a:lnTo>
                    <a:pt x="245" y="371"/>
                  </a:lnTo>
                  <a:lnTo>
                    <a:pt x="245" y="371"/>
                  </a:lnTo>
                  <a:lnTo>
                    <a:pt x="245" y="379"/>
                  </a:lnTo>
                  <a:lnTo>
                    <a:pt x="243" y="383"/>
                  </a:lnTo>
                  <a:lnTo>
                    <a:pt x="243" y="385"/>
                  </a:lnTo>
                  <a:lnTo>
                    <a:pt x="243" y="385"/>
                  </a:lnTo>
                  <a:lnTo>
                    <a:pt x="243" y="393"/>
                  </a:lnTo>
                  <a:lnTo>
                    <a:pt x="245" y="400"/>
                  </a:lnTo>
                  <a:lnTo>
                    <a:pt x="243" y="420"/>
                  </a:lnTo>
                  <a:lnTo>
                    <a:pt x="245" y="426"/>
                  </a:lnTo>
                  <a:lnTo>
                    <a:pt x="253" y="454"/>
                  </a:lnTo>
                  <a:lnTo>
                    <a:pt x="253" y="454"/>
                  </a:lnTo>
                  <a:lnTo>
                    <a:pt x="253" y="474"/>
                  </a:lnTo>
                  <a:lnTo>
                    <a:pt x="253" y="474"/>
                  </a:lnTo>
                  <a:lnTo>
                    <a:pt x="261" y="494"/>
                  </a:lnTo>
                  <a:lnTo>
                    <a:pt x="267" y="522"/>
                  </a:lnTo>
                  <a:lnTo>
                    <a:pt x="285" y="542"/>
                  </a:lnTo>
                  <a:lnTo>
                    <a:pt x="287" y="570"/>
                  </a:lnTo>
                  <a:lnTo>
                    <a:pt x="297" y="582"/>
                  </a:lnTo>
                  <a:lnTo>
                    <a:pt x="297" y="590"/>
                  </a:lnTo>
                  <a:lnTo>
                    <a:pt x="303" y="600"/>
                  </a:lnTo>
                  <a:lnTo>
                    <a:pt x="321" y="600"/>
                  </a:lnTo>
                  <a:lnTo>
                    <a:pt x="337" y="606"/>
                  </a:lnTo>
                  <a:lnTo>
                    <a:pt x="352" y="612"/>
                  </a:lnTo>
                  <a:lnTo>
                    <a:pt x="364" y="618"/>
                  </a:lnTo>
                  <a:lnTo>
                    <a:pt x="388" y="622"/>
                  </a:lnTo>
                  <a:lnTo>
                    <a:pt x="406" y="634"/>
                  </a:lnTo>
                  <a:lnTo>
                    <a:pt x="420" y="646"/>
                  </a:lnTo>
                  <a:lnTo>
                    <a:pt x="426" y="658"/>
                  </a:lnTo>
                  <a:lnTo>
                    <a:pt x="438" y="661"/>
                  </a:lnTo>
                  <a:lnTo>
                    <a:pt x="460" y="669"/>
                  </a:lnTo>
                  <a:lnTo>
                    <a:pt x="478" y="677"/>
                  </a:lnTo>
                  <a:lnTo>
                    <a:pt x="478" y="677"/>
                  </a:lnTo>
                  <a:lnTo>
                    <a:pt x="482" y="687"/>
                  </a:lnTo>
                  <a:lnTo>
                    <a:pt x="482" y="687"/>
                  </a:lnTo>
                  <a:lnTo>
                    <a:pt x="490" y="691"/>
                  </a:lnTo>
                  <a:lnTo>
                    <a:pt x="496" y="695"/>
                  </a:lnTo>
                  <a:lnTo>
                    <a:pt x="522" y="699"/>
                  </a:lnTo>
                  <a:lnTo>
                    <a:pt x="532" y="675"/>
                  </a:lnTo>
                  <a:lnTo>
                    <a:pt x="545" y="646"/>
                  </a:lnTo>
                  <a:lnTo>
                    <a:pt x="567" y="626"/>
                  </a:lnTo>
                  <a:lnTo>
                    <a:pt x="605" y="626"/>
                  </a:lnTo>
                  <a:lnTo>
                    <a:pt x="635" y="626"/>
                  </a:lnTo>
                  <a:lnTo>
                    <a:pt x="657" y="616"/>
                  </a:lnTo>
                  <a:lnTo>
                    <a:pt x="655" y="592"/>
                  </a:lnTo>
                  <a:lnTo>
                    <a:pt x="651" y="570"/>
                  </a:lnTo>
                  <a:lnTo>
                    <a:pt x="659" y="556"/>
                  </a:lnTo>
                  <a:lnTo>
                    <a:pt x="651" y="556"/>
                  </a:lnTo>
                  <a:lnTo>
                    <a:pt x="645" y="56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64" name="Freeform 86">
              <a:extLst>
                <a:ext uri="{FF2B5EF4-FFF2-40B4-BE49-F238E27FC236}">
                  <a16:creationId xmlns:a16="http://schemas.microsoft.com/office/drawing/2014/main" id="{02EC2FAE-CA4F-4A7D-8F26-B3B3752A8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513" y="9745663"/>
              <a:ext cx="1057275" cy="892175"/>
            </a:xfrm>
            <a:custGeom>
              <a:avLst/>
              <a:gdLst>
                <a:gd name="T0" fmla="*/ 600 w 666"/>
                <a:gd name="T1" fmla="*/ 235 h 562"/>
                <a:gd name="T2" fmla="*/ 585 w 666"/>
                <a:gd name="T3" fmla="*/ 241 h 562"/>
                <a:gd name="T4" fmla="*/ 533 w 666"/>
                <a:gd name="T5" fmla="*/ 205 h 562"/>
                <a:gd name="T6" fmla="*/ 515 w 666"/>
                <a:gd name="T7" fmla="*/ 155 h 562"/>
                <a:gd name="T8" fmla="*/ 461 w 666"/>
                <a:gd name="T9" fmla="*/ 119 h 562"/>
                <a:gd name="T10" fmla="*/ 419 w 666"/>
                <a:gd name="T11" fmla="*/ 97 h 562"/>
                <a:gd name="T12" fmla="*/ 402 w 666"/>
                <a:gd name="T13" fmla="*/ 95 h 562"/>
                <a:gd name="T14" fmla="*/ 358 w 666"/>
                <a:gd name="T15" fmla="*/ 81 h 562"/>
                <a:gd name="T16" fmla="*/ 316 w 666"/>
                <a:gd name="T17" fmla="*/ 81 h 562"/>
                <a:gd name="T18" fmla="*/ 280 w 666"/>
                <a:gd name="T19" fmla="*/ 89 h 562"/>
                <a:gd name="T20" fmla="*/ 264 w 666"/>
                <a:gd name="T21" fmla="*/ 81 h 562"/>
                <a:gd name="T22" fmla="*/ 262 w 666"/>
                <a:gd name="T23" fmla="*/ 75 h 562"/>
                <a:gd name="T24" fmla="*/ 240 w 666"/>
                <a:gd name="T25" fmla="*/ 64 h 562"/>
                <a:gd name="T26" fmla="*/ 218 w 666"/>
                <a:gd name="T27" fmla="*/ 40 h 562"/>
                <a:gd name="T28" fmla="*/ 183 w 666"/>
                <a:gd name="T29" fmla="*/ 8 h 562"/>
                <a:gd name="T30" fmla="*/ 151 w 666"/>
                <a:gd name="T31" fmla="*/ 8 h 562"/>
                <a:gd name="T32" fmla="*/ 127 w 666"/>
                <a:gd name="T33" fmla="*/ 4 h 562"/>
                <a:gd name="T34" fmla="*/ 117 w 666"/>
                <a:gd name="T35" fmla="*/ 2 h 562"/>
                <a:gd name="T36" fmla="*/ 85 w 666"/>
                <a:gd name="T37" fmla="*/ 14 h 562"/>
                <a:gd name="T38" fmla="*/ 57 w 666"/>
                <a:gd name="T39" fmla="*/ 16 h 562"/>
                <a:gd name="T40" fmla="*/ 20 w 666"/>
                <a:gd name="T41" fmla="*/ 38 h 562"/>
                <a:gd name="T42" fmla="*/ 0 w 666"/>
                <a:gd name="T43" fmla="*/ 58 h 562"/>
                <a:gd name="T44" fmla="*/ 8 w 666"/>
                <a:gd name="T45" fmla="*/ 85 h 562"/>
                <a:gd name="T46" fmla="*/ 37 w 666"/>
                <a:gd name="T47" fmla="*/ 113 h 562"/>
                <a:gd name="T48" fmla="*/ 91 w 666"/>
                <a:gd name="T49" fmla="*/ 149 h 562"/>
                <a:gd name="T50" fmla="*/ 115 w 666"/>
                <a:gd name="T51" fmla="*/ 211 h 562"/>
                <a:gd name="T52" fmla="*/ 115 w 666"/>
                <a:gd name="T53" fmla="*/ 233 h 562"/>
                <a:gd name="T54" fmla="*/ 129 w 666"/>
                <a:gd name="T55" fmla="*/ 251 h 562"/>
                <a:gd name="T56" fmla="*/ 147 w 666"/>
                <a:gd name="T57" fmla="*/ 277 h 562"/>
                <a:gd name="T58" fmla="*/ 159 w 666"/>
                <a:gd name="T59" fmla="*/ 293 h 562"/>
                <a:gd name="T60" fmla="*/ 179 w 666"/>
                <a:gd name="T61" fmla="*/ 323 h 562"/>
                <a:gd name="T62" fmla="*/ 248 w 666"/>
                <a:gd name="T63" fmla="*/ 356 h 562"/>
                <a:gd name="T64" fmla="*/ 258 w 666"/>
                <a:gd name="T65" fmla="*/ 356 h 562"/>
                <a:gd name="T66" fmla="*/ 340 w 666"/>
                <a:gd name="T67" fmla="*/ 390 h 562"/>
                <a:gd name="T68" fmla="*/ 384 w 666"/>
                <a:gd name="T69" fmla="*/ 404 h 562"/>
                <a:gd name="T70" fmla="*/ 394 w 666"/>
                <a:gd name="T71" fmla="*/ 416 h 562"/>
                <a:gd name="T72" fmla="*/ 441 w 666"/>
                <a:gd name="T73" fmla="*/ 440 h 562"/>
                <a:gd name="T74" fmla="*/ 429 w 666"/>
                <a:gd name="T75" fmla="*/ 540 h 562"/>
                <a:gd name="T76" fmla="*/ 487 w 666"/>
                <a:gd name="T77" fmla="*/ 518 h 562"/>
                <a:gd name="T78" fmla="*/ 543 w 666"/>
                <a:gd name="T79" fmla="*/ 432 h 562"/>
                <a:gd name="T80" fmla="*/ 612 w 666"/>
                <a:gd name="T81" fmla="*/ 378 h 562"/>
                <a:gd name="T82" fmla="*/ 638 w 666"/>
                <a:gd name="T83" fmla="*/ 317 h 562"/>
                <a:gd name="T84" fmla="*/ 656 w 666"/>
                <a:gd name="T85" fmla="*/ 271 h 562"/>
                <a:gd name="T86" fmla="*/ 666 w 666"/>
                <a:gd name="T87" fmla="*/ 227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66" h="562">
                  <a:moveTo>
                    <a:pt x="606" y="231"/>
                  </a:moveTo>
                  <a:lnTo>
                    <a:pt x="606" y="231"/>
                  </a:lnTo>
                  <a:lnTo>
                    <a:pt x="600" y="235"/>
                  </a:lnTo>
                  <a:lnTo>
                    <a:pt x="600" y="235"/>
                  </a:lnTo>
                  <a:lnTo>
                    <a:pt x="589" y="237"/>
                  </a:lnTo>
                  <a:lnTo>
                    <a:pt x="585" y="241"/>
                  </a:lnTo>
                  <a:lnTo>
                    <a:pt x="575" y="239"/>
                  </a:lnTo>
                  <a:lnTo>
                    <a:pt x="537" y="213"/>
                  </a:lnTo>
                  <a:lnTo>
                    <a:pt x="533" y="205"/>
                  </a:lnTo>
                  <a:lnTo>
                    <a:pt x="521" y="191"/>
                  </a:lnTo>
                  <a:lnTo>
                    <a:pt x="519" y="171"/>
                  </a:lnTo>
                  <a:lnTo>
                    <a:pt x="515" y="155"/>
                  </a:lnTo>
                  <a:lnTo>
                    <a:pt x="493" y="143"/>
                  </a:lnTo>
                  <a:lnTo>
                    <a:pt x="485" y="143"/>
                  </a:lnTo>
                  <a:lnTo>
                    <a:pt x="461" y="119"/>
                  </a:lnTo>
                  <a:lnTo>
                    <a:pt x="437" y="115"/>
                  </a:lnTo>
                  <a:lnTo>
                    <a:pt x="419" y="97"/>
                  </a:lnTo>
                  <a:lnTo>
                    <a:pt x="419" y="97"/>
                  </a:lnTo>
                  <a:lnTo>
                    <a:pt x="407" y="99"/>
                  </a:lnTo>
                  <a:lnTo>
                    <a:pt x="407" y="99"/>
                  </a:lnTo>
                  <a:lnTo>
                    <a:pt x="402" y="95"/>
                  </a:lnTo>
                  <a:lnTo>
                    <a:pt x="398" y="93"/>
                  </a:lnTo>
                  <a:lnTo>
                    <a:pt x="372" y="89"/>
                  </a:lnTo>
                  <a:lnTo>
                    <a:pt x="358" y="81"/>
                  </a:lnTo>
                  <a:lnTo>
                    <a:pt x="334" y="81"/>
                  </a:lnTo>
                  <a:lnTo>
                    <a:pt x="324" y="85"/>
                  </a:lnTo>
                  <a:lnTo>
                    <a:pt x="316" y="81"/>
                  </a:lnTo>
                  <a:lnTo>
                    <a:pt x="300" y="89"/>
                  </a:lnTo>
                  <a:lnTo>
                    <a:pt x="280" y="89"/>
                  </a:lnTo>
                  <a:lnTo>
                    <a:pt x="280" y="89"/>
                  </a:lnTo>
                  <a:lnTo>
                    <a:pt x="274" y="83"/>
                  </a:lnTo>
                  <a:lnTo>
                    <a:pt x="274" y="83"/>
                  </a:lnTo>
                  <a:lnTo>
                    <a:pt x="264" y="81"/>
                  </a:lnTo>
                  <a:lnTo>
                    <a:pt x="264" y="81"/>
                  </a:lnTo>
                  <a:lnTo>
                    <a:pt x="264" y="79"/>
                  </a:lnTo>
                  <a:lnTo>
                    <a:pt x="262" y="75"/>
                  </a:lnTo>
                  <a:lnTo>
                    <a:pt x="262" y="75"/>
                  </a:lnTo>
                  <a:lnTo>
                    <a:pt x="252" y="73"/>
                  </a:lnTo>
                  <a:lnTo>
                    <a:pt x="240" y="64"/>
                  </a:lnTo>
                  <a:lnTo>
                    <a:pt x="226" y="58"/>
                  </a:lnTo>
                  <a:lnTo>
                    <a:pt x="218" y="46"/>
                  </a:lnTo>
                  <a:lnTo>
                    <a:pt x="218" y="40"/>
                  </a:lnTo>
                  <a:lnTo>
                    <a:pt x="201" y="26"/>
                  </a:lnTo>
                  <a:lnTo>
                    <a:pt x="183" y="8"/>
                  </a:lnTo>
                  <a:lnTo>
                    <a:pt x="183" y="8"/>
                  </a:lnTo>
                  <a:lnTo>
                    <a:pt x="165" y="8"/>
                  </a:lnTo>
                  <a:lnTo>
                    <a:pt x="165" y="8"/>
                  </a:lnTo>
                  <a:lnTo>
                    <a:pt x="151" y="8"/>
                  </a:lnTo>
                  <a:lnTo>
                    <a:pt x="145" y="0"/>
                  </a:lnTo>
                  <a:lnTo>
                    <a:pt x="139" y="0"/>
                  </a:lnTo>
                  <a:lnTo>
                    <a:pt x="127" y="4"/>
                  </a:lnTo>
                  <a:lnTo>
                    <a:pt x="127" y="4"/>
                  </a:lnTo>
                  <a:lnTo>
                    <a:pt x="117" y="2"/>
                  </a:lnTo>
                  <a:lnTo>
                    <a:pt x="117" y="2"/>
                  </a:lnTo>
                  <a:lnTo>
                    <a:pt x="105" y="0"/>
                  </a:lnTo>
                  <a:lnTo>
                    <a:pt x="93" y="12"/>
                  </a:lnTo>
                  <a:lnTo>
                    <a:pt x="85" y="14"/>
                  </a:lnTo>
                  <a:lnTo>
                    <a:pt x="85" y="14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3" y="14"/>
                  </a:lnTo>
                  <a:lnTo>
                    <a:pt x="31" y="20"/>
                  </a:lnTo>
                  <a:lnTo>
                    <a:pt x="20" y="38"/>
                  </a:lnTo>
                  <a:lnTo>
                    <a:pt x="20" y="46"/>
                  </a:lnTo>
                  <a:lnTo>
                    <a:pt x="12" y="58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8" y="85"/>
                  </a:lnTo>
                  <a:lnTo>
                    <a:pt x="8" y="85"/>
                  </a:lnTo>
                  <a:lnTo>
                    <a:pt x="21" y="97"/>
                  </a:lnTo>
                  <a:lnTo>
                    <a:pt x="25" y="109"/>
                  </a:lnTo>
                  <a:lnTo>
                    <a:pt x="37" y="113"/>
                  </a:lnTo>
                  <a:lnTo>
                    <a:pt x="49" y="121"/>
                  </a:lnTo>
                  <a:lnTo>
                    <a:pt x="57" y="135"/>
                  </a:lnTo>
                  <a:lnTo>
                    <a:pt x="91" y="149"/>
                  </a:lnTo>
                  <a:lnTo>
                    <a:pt x="99" y="181"/>
                  </a:lnTo>
                  <a:lnTo>
                    <a:pt x="113" y="191"/>
                  </a:lnTo>
                  <a:lnTo>
                    <a:pt x="115" y="211"/>
                  </a:lnTo>
                  <a:lnTo>
                    <a:pt x="121" y="223"/>
                  </a:lnTo>
                  <a:lnTo>
                    <a:pt x="115" y="233"/>
                  </a:lnTo>
                  <a:lnTo>
                    <a:pt x="115" y="233"/>
                  </a:lnTo>
                  <a:lnTo>
                    <a:pt x="129" y="245"/>
                  </a:lnTo>
                  <a:lnTo>
                    <a:pt x="129" y="245"/>
                  </a:lnTo>
                  <a:lnTo>
                    <a:pt x="129" y="251"/>
                  </a:lnTo>
                  <a:lnTo>
                    <a:pt x="147" y="271"/>
                  </a:lnTo>
                  <a:lnTo>
                    <a:pt x="147" y="277"/>
                  </a:lnTo>
                  <a:lnTo>
                    <a:pt x="147" y="277"/>
                  </a:lnTo>
                  <a:lnTo>
                    <a:pt x="153" y="283"/>
                  </a:lnTo>
                  <a:lnTo>
                    <a:pt x="153" y="283"/>
                  </a:lnTo>
                  <a:lnTo>
                    <a:pt x="159" y="293"/>
                  </a:lnTo>
                  <a:lnTo>
                    <a:pt x="159" y="293"/>
                  </a:lnTo>
                  <a:lnTo>
                    <a:pt x="179" y="297"/>
                  </a:lnTo>
                  <a:lnTo>
                    <a:pt x="179" y="323"/>
                  </a:lnTo>
                  <a:lnTo>
                    <a:pt x="193" y="333"/>
                  </a:lnTo>
                  <a:lnTo>
                    <a:pt x="205" y="333"/>
                  </a:lnTo>
                  <a:lnTo>
                    <a:pt x="248" y="356"/>
                  </a:lnTo>
                  <a:lnTo>
                    <a:pt x="248" y="356"/>
                  </a:lnTo>
                  <a:lnTo>
                    <a:pt x="258" y="356"/>
                  </a:lnTo>
                  <a:lnTo>
                    <a:pt x="258" y="356"/>
                  </a:lnTo>
                  <a:lnTo>
                    <a:pt x="298" y="384"/>
                  </a:lnTo>
                  <a:lnTo>
                    <a:pt x="324" y="386"/>
                  </a:lnTo>
                  <a:lnTo>
                    <a:pt x="340" y="390"/>
                  </a:lnTo>
                  <a:lnTo>
                    <a:pt x="354" y="390"/>
                  </a:lnTo>
                  <a:lnTo>
                    <a:pt x="372" y="394"/>
                  </a:lnTo>
                  <a:lnTo>
                    <a:pt x="384" y="404"/>
                  </a:lnTo>
                  <a:lnTo>
                    <a:pt x="384" y="404"/>
                  </a:lnTo>
                  <a:lnTo>
                    <a:pt x="394" y="416"/>
                  </a:lnTo>
                  <a:lnTo>
                    <a:pt x="394" y="416"/>
                  </a:lnTo>
                  <a:lnTo>
                    <a:pt x="407" y="424"/>
                  </a:lnTo>
                  <a:lnTo>
                    <a:pt x="429" y="444"/>
                  </a:lnTo>
                  <a:lnTo>
                    <a:pt x="441" y="440"/>
                  </a:lnTo>
                  <a:lnTo>
                    <a:pt x="437" y="478"/>
                  </a:lnTo>
                  <a:lnTo>
                    <a:pt x="427" y="512"/>
                  </a:lnTo>
                  <a:lnTo>
                    <a:pt x="429" y="540"/>
                  </a:lnTo>
                  <a:lnTo>
                    <a:pt x="425" y="554"/>
                  </a:lnTo>
                  <a:lnTo>
                    <a:pt x="443" y="562"/>
                  </a:lnTo>
                  <a:lnTo>
                    <a:pt x="487" y="518"/>
                  </a:lnTo>
                  <a:lnTo>
                    <a:pt x="535" y="474"/>
                  </a:lnTo>
                  <a:lnTo>
                    <a:pt x="539" y="448"/>
                  </a:lnTo>
                  <a:lnTo>
                    <a:pt x="543" y="432"/>
                  </a:lnTo>
                  <a:lnTo>
                    <a:pt x="561" y="412"/>
                  </a:lnTo>
                  <a:lnTo>
                    <a:pt x="585" y="396"/>
                  </a:lnTo>
                  <a:lnTo>
                    <a:pt x="612" y="378"/>
                  </a:lnTo>
                  <a:lnTo>
                    <a:pt x="632" y="354"/>
                  </a:lnTo>
                  <a:lnTo>
                    <a:pt x="638" y="317"/>
                  </a:lnTo>
                  <a:lnTo>
                    <a:pt x="638" y="317"/>
                  </a:lnTo>
                  <a:lnTo>
                    <a:pt x="648" y="295"/>
                  </a:lnTo>
                  <a:lnTo>
                    <a:pt x="656" y="271"/>
                  </a:lnTo>
                  <a:lnTo>
                    <a:pt x="656" y="271"/>
                  </a:lnTo>
                  <a:lnTo>
                    <a:pt x="664" y="249"/>
                  </a:lnTo>
                  <a:lnTo>
                    <a:pt x="666" y="227"/>
                  </a:lnTo>
                  <a:lnTo>
                    <a:pt x="666" y="227"/>
                  </a:lnTo>
                  <a:lnTo>
                    <a:pt x="648" y="227"/>
                  </a:lnTo>
                  <a:lnTo>
                    <a:pt x="606" y="231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65" name="Freeform 87">
              <a:extLst>
                <a:ext uri="{FF2B5EF4-FFF2-40B4-BE49-F238E27FC236}">
                  <a16:creationId xmlns:a16="http://schemas.microsoft.com/office/drawing/2014/main" id="{A059F2AF-9D96-17F0-69F4-CFA4F1AC1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763" y="11241088"/>
              <a:ext cx="654050" cy="800100"/>
            </a:xfrm>
            <a:custGeom>
              <a:avLst/>
              <a:gdLst>
                <a:gd name="T0" fmla="*/ 143 w 412"/>
                <a:gd name="T1" fmla="*/ 474 h 504"/>
                <a:gd name="T2" fmla="*/ 131 w 412"/>
                <a:gd name="T3" fmla="*/ 429 h 504"/>
                <a:gd name="T4" fmla="*/ 121 w 412"/>
                <a:gd name="T5" fmla="*/ 421 h 504"/>
                <a:gd name="T6" fmla="*/ 143 w 412"/>
                <a:gd name="T7" fmla="*/ 347 h 504"/>
                <a:gd name="T8" fmla="*/ 151 w 412"/>
                <a:gd name="T9" fmla="*/ 337 h 504"/>
                <a:gd name="T10" fmla="*/ 161 w 412"/>
                <a:gd name="T11" fmla="*/ 323 h 504"/>
                <a:gd name="T12" fmla="*/ 195 w 412"/>
                <a:gd name="T13" fmla="*/ 327 h 504"/>
                <a:gd name="T14" fmla="*/ 209 w 412"/>
                <a:gd name="T15" fmla="*/ 329 h 504"/>
                <a:gd name="T16" fmla="*/ 217 w 412"/>
                <a:gd name="T17" fmla="*/ 331 h 504"/>
                <a:gd name="T18" fmla="*/ 252 w 412"/>
                <a:gd name="T19" fmla="*/ 307 h 504"/>
                <a:gd name="T20" fmla="*/ 274 w 412"/>
                <a:gd name="T21" fmla="*/ 303 h 504"/>
                <a:gd name="T22" fmla="*/ 312 w 412"/>
                <a:gd name="T23" fmla="*/ 313 h 504"/>
                <a:gd name="T24" fmla="*/ 324 w 412"/>
                <a:gd name="T25" fmla="*/ 327 h 504"/>
                <a:gd name="T26" fmla="*/ 326 w 412"/>
                <a:gd name="T27" fmla="*/ 341 h 504"/>
                <a:gd name="T28" fmla="*/ 332 w 412"/>
                <a:gd name="T29" fmla="*/ 345 h 504"/>
                <a:gd name="T30" fmla="*/ 366 w 412"/>
                <a:gd name="T31" fmla="*/ 325 h 504"/>
                <a:gd name="T32" fmla="*/ 378 w 412"/>
                <a:gd name="T33" fmla="*/ 323 h 504"/>
                <a:gd name="T34" fmla="*/ 406 w 412"/>
                <a:gd name="T35" fmla="*/ 305 h 504"/>
                <a:gd name="T36" fmla="*/ 402 w 412"/>
                <a:gd name="T37" fmla="*/ 299 h 504"/>
                <a:gd name="T38" fmla="*/ 404 w 412"/>
                <a:gd name="T39" fmla="*/ 285 h 504"/>
                <a:gd name="T40" fmla="*/ 408 w 412"/>
                <a:gd name="T41" fmla="*/ 265 h 504"/>
                <a:gd name="T42" fmla="*/ 402 w 412"/>
                <a:gd name="T43" fmla="*/ 241 h 504"/>
                <a:gd name="T44" fmla="*/ 400 w 412"/>
                <a:gd name="T45" fmla="*/ 211 h 504"/>
                <a:gd name="T46" fmla="*/ 406 w 412"/>
                <a:gd name="T47" fmla="*/ 201 h 504"/>
                <a:gd name="T48" fmla="*/ 412 w 412"/>
                <a:gd name="T49" fmla="*/ 189 h 504"/>
                <a:gd name="T50" fmla="*/ 412 w 412"/>
                <a:gd name="T51" fmla="*/ 146 h 504"/>
                <a:gd name="T52" fmla="*/ 402 w 412"/>
                <a:gd name="T53" fmla="*/ 136 h 504"/>
                <a:gd name="T54" fmla="*/ 386 w 412"/>
                <a:gd name="T55" fmla="*/ 124 h 504"/>
                <a:gd name="T56" fmla="*/ 374 w 412"/>
                <a:gd name="T57" fmla="*/ 130 h 504"/>
                <a:gd name="T58" fmla="*/ 350 w 412"/>
                <a:gd name="T59" fmla="*/ 122 h 504"/>
                <a:gd name="T60" fmla="*/ 284 w 412"/>
                <a:gd name="T61" fmla="*/ 58 h 504"/>
                <a:gd name="T62" fmla="*/ 250 w 412"/>
                <a:gd name="T63" fmla="*/ 18 h 504"/>
                <a:gd name="T64" fmla="*/ 213 w 412"/>
                <a:gd name="T65" fmla="*/ 40 h 504"/>
                <a:gd name="T66" fmla="*/ 191 w 412"/>
                <a:gd name="T67" fmla="*/ 58 h 504"/>
                <a:gd name="T68" fmla="*/ 155 w 412"/>
                <a:gd name="T69" fmla="*/ 116 h 504"/>
                <a:gd name="T70" fmla="*/ 105 w 412"/>
                <a:gd name="T71" fmla="*/ 150 h 504"/>
                <a:gd name="T72" fmla="*/ 32 w 412"/>
                <a:gd name="T73" fmla="*/ 199 h 504"/>
                <a:gd name="T74" fmla="*/ 0 w 412"/>
                <a:gd name="T75" fmla="*/ 327 h 504"/>
                <a:gd name="T76" fmla="*/ 63 w 412"/>
                <a:gd name="T77" fmla="*/ 401 h 504"/>
                <a:gd name="T78" fmla="*/ 97 w 412"/>
                <a:gd name="T79" fmla="*/ 421 h 504"/>
                <a:gd name="T80" fmla="*/ 115 w 412"/>
                <a:gd name="T81" fmla="*/ 474 h 504"/>
                <a:gd name="T82" fmla="*/ 125 w 412"/>
                <a:gd name="T83" fmla="*/ 504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12" h="504">
                  <a:moveTo>
                    <a:pt x="143" y="474"/>
                  </a:moveTo>
                  <a:lnTo>
                    <a:pt x="143" y="474"/>
                  </a:lnTo>
                  <a:lnTo>
                    <a:pt x="143" y="474"/>
                  </a:lnTo>
                  <a:lnTo>
                    <a:pt x="133" y="445"/>
                  </a:lnTo>
                  <a:lnTo>
                    <a:pt x="129" y="435"/>
                  </a:lnTo>
                  <a:lnTo>
                    <a:pt x="131" y="429"/>
                  </a:lnTo>
                  <a:lnTo>
                    <a:pt x="131" y="429"/>
                  </a:lnTo>
                  <a:lnTo>
                    <a:pt x="121" y="421"/>
                  </a:lnTo>
                  <a:lnTo>
                    <a:pt x="121" y="421"/>
                  </a:lnTo>
                  <a:lnTo>
                    <a:pt x="121" y="367"/>
                  </a:lnTo>
                  <a:lnTo>
                    <a:pt x="143" y="367"/>
                  </a:lnTo>
                  <a:lnTo>
                    <a:pt x="143" y="347"/>
                  </a:lnTo>
                  <a:lnTo>
                    <a:pt x="143" y="347"/>
                  </a:lnTo>
                  <a:lnTo>
                    <a:pt x="151" y="337"/>
                  </a:lnTo>
                  <a:lnTo>
                    <a:pt x="151" y="337"/>
                  </a:lnTo>
                  <a:lnTo>
                    <a:pt x="153" y="327"/>
                  </a:lnTo>
                  <a:lnTo>
                    <a:pt x="153" y="327"/>
                  </a:lnTo>
                  <a:lnTo>
                    <a:pt x="161" y="323"/>
                  </a:lnTo>
                  <a:lnTo>
                    <a:pt x="161" y="323"/>
                  </a:lnTo>
                  <a:lnTo>
                    <a:pt x="187" y="325"/>
                  </a:lnTo>
                  <a:lnTo>
                    <a:pt x="195" y="327"/>
                  </a:lnTo>
                  <a:lnTo>
                    <a:pt x="195" y="327"/>
                  </a:lnTo>
                  <a:lnTo>
                    <a:pt x="209" y="329"/>
                  </a:lnTo>
                  <a:lnTo>
                    <a:pt x="209" y="329"/>
                  </a:lnTo>
                  <a:lnTo>
                    <a:pt x="213" y="331"/>
                  </a:lnTo>
                  <a:lnTo>
                    <a:pt x="217" y="331"/>
                  </a:lnTo>
                  <a:lnTo>
                    <a:pt x="217" y="331"/>
                  </a:lnTo>
                  <a:lnTo>
                    <a:pt x="234" y="319"/>
                  </a:lnTo>
                  <a:lnTo>
                    <a:pt x="234" y="319"/>
                  </a:lnTo>
                  <a:lnTo>
                    <a:pt x="252" y="307"/>
                  </a:lnTo>
                  <a:lnTo>
                    <a:pt x="252" y="307"/>
                  </a:lnTo>
                  <a:lnTo>
                    <a:pt x="256" y="305"/>
                  </a:lnTo>
                  <a:lnTo>
                    <a:pt x="274" y="303"/>
                  </a:lnTo>
                  <a:lnTo>
                    <a:pt x="300" y="305"/>
                  </a:lnTo>
                  <a:lnTo>
                    <a:pt x="300" y="305"/>
                  </a:lnTo>
                  <a:lnTo>
                    <a:pt x="312" y="313"/>
                  </a:lnTo>
                  <a:lnTo>
                    <a:pt x="312" y="313"/>
                  </a:lnTo>
                  <a:lnTo>
                    <a:pt x="324" y="327"/>
                  </a:lnTo>
                  <a:lnTo>
                    <a:pt x="324" y="327"/>
                  </a:lnTo>
                  <a:lnTo>
                    <a:pt x="322" y="331"/>
                  </a:lnTo>
                  <a:lnTo>
                    <a:pt x="322" y="331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32" y="345"/>
                  </a:lnTo>
                  <a:lnTo>
                    <a:pt x="332" y="345"/>
                  </a:lnTo>
                  <a:lnTo>
                    <a:pt x="350" y="331"/>
                  </a:lnTo>
                  <a:lnTo>
                    <a:pt x="350" y="331"/>
                  </a:lnTo>
                  <a:lnTo>
                    <a:pt x="366" y="325"/>
                  </a:lnTo>
                  <a:lnTo>
                    <a:pt x="366" y="325"/>
                  </a:lnTo>
                  <a:lnTo>
                    <a:pt x="378" y="323"/>
                  </a:lnTo>
                  <a:lnTo>
                    <a:pt x="378" y="323"/>
                  </a:lnTo>
                  <a:lnTo>
                    <a:pt x="388" y="313"/>
                  </a:lnTo>
                  <a:lnTo>
                    <a:pt x="400" y="307"/>
                  </a:lnTo>
                  <a:lnTo>
                    <a:pt x="406" y="305"/>
                  </a:lnTo>
                  <a:lnTo>
                    <a:pt x="406" y="305"/>
                  </a:lnTo>
                  <a:lnTo>
                    <a:pt x="406" y="305"/>
                  </a:lnTo>
                  <a:lnTo>
                    <a:pt x="402" y="299"/>
                  </a:lnTo>
                  <a:lnTo>
                    <a:pt x="402" y="299"/>
                  </a:lnTo>
                  <a:lnTo>
                    <a:pt x="404" y="285"/>
                  </a:lnTo>
                  <a:lnTo>
                    <a:pt x="404" y="285"/>
                  </a:lnTo>
                  <a:lnTo>
                    <a:pt x="410" y="275"/>
                  </a:lnTo>
                  <a:lnTo>
                    <a:pt x="408" y="265"/>
                  </a:lnTo>
                  <a:lnTo>
                    <a:pt x="408" y="265"/>
                  </a:lnTo>
                  <a:lnTo>
                    <a:pt x="402" y="251"/>
                  </a:lnTo>
                  <a:lnTo>
                    <a:pt x="402" y="251"/>
                  </a:lnTo>
                  <a:lnTo>
                    <a:pt x="402" y="241"/>
                  </a:lnTo>
                  <a:lnTo>
                    <a:pt x="396" y="231"/>
                  </a:lnTo>
                  <a:lnTo>
                    <a:pt x="396" y="231"/>
                  </a:lnTo>
                  <a:lnTo>
                    <a:pt x="400" y="211"/>
                  </a:lnTo>
                  <a:lnTo>
                    <a:pt x="400" y="211"/>
                  </a:lnTo>
                  <a:lnTo>
                    <a:pt x="406" y="201"/>
                  </a:lnTo>
                  <a:lnTo>
                    <a:pt x="406" y="201"/>
                  </a:lnTo>
                  <a:lnTo>
                    <a:pt x="410" y="195"/>
                  </a:lnTo>
                  <a:lnTo>
                    <a:pt x="412" y="189"/>
                  </a:lnTo>
                  <a:lnTo>
                    <a:pt x="412" y="189"/>
                  </a:lnTo>
                  <a:lnTo>
                    <a:pt x="410" y="172"/>
                  </a:lnTo>
                  <a:lnTo>
                    <a:pt x="410" y="172"/>
                  </a:lnTo>
                  <a:lnTo>
                    <a:pt x="412" y="146"/>
                  </a:lnTo>
                  <a:lnTo>
                    <a:pt x="412" y="146"/>
                  </a:lnTo>
                  <a:lnTo>
                    <a:pt x="402" y="136"/>
                  </a:lnTo>
                  <a:lnTo>
                    <a:pt x="402" y="136"/>
                  </a:lnTo>
                  <a:lnTo>
                    <a:pt x="394" y="124"/>
                  </a:lnTo>
                  <a:lnTo>
                    <a:pt x="394" y="124"/>
                  </a:lnTo>
                  <a:lnTo>
                    <a:pt x="386" y="124"/>
                  </a:lnTo>
                  <a:lnTo>
                    <a:pt x="380" y="128"/>
                  </a:lnTo>
                  <a:lnTo>
                    <a:pt x="374" y="130"/>
                  </a:lnTo>
                  <a:lnTo>
                    <a:pt x="374" y="130"/>
                  </a:lnTo>
                  <a:lnTo>
                    <a:pt x="364" y="128"/>
                  </a:lnTo>
                  <a:lnTo>
                    <a:pt x="364" y="128"/>
                  </a:lnTo>
                  <a:lnTo>
                    <a:pt x="350" y="122"/>
                  </a:lnTo>
                  <a:lnTo>
                    <a:pt x="308" y="92"/>
                  </a:lnTo>
                  <a:lnTo>
                    <a:pt x="290" y="78"/>
                  </a:lnTo>
                  <a:lnTo>
                    <a:pt x="284" y="58"/>
                  </a:lnTo>
                  <a:lnTo>
                    <a:pt x="276" y="42"/>
                  </a:lnTo>
                  <a:lnTo>
                    <a:pt x="264" y="34"/>
                  </a:lnTo>
                  <a:lnTo>
                    <a:pt x="250" y="18"/>
                  </a:lnTo>
                  <a:lnTo>
                    <a:pt x="227" y="0"/>
                  </a:lnTo>
                  <a:lnTo>
                    <a:pt x="225" y="6"/>
                  </a:lnTo>
                  <a:lnTo>
                    <a:pt x="213" y="40"/>
                  </a:lnTo>
                  <a:lnTo>
                    <a:pt x="213" y="40"/>
                  </a:lnTo>
                  <a:lnTo>
                    <a:pt x="191" y="58"/>
                  </a:lnTo>
                  <a:lnTo>
                    <a:pt x="191" y="58"/>
                  </a:lnTo>
                  <a:lnTo>
                    <a:pt x="165" y="70"/>
                  </a:lnTo>
                  <a:lnTo>
                    <a:pt x="151" y="94"/>
                  </a:lnTo>
                  <a:lnTo>
                    <a:pt x="155" y="116"/>
                  </a:lnTo>
                  <a:lnTo>
                    <a:pt x="157" y="140"/>
                  </a:lnTo>
                  <a:lnTo>
                    <a:pt x="135" y="150"/>
                  </a:lnTo>
                  <a:lnTo>
                    <a:pt x="105" y="150"/>
                  </a:lnTo>
                  <a:lnTo>
                    <a:pt x="67" y="150"/>
                  </a:lnTo>
                  <a:lnTo>
                    <a:pt x="45" y="170"/>
                  </a:lnTo>
                  <a:lnTo>
                    <a:pt x="32" y="199"/>
                  </a:lnTo>
                  <a:lnTo>
                    <a:pt x="8" y="261"/>
                  </a:lnTo>
                  <a:lnTo>
                    <a:pt x="0" y="293"/>
                  </a:lnTo>
                  <a:lnTo>
                    <a:pt x="0" y="327"/>
                  </a:lnTo>
                  <a:lnTo>
                    <a:pt x="10" y="361"/>
                  </a:lnTo>
                  <a:lnTo>
                    <a:pt x="20" y="379"/>
                  </a:lnTo>
                  <a:lnTo>
                    <a:pt x="63" y="401"/>
                  </a:lnTo>
                  <a:lnTo>
                    <a:pt x="63" y="401"/>
                  </a:lnTo>
                  <a:lnTo>
                    <a:pt x="97" y="421"/>
                  </a:lnTo>
                  <a:lnTo>
                    <a:pt x="97" y="421"/>
                  </a:lnTo>
                  <a:lnTo>
                    <a:pt x="113" y="437"/>
                  </a:lnTo>
                  <a:lnTo>
                    <a:pt x="113" y="437"/>
                  </a:lnTo>
                  <a:lnTo>
                    <a:pt x="115" y="474"/>
                  </a:lnTo>
                  <a:lnTo>
                    <a:pt x="115" y="474"/>
                  </a:lnTo>
                  <a:lnTo>
                    <a:pt x="123" y="502"/>
                  </a:lnTo>
                  <a:lnTo>
                    <a:pt x="125" y="504"/>
                  </a:lnTo>
                  <a:lnTo>
                    <a:pt x="137" y="492"/>
                  </a:lnTo>
                  <a:lnTo>
                    <a:pt x="143" y="474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66" name="Freeform 88">
              <a:extLst>
                <a:ext uri="{FF2B5EF4-FFF2-40B4-BE49-F238E27FC236}">
                  <a16:creationId xmlns:a16="http://schemas.microsoft.com/office/drawing/2014/main" id="{BDA103DF-95A9-F916-5C80-787F2AA70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175" y="10782300"/>
              <a:ext cx="1179512" cy="1060450"/>
            </a:xfrm>
            <a:custGeom>
              <a:avLst/>
              <a:gdLst>
                <a:gd name="T0" fmla="*/ 717 w 743"/>
                <a:gd name="T1" fmla="*/ 508 h 668"/>
                <a:gd name="T2" fmla="*/ 703 w 743"/>
                <a:gd name="T3" fmla="*/ 500 h 668"/>
                <a:gd name="T4" fmla="*/ 699 w 743"/>
                <a:gd name="T5" fmla="*/ 490 h 668"/>
                <a:gd name="T6" fmla="*/ 659 w 743"/>
                <a:gd name="T7" fmla="*/ 474 h 668"/>
                <a:gd name="T8" fmla="*/ 641 w 743"/>
                <a:gd name="T9" fmla="*/ 459 h 668"/>
                <a:gd name="T10" fmla="*/ 609 w 743"/>
                <a:gd name="T11" fmla="*/ 435 h 668"/>
                <a:gd name="T12" fmla="*/ 573 w 743"/>
                <a:gd name="T13" fmla="*/ 425 h 668"/>
                <a:gd name="T14" fmla="*/ 542 w 743"/>
                <a:gd name="T15" fmla="*/ 413 h 668"/>
                <a:gd name="T16" fmla="*/ 518 w 743"/>
                <a:gd name="T17" fmla="*/ 403 h 668"/>
                <a:gd name="T18" fmla="*/ 508 w 743"/>
                <a:gd name="T19" fmla="*/ 383 h 668"/>
                <a:gd name="T20" fmla="*/ 488 w 743"/>
                <a:gd name="T21" fmla="*/ 335 h 668"/>
                <a:gd name="T22" fmla="*/ 482 w 743"/>
                <a:gd name="T23" fmla="*/ 307 h 668"/>
                <a:gd name="T24" fmla="*/ 474 w 743"/>
                <a:gd name="T25" fmla="*/ 287 h 668"/>
                <a:gd name="T26" fmla="*/ 466 w 743"/>
                <a:gd name="T27" fmla="*/ 239 h 668"/>
                <a:gd name="T28" fmla="*/ 466 w 743"/>
                <a:gd name="T29" fmla="*/ 213 h 668"/>
                <a:gd name="T30" fmla="*/ 464 w 743"/>
                <a:gd name="T31" fmla="*/ 206 h 668"/>
                <a:gd name="T32" fmla="*/ 464 w 743"/>
                <a:gd name="T33" fmla="*/ 198 h 668"/>
                <a:gd name="T34" fmla="*/ 466 w 743"/>
                <a:gd name="T35" fmla="*/ 192 h 668"/>
                <a:gd name="T36" fmla="*/ 466 w 743"/>
                <a:gd name="T37" fmla="*/ 184 h 668"/>
                <a:gd name="T38" fmla="*/ 460 w 743"/>
                <a:gd name="T39" fmla="*/ 174 h 668"/>
                <a:gd name="T40" fmla="*/ 448 w 743"/>
                <a:gd name="T41" fmla="*/ 146 h 668"/>
                <a:gd name="T42" fmla="*/ 410 w 743"/>
                <a:gd name="T43" fmla="*/ 150 h 668"/>
                <a:gd name="T44" fmla="*/ 379 w 743"/>
                <a:gd name="T45" fmla="*/ 150 h 668"/>
                <a:gd name="T46" fmla="*/ 365 w 743"/>
                <a:gd name="T47" fmla="*/ 136 h 668"/>
                <a:gd name="T48" fmla="*/ 313 w 743"/>
                <a:gd name="T49" fmla="*/ 122 h 668"/>
                <a:gd name="T50" fmla="*/ 275 w 743"/>
                <a:gd name="T51" fmla="*/ 86 h 668"/>
                <a:gd name="T52" fmla="*/ 269 w 743"/>
                <a:gd name="T53" fmla="*/ 48 h 668"/>
                <a:gd name="T54" fmla="*/ 235 w 743"/>
                <a:gd name="T55" fmla="*/ 18 h 668"/>
                <a:gd name="T56" fmla="*/ 227 w 743"/>
                <a:gd name="T57" fmla="*/ 14 h 668"/>
                <a:gd name="T58" fmla="*/ 221 w 743"/>
                <a:gd name="T59" fmla="*/ 0 h 668"/>
                <a:gd name="T60" fmla="*/ 162 w 743"/>
                <a:gd name="T61" fmla="*/ 12 h 668"/>
                <a:gd name="T62" fmla="*/ 26 w 743"/>
                <a:gd name="T63" fmla="*/ 56 h 668"/>
                <a:gd name="T64" fmla="*/ 0 w 743"/>
                <a:gd name="T65" fmla="*/ 144 h 668"/>
                <a:gd name="T66" fmla="*/ 38 w 743"/>
                <a:gd name="T67" fmla="*/ 263 h 668"/>
                <a:gd name="T68" fmla="*/ 54 w 743"/>
                <a:gd name="T69" fmla="*/ 279 h 668"/>
                <a:gd name="T70" fmla="*/ 72 w 743"/>
                <a:gd name="T71" fmla="*/ 299 h 668"/>
                <a:gd name="T72" fmla="*/ 86 w 743"/>
                <a:gd name="T73" fmla="*/ 323 h 668"/>
                <a:gd name="T74" fmla="*/ 100 w 743"/>
                <a:gd name="T75" fmla="*/ 399 h 668"/>
                <a:gd name="T76" fmla="*/ 108 w 743"/>
                <a:gd name="T77" fmla="*/ 532 h 668"/>
                <a:gd name="T78" fmla="*/ 146 w 743"/>
                <a:gd name="T79" fmla="*/ 608 h 668"/>
                <a:gd name="T80" fmla="*/ 144 w 743"/>
                <a:gd name="T81" fmla="*/ 656 h 668"/>
                <a:gd name="T82" fmla="*/ 164 w 743"/>
                <a:gd name="T83" fmla="*/ 656 h 668"/>
                <a:gd name="T84" fmla="*/ 219 w 743"/>
                <a:gd name="T85" fmla="*/ 648 h 668"/>
                <a:gd name="T86" fmla="*/ 273 w 743"/>
                <a:gd name="T87" fmla="*/ 618 h 668"/>
                <a:gd name="T88" fmla="*/ 279 w 743"/>
                <a:gd name="T89" fmla="*/ 608 h 668"/>
                <a:gd name="T90" fmla="*/ 287 w 743"/>
                <a:gd name="T91" fmla="*/ 596 h 668"/>
                <a:gd name="T92" fmla="*/ 303 w 743"/>
                <a:gd name="T93" fmla="*/ 590 h 668"/>
                <a:gd name="T94" fmla="*/ 341 w 743"/>
                <a:gd name="T95" fmla="*/ 576 h 668"/>
                <a:gd name="T96" fmla="*/ 345 w 743"/>
                <a:gd name="T97" fmla="*/ 564 h 668"/>
                <a:gd name="T98" fmla="*/ 351 w 743"/>
                <a:gd name="T99" fmla="*/ 550 h 668"/>
                <a:gd name="T100" fmla="*/ 375 w 743"/>
                <a:gd name="T101" fmla="*/ 536 h 668"/>
                <a:gd name="T102" fmla="*/ 398 w 743"/>
                <a:gd name="T103" fmla="*/ 526 h 668"/>
                <a:gd name="T104" fmla="*/ 488 w 743"/>
                <a:gd name="T105" fmla="*/ 520 h 668"/>
                <a:gd name="T106" fmla="*/ 613 w 743"/>
                <a:gd name="T107" fmla="*/ 512 h 668"/>
                <a:gd name="T108" fmla="*/ 685 w 743"/>
                <a:gd name="T109" fmla="*/ 520 h 668"/>
                <a:gd name="T110" fmla="*/ 731 w 743"/>
                <a:gd name="T111" fmla="*/ 542 h 668"/>
                <a:gd name="T112" fmla="*/ 743 w 743"/>
                <a:gd name="T113" fmla="*/ 512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43" h="668">
                  <a:moveTo>
                    <a:pt x="717" y="508"/>
                  </a:moveTo>
                  <a:lnTo>
                    <a:pt x="717" y="508"/>
                  </a:lnTo>
                  <a:lnTo>
                    <a:pt x="711" y="504"/>
                  </a:lnTo>
                  <a:lnTo>
                    <a:pt x="703" y="500"/>
                  </a:lnTo>
                  <a:lnTo>
                    <a:pt x="703" y="500"/>
                  </a:lnTo>
                  <a:lnTo>
                    <a:pt x="699" y="490"/>
                  </a:lnTo>
                  <a:lnTo>
                    <a:pt x="681" y="482"/>
                  </a:lnTo>
                  <a:lnTo>
                    <a:pt x="659" y="474"/>
                  </a:lnTo>
                  <a:lnTo>
                    <a:pt x="647" y="471"/>
                  </a:lnTo>
                  <a:lnTo>
                    <a:pt x="641" y="459"/>
                  </a:lnTo>
                  <a:lnTo>
                    <a:pt x="627" y="447"/>
                  </a:lnTo>
                  <a:lnTo>
                    <a:pt x="609" y="435"/>
                  </a:lnTo>
                  <a:lnTo>
                    <a:pt x="585" y="431"/>
                  </a:lnTo>
                  <a:lnTo>
                    <a:pt x="573" y="425"/>
                  </a:lnTo>
                  <a:lnTo>
                    <a:pt x="558" y="419"/>
                  </a:lnTo>
                  <a:lnTo>
                    <a:pt x="542" y="413"/>
                  </a:lnTo>
                  <a:lnTo>
                    <a:pt x="524" y="413"/>
                  </a:lnTo>
                  <a:lnTo>
                    <a:pt x="518" y="403"/>
                  </a:lnTo>
                  <a:lnTo>
                    <a:pt x="518" y="395"/>
                  </a:lnTo>
                  <a:lnTo>
                    <a:pt x="508" y="383"/>
                  </a:lnTo>
                  <a:lnTo>
                    <a:pt x="506" y="355"/>
                  </a:lnTo>
                  <a:lnTo>
                    <a:pt x="488" y="335"/>
                  </a:lnTo>
                  <a:lnTo>
                    <a:pt x="482" y="307"/>
                  </a:lnTo>
                  <a:lnTo>
                    <a:pt x="482" y="307"/>
                  </a:lnTo>
                  <a:lnTo>
                    <a:pt x="474" y="287"/>
                  </a:lnTo>
                  <a:lnTo>
                    <a:pt x="474" y="287"/>
                  </a:lnTo>
                  <a:lnTo>
                    <a:pt x="474" y="267"/>
                  </a:lnTo>
                  <a:lnTo>
                    <a:pt x="466" y="239"/>
                  </a:lnTo>
                  <a:lnTo>
                    <a:pt x="464" y="233"/>
                  </a:lnTo>
                  <a:lnTo>
                    <a:pt x="466" y="213"/>
                  </a:lnTo>
                  <a:lnTo>
                    <a:pt x="466" y="213"/>
                  </a:lnTo>
                  <a:lnTo>
                    <a:pt x="464" y="206"/>
                  </a:lnTo>
                  <a:lnTo>
                    <a:pt x="464" y="198"/>
                  </a:lnTo>
                  <a:lnTo>
                    <a:pt x="464" y="198"/>
                  </a:lnTo>
                  <a:lnTo>
                    <a:pt x="464" y="196"/>
                  </a:lnTo>
                  <a:lnTo>
                    <a:pt x="466" y="192"/>
                  </a:lnTo>
                  <a:lnTo>
                    <a:pt x="466" y="184"/>
                  </a:lnTo>
                  <a:lnTo>
                    <a:pt x="466" y="184"/>
                  </a:lnTo>
                  <a:lnTo>
                    <a:pt x="460" y="174"/>
                  </a:lnTo>
                  <a:lnTo>
                    <a:pt x="460" y="174"/>
                  </a:lnTo>
                  <a:lnTo>
                    <a:pt x="460" y="154"/>
                  </a:lnTo>
                  <a:lnTo>
                    <a:pt x="448" y="146"/>
                  </a:lnTo>
                  <a:lnTo>
                    <a:pt x="434" y="148"/>
                  </a:lnTo>
                  <a:lnTo>
                    <a:pt x="410" y="150"/>
                  </a:lnTo>
                  <a:lnTo>
                    <a:pt x="386" y="146"/>
                  </a:lnTo>
                  <a:lnTo>
                    <a:pt x="379" y="150"/>
                  </a:lnTo>
                  <a:lnTo>
                    <a:pt x="371" y="142"/>
                  </a:lnTo>
                  <a:lnTo>
                    <a:pt x="365" y="136"/>
                  </a:lnTo>
                  <a:lnTo>
                    <a:pt x="349" y="128"/>
                  </a:lnTo>
                  <a:lnTo>
                    <a:pt x="313" y="122"/>
                  </a:lnTo>
                  <a:lnTo>
                    <a:pt x="277" y="98"/>
                  </a:lnTo>
                  <a:lnTo>
                    <a:pt x="275" y="86"/>
                  </a:lnTo>
                  <a:lnTo>
                    <a:pt x="269" y="48"/>
                  </a:lnTo>
                  <a:lnTo>
                    <a:pt x="269" y="48"/>
                  </a:lnTo>
                  <a:lnTo>
                    <a:pt x="235" y="18"/>
                  </a:lnTo>
                  <a:lnTo>
                    <a:pt x="235" y="18"/>
                  </a:lnTo>
                  <a:lnTo>
                    <a:pt x="227" y="14"/>
                  </a:lnTo>
                  <a:lnTo>
                    <a:pt x="227" y="14"/>
                  </a:lnTo>
                  <a:lnTo>
                    <a:pt x="221" y="0"/>
                  </a:lnTo>
                  <a:lnTo>
                    <a:pt x="221" y="0"/>
                  </a:lnTo>
                  <a:lnTo>
                    <a:pt x="219" y="2"/>
                  </a:lnTo>
                  <a:lnTo>
                    <a:pt x="162" y="12"/>
                  </a:lnTo>
                  <a:lnTo>
                    <a:pt x="64" y="38"/>
                  </a:lnTo>
                  <a:lnTo>
                    <a:pt x="26" y="56"/>
                  </a:lnTo>
                  <a:lnTo>
                    <a:pt x="6" y="92"/>
                  </a:lnTo>
                  <a:lnTo>
                    <a:pt x="0" y="144"/>
                  </a:lnTo>
                  <a:lnTo>
                    <a:pt x="14" y="211"/>
                  </a:lnTo>
                  <a:lnTo>
                    <a:pt x="38" y="263"/>
                  </a:lnTo>
                  <a:lnTo>
                    <a:pt x="38" y="263"/>
                  </a:lnTo>
                  <a:lnTo>
                    <a:pt x="54" y="279"/>
                  </a:lnTo>
                  <a:lnTo>
                    <a:pt x="72" y="299"/>
                  </a:lnTo>
                  <a:lnTo>
                    <a:pt x="72" y="299"/>
                  </a:lnTo>
                  <a:lnTo>
                    <a:pt x="78" y="307"/>
                  </a:lnTo>
                  <a:lnTo>
                    <a:pt x="86" y="323"/>
                  </a:lnTo>
                  <a:lnTo>
                    <a:pt x="96" y="347"/>
                  </a:lnTo>
                  <a:lnTo>
                    <a:pt x="100" y="399"/>
                  </a:lnTo>
                  <a:lnTo>
                    <a:pt x="102" y="461"/>
                  </a:lnTo>
                  <a:lnTo>
                    <a:pt x="108" y="532"/>
                  </a:lnTo>
                  <a:lnTo>
                    <a:pt x="132" y="584"/>
                  </a:lnTo>
                  <a:lnTo>
                    <a:pt x="146" y="608"/>
                  </a:lnTo>
                  <a:lnTo>
                    <a:pt x="140" y="648"/>
                  </a:lnTo>
                  <a:lnTo>
                    <a:pt x="144" y="656"/>
                  </a:lnTo>
                  <a:lnTo>
                    <a:pt x="144" y="656"/>
                  </a:lnTo>
                  <a:lnTo>
                    <a:pt x="164" y="656"/>
                  </a:lnTo>
                  <a:lnTo>
                    <a:pt x="189" y="668"/>
                  </a:lnTo>
                  <a:lnTo>
                    <a:pt x="219" y="648"/>
                  </a:lnTo>
                  <a:lnTo>
                    <a:pt x="253" y="630"/>
                  </a:lnTo>
                  <a:lnTo>
                    <a:pt x="273" y="618"/>
                  </a:lnTo>
                  <a:lnTo>
                    <a:pt x="273" y="618"/>
                  </a:lnTo>
                  <a:lnTo>
                    <a:pt x="279" y="608"/>
                  </a:lnTo>
                  <a:lnTo>
                    <a:pt x="287" y="596"/>
                  </a:lnTo>
                  <a:lnTo>
                    <a:pt x="287" y="596"/>
                  </a:lnTo>
                  <a:lnTo>
                    <a:pt x="293" y="592"/>
                  </a:lnTo>
                  <a:lnTo>
                    <a:pt x="303" y="590"/>
                  </a:lnTo>
                  <a:lnTo>
                    <a:pt x="317" y="586"/>
                  </a:lnTo>
                  <a:lnTo>
                    <a:pt x="341" y="576"/>
                  </a:lnTo>
                  <a:lnTo>
                    <a:pt x="341" y="576"/>
                  </a:lnTo>
                  <a:lnTo>
                    <a:pt x="345" y="564"/>
                  </a:lnTo>
                  <a:lnTo>
                    <a:pt x="349" y="554"/>
                  </a:lnTo>
                  <a:lnTo>
                    <a:pt x="351" y="550"/>
                  </a:lnTo>
                  <a:lnTo>
                    <a:pt x="351" y="550"/>
                  </a:lnTo>
                  <a:lnTo>
                    <a:pt x="375" y="536"/>
                  </a:lnTo>
                  <a:lnTo>
                    <a:pt x="375" y="536"/>
                  </a:lnTo>
                  <a:lnTo>
                    <a:pt x="398" y="526"/>
                  </a:lnTo>
                  <a:lnTo>
                    <a:pt x="452" y="526"/>
                  </a:lnTo>
                  <a:lnTo>
                    <a:pt x="488" y="520"/>
                  </a:lnTo>
                  <a:lnTo>
                    <a:pt x="510" y="512"/>
                  </a:lnTo>
                  <a:lnTo>
                    <a:pt x="613" y="512"/>
                  </a:lnTo>
                  <a:lnTo>
                    <a:pt x="659" y="512"/>
                  </a:lnTo>
                  <a:lnTo>
                    <a:pt x="685" y="520"/>
                  </a:lnTo>
                  <a:lnTo>
                    <a:pt x="707" y="534"/>
                  </a:lnTo>
                  <a:lnTo>
                    <a:pt x="731" y="542"/>
                  </a:lnTo>
                  <a:lnTo>
                    <a:pt x="743" y="512"/>
                  </a:lnTo>
                  <a:lnTo>
                    <a:pt x="743" y="512"/>
                  </a:lnTo>
                  <a:lnTo>
                    <a:pt x="717" y="508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67" name="Freeform 89">
              <a:extLst>
                <a:ext uri="{FF2B5EF4-FFF2-40B4-BE49-F238E27FC236}">
                  <a16:creationId xmlns:a16="http://schemas.microsoft.com/office/drawing/2014/main" id="{B0034BFD-C481-C294-912D-46AAA7BD4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4725" y="10396538"/>
              <a:ext cx="779462" cy="996950"/>
            </a:xfrm>
            <a:custGeom>
              <a:avLst/>
              <a:gdLst>
                <a:gd name="T0" fmla="*/ 481 w 491"/>
                <a:gd name="T1" fmla="*/ 363 h 628"/>
                <a:gd name="T2" fmla="*/ 453 w 491"/>
                <a:gd name="T3" fmla="*/ 379 h 628"/>
                <a:gd name="T4" fmla="*/ 447 w 491"/>
                <a:gd name="T5" fmla="*/ 365 h 628"/>
                <a:gd name="T6" fmla="*/ 455 w 491"/>
                <a:gd name="T7" fmla="*/ 329 h 628"/>
                <a:gd name="T8" fmla="*/ 445 w 491"/>
                <a:gd name="T9" fmla="*/ 303 h 628"/>
                <a:gd name="T10" fmla="*/ 423 w 491"/>
                <a:gd name="T11" fmla="*/ 287 h 628"/>
                <a:gd name="T12" fmla="*/ 394 w 491"/>
                <a:gd name="T13" fmla="*/ 257 h 628"/>
                <a:gd name="T14" fmla="*/ 380 w 491"/>
                <a:gd name="T15" fmla="*/ 223 h 628"/>
                <a:gd name="T16" fmla="*/ 368 w 491"/>
                <a:gd name="T17" fmla="*/ 211 h 628"/>
                <a:gd name="T18" fmla="*/ 356 w 491"/>
                <a:gd name="T19" fmla="*/ 211 h 628"/>
                <a:gd name="T20" fmla="*/ 350 w 491"/>
                <a:gd name="T21" fmla="*/ 195 h 628"/>
                <a:gd name="T22" fmla="*/ 346 w 491"/>
                <a:gd name="T23" fmla="*/ 190 h 628"/>
                <a:gd name="T24" fmla="*/ 340 w 491"/>
                <a:gd name="T25" fmla="*/ 184 h 628"/>
                <a:gd name="T26" fmla="*/ 316 w 491"/>
                <a:gd name="T27" fmla="*/ 180 h 628"/>
                <a:gd name="T28" fmla="*/ 312 w 491"/>
                <a:gd name="T29" fmla="*/ 162 h 628"/>
                <a:gd name="T30" fmla="*/ 298 w 491"/>
                <a:gd name="T31" fmla="*/ 142 h 628"/>
                <a:gd name="T32" fmla="*/ 278 w 491"/>
                <a:gd name="T33" fmla="*/ 126 h 628"/>
                <a:gd name="T34" fmla="*/ 242 w 491"/>
                <a:gd name="T35" fmla="*/ 118 h 628"/>
                <a:gd name="T36" fmla="*/ 238 w 491"/>
                <a:gd name="T37" fmla="*/ 108 h 628"/>
                <a:gd name="T38" fmla="*/ 227 w 491"/>
                <a:gd name="T39" fmla="*/ 102 h 628"/>
                <a:gd name="T40" fmla="*/ 219 w 491"/>
                <a:gd name="T41" fmla="*/ 94 h 628"/>
                <a:gd name="T42" fmla="*/ 203 w 491"/>
                <a:gd name="T43" fmla="*/ 68 h 628"/>
                <a:gd name="T44" fmla="*/ 175 w 491"/>
                <a:gd name="T45" fmla="*/ 46 h 628"/>
                <a:gd name="T46" fmla="*/ 139 w 491"/>
                <a:gd name="T47" fmla="*/ 6 h 628"/>
                <a:gd name="T48" fmla="*/ 97 w 491"/>
                <a:gd name="T49" fmla="*/ 10 h 628"/>
                <a:gd name="T50" fmla="*/ 77 w 491"/>
                <a:gd name="T51" fmla="*/ 34 h 628"/>
                <a:gd name="T52" fmla="*/ 39 w 491"/>
                <a:gd name="T53" fmla="*/ 80 h 628"/>
                <a:gd name="T54" fmla="*/ 63 w 491"/>
                <a:gd name="T55" fmla="*/ 138 h 628"/>
                <a:gd name="T56" fmla="*/ 38 w 491"/>
                <a:gd name="T57" fmla="*/ 170 h 628"/>
                <a:gd name="T58" fmla="*/ 10 w 491"/>
                <a:gd name="T59" fmla="*/ 217 h 628"/>
                <a:gd name="T60" fmla="*/ 2 w 491"/>
                <a:gd name="T61" fmla="*/ 271 h 628"/>
                <a:gd name="T62" fmla="*/ 8 w 491"/>
                <a:gd name="T63" fmla="*/ 297 h 628"/>
                <a:gd name="T64" fmla="*/ 26 w 491"/>
                <a:gd name="T65" fmla="*/ 331 h 628"/>
                <a:gd name="T66" fmla="*/ 39 w 491"/>
                <a:gd name="T67" fmla="*/ 353 h 628"/>
                <a:gd name="T68" fmla="*/ 43 w 491"/>
                <a:gd name="T69" fmla="*/ 361 h 628"/>
                <a:gd name="T70" fmla="*/ 91 w 491"/>
                <a:gd name="T71" fmla="*/ 411 h 628"/>
                <a:gd name="T72" fmla="*/ 133 w 491"/>
                <a:gd name="T73" fmla="*/ 464 h 628"/>
                <a:gd name="T74" fmla="*/ 151 w 491"/>
                <a:gd name="T75" fmla="*/ 508 h 628"/>
                <a:gd name="T76" fmla="*/ 181 w 491"/>
                <a:gd name="T77" fmla="*/ 542 h 628"/>
                <a:gd name="T78" fmla="*/ 207 w 491"/>
                <a:gd name="T79" fmla="*/ 556 h 628"/>
                <a:gd name="T80" fmla="*/ 217 w 491"/>
                <a:gd name="T81" fmla="*/ 562 h 628"/>
                <a:gd name="T82" fmla="*/ 225 w 491"/>
                <a:gd name="T83" fmla="*/ 568 h 628"/>
                <a:gd name="T84" fmla="*/ 258 w 491"/>
                <a:gd name="T85" fmla="*/ 592 h 628"/>
                <a:gd name="T86" fmla="*/ 274 w 491"/>
                <a:gd name="T87" fmla="*/ 600 h 628"/>
                <a:gd name="T88" fmla="*/ 284 w 491"/>
                <a:gd name="T89" fmla="*/ 600 h 628"/>
                <a:gd name="T90" fmla="*/ 292 w 491"/>
                <a:gd name="T91" fmla="*/ 606 h 628"/>
                <a:gd name="T92" fmla="*/ 294 w 491"/>
                <a:gd name="T93" fmla="*/ 616 h 628"/>
                <a:gd name="T94" fmla="*/ 312 w 491"/>
                <a:gd name="T95" fmla="*/ 624 h 628"/>
                <a:gd name="T96" fmla="*/ 334 w 491"/>
                <a:gd name="T97" fmla="*/ 616 h 628"/>
                <a:gd name="T98" fmla="*/ 348 w 491"/>
                <a:gd name="T99" fmla="*/ 612 h 628"/>
                <a:gd name="T100" fmla="*/ 354 w 491"/>
                <a:gd name="T101" fmla="*/ 602 h 628"/>
                <a:gd name="T102" fmla="*/ 380 w 491"/>
                <a:gd name="T103" fmla="*/ 590 h 628"/>
                <a:gd name="T104" fmla="*/ 414 w 491"/>
                <a:gd name="T105" fmla="*/ 538 h 628"/>
                <a:gd name="T106" fmla="*/ 457 w 491"/>
                <a:gd name="T107" fmla="*/ 478 h 628"/>
                <a:gd name="T108" fmla="*/ 473 w 491"/>
                <a:gd name="T109" fmla="*/ 451 h 628"/>
                <a:gd name="T110" fmla="*/ 483 w 491"/>
                <a:gd name="T111" fmla="*/ 425 h 628"/>
                <a:gd name="T112" fmla="*/ 491 w 491"/>
                <a:gd name="T113" fmla="*/ 367 h 628"/>
                <a:gd name="T114" fmla="*/ 481 w 491"/>
                <a:gd name="T115" fmla="*/ 363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91" h="628">
                  <a:moveTo>
                    <a:pt x="481" y="363"/>
                  </a:moveTo>
                  <a:lnTo>
                    <a:pt x="481" y="363"/>
                  </a:lnTo>
                  <a:lnTo>
                    <a:pt x="467" y="371"/>
                  </a:lnTo>
                  <a:lnTo>
                    <a:pt x="453" y="379"/>
                  </a:lnTo>
                  <a:lnTo>
                    <a:pt x="453" y="379"/>
                  </a:lnTo>
                  <a:lnTo>
                    <a:pt x="447" y="365"/>
                  </a:lnTo>
                  <a:lnTo>
                    <a:pt x="441" y="363"/>
                  </a:lnTo>
                  <a:lnTo>
                    <a:pt x="455" y="329"/>
                  </a:lnTo>
                  <a:lnTo>
                    <a:pt x="453" y="307"/>
                  </a:lnTo>
                  <a:lnTo>
                    <a:pt x="445" y="303"/>
                  </a:lnTo>
                  <a:lnTo>
                    <a:pt x="433" y="279"/>
                  </a:lnTo>
                  <a:lnTo>
                    <a:pt x="423" y="287"/>
                  </a:lnTo>
                  <a:lnTo>
                    <a:pt x="414" y="281"/>
                  </a:lnTo>
                  <a:lnTo>
                    <a:pt x="394" y="257"/>
                  </a:lnTo>
                  <a:lnTo>
                    <a:pt x="382" y="247"/>
                  </a:lnTo>
                  <a:lnTo>
                    <a:pt x="380" y="223"/>
                  </a:lnTo>
                  <a:lnTo>
                    <a:pt x="380" y="223"/>
                  </a:lnTo>
                  <a:lnTo>
                    <a:pt x="368" y="211"/>
                  </a:lnTo>
                  <a:lnTo>
                    <a:pt x="368" y="211"/>
                  </a:lnTo>
                  <a:lnTo>
                    <a:pt x="356" y="211"/>
                  </a:lnTo>
                  <a:lnTo>
                    <a:pt x="350" y="207"/>
                  </a:lnTo>
                  <a:lnTo>
                    <a:pt x="350" y="195"/>
                  </a:lnTo>
                  <a:lnTo>
                    <a:pt x="350" y="195"/>
                  </a:lnTo>
                  <a:lnTo>
                    <a:pt x="346" y="190"/>
                  </a:lnTo>
                  <a:lnTo>
                    <a:pt x="340" y="184"/>
                  </a:lnTo>
                  <a:lnTo>
                    <a:pt x="340" y="184"/>
                  </a:lnTo>
                  <a:lnTo>
                    <a:pt x="324" y="180"/>
                  </a:lnTo>
                  <a:lnTo>
                    <a:pt x="316" y="180"/>
                  </a:lnTo>
                  <a:lnTo>
                    <a:pt x="310" y="174"/>
                  </a:lnTo>
                  <a:lnTo>
                    <a:pt x="312" y="162"/>
                  </a:lnTo>
                  <a:lnTo>
                    <a:pt x="308" y="158"/>
                  </a:lnTo>
                  <a:lnTo>
                    <a:pt x="298" y="142"/>
                  </a:lnTo>
                  <a:lnTo>
                    <a:pt x="290" y="136"/>
                  </a:lnTo>
                  <a:lnTo>
                    <a:pt x="278" y="126"/>
                  </a:lnTo>
                  <a:lnTo>
                    <a:pt x="264" y="130"/>
                  </a:lnTo>
                  <a:lnTo>
                    <a:pt x="242" y="118"/>
                  </a:lnTo>
                  <a:lnTo>
                    <a:pt x="242" y="118"/>
                  </a:lnTo>
                  <a:lnTo>
                    <a:pt x="238" y="108"/>
                  </a:lnTo>
                  <a:lnTo>
                    <a:pt x="238" y="108"/>
                  </a:lnTo>
                  <a:lnTo>
                    <a:pt x="227" y="102"/>
                  </a:lnTo>
                  <a:lnTo>
                    <a:pt x="219" y="94"/>
                  </a:lnTo>
                  <a:lnTo>
                    <a:pt x="219" y="94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189" y="54"/>
                  </a:lnTo>
                  <a:lnTo>
                    <a:pt x="175" y="46"/>
                  </a:lnTo>
                  <a:lnTo>
                    <a:pt x="165" y="24"/>
                  </a:lnTo>
                  <a:lnTo>
                    <a:pt x="139" y="6"/>
                  </a:lnTo>
                  <a:lnTo>
                    <a:pt x="131" y="0"/>
                  </a:lnTo>
                  <a:lnTo>
                    <a:pt x="97" y="10"/>
                  </a:lnTo>
                  <a:lnTo>
                    <a:pt x="81" y="8"/>
                  </a:lnTo>
                  <a:lnTo>
                    <a:pt x="77" y="34"/>
                  </a:lnTo>
                  <a:lnTo>
                    <a:pt x="47" y="56"/>
                  </a:lnTo>
                  <a:lnTo>
                    <a:pt x="39" y="80"/>
                  </a:lnTo>
                  <a:lnTo>
                    <a:pt x="39" y="96"/>
                  </a:lnTo>
                  <a:lnTo>
                    <a:pt x="63" y="138"/>
                  </a:lnTo>
                  <a:lnTo>
                    <a:pt x="43" y="160"/>
                  </a:lnTo>
                  <a:lnTo>
                    <a:pt x="38" y="170"/>
                  </a:lnTo>
                  <a:lnTo>
                    <a:pt x="24" y="182"/>
                  </a:lnTo>
                  <a:lnTo>
                    <a:pt x="10" y="217"/>
                  </a:lnTo>
                  <a:lnTo>
                    <a:pt x="0" y="257"/>
                  </a:lnTo>
                  <a:lnTo>
                    <a:pt x="2" y="271"/>
                  </a:lnTo>
                  <a:lnTo>
                    <a:pt x="2" y="281"/>
                  </a:lnTo>
                  <a:lnTo>
                    <a:pt x="8" y="297"/>
                  </a:lnTo>
                  <a:lnTo>
                    <a:pt x="10" y="317"/>
                  </a:lnTo>
                  <a:lnTo>
                    <a:pt x="26" y="331"/>
                  </a:lnTo>
                  <a:lnTo>
                    <a:pt x="26" y="331"/>
                  </a:lnTo>
                  <a:lnTo>
                    <a:pt x="39" y="353"/>
                  </a:lnTo>
                  <a:lnTo>
                    <a:pt x="39" y="353"/>
                  </a:lnTo>
                  <a:lnTo>
                    <a:pt x="43" y="361"/>
                  </a:lnTo>
                  <a:lnTo>
                    <a:pt x="51" y="367"/>
                  </a:lnTo>
                  <a:lnTo>
                    <a:pt x="91" y="411"/>
                  </a:lnTo>
                  <a:lnTo>
                    <a:pt x="93" y="419"/>
                  </a:lnTo>
                  <a:lnTo>
                    <a:pt x="133" y="464"/>
                  </a:lnTo>
                  <a:lnTo>
                    <a:pt x="143" y="488"/>
                  </a:lnTo>
                  <a:lnTo>
                    <a:pt x="151" y="508"/>
                  </a:lnTo>
                  <a:lnTo>
                    <a:pt x="159" y="512"/>
                  </a:lnTo>
                  <a:lnTo>
                    <a:pt x="181" y="542"/>
                  </a:lnTo>
                  <a:lnTo>
                    <a:pt x="181" y="542"/>
                  </a:lnTo>
                  <a:lnTo>
                    <a:pt x="207" y="556"/>
                  </a:lnTo>
                  <a:lnTo>
                    <a:pt x="207" y="556"/>
                  </a:lnTo>
                  <a:lnTo>
                    <a:pt x="217" y="562"/>
                  </a:lnTo>
                  <a:lnTo>
                    <a:pt x="217" y="562"/>
                  </a:lnTo>
                  <a:lnTo>
                    <a:pt x="225" y="568"/>
                  </a:lnTo>
                  <a:lnTo>
                    <a:pt x="260" y="584"/>
                  </a:lnTo>
                  <a:lnTo>
                    <a:pt x="258" y="592"/>
                  </a:lnTo>
                  <a:lnTo>
                    <a:pt x="264" y="598"/>
                  </a:lnTo>
                  <a:lnTo>
                    <a:pt x="274" y="600"/>
                  </a:lnTo>
                  <a:lnTo>
                    <a:pt x="284" y="600"/>
                  </a:lnTo>
                  <a:lnTo>
                    <a:pt x="284" y="600"/>
                  </a:lnTo>
                  <a:lnTo>
                    <a:pt x="292" y="606"/>
                  </a:lnTo>
                  <a:lnTo>
                    <a:pt x="292" y="606"/>
                  </a:lnTo>
                  <a:lnTo>
                    <a:pt x="294" y="616"/>
                  </a:lnTo>
                  <a:lnTo>
                    <a:pt x="294" y="616"/>
                  </a:lnTo>
                  <a:lnTo>
                    <a:pt x="302" y="624"/>
                  </a:lnTo>
                  <a:lnTo>
                    <a:pt x="312" y="624"/>
                  </a:lnTo>
                  <a:lnTo>
                    <a:pt x="324" y="628"/>
                  </a:lnTo>
                  <a:lnTo>
                    <a:pt x="334" y="616"/>
                  </a:lnTo>
                  <a:lnTo>
                    <a:pt x="340" y="612"/>
                  </a:lnTo>
                  <a:lnTo>
                    <a:pt x="348" y="612"/>
                  </a:lnTo>
                  <a:lnTo>
                    <a:pt x="354" y="602"/>
                  </a:lnTo>
                  <a:lnTo>
                    <a:pt x="354" y="602"/>
                  </a:lnTo>
                  <a:lnTo>
                    <a:pt x="380" y="590"/>
                  </a:lnTo>
                  <a:lnTo>
                    <a:pt x="380" y="590"/>
                  </a:lnTo>
                  <a:lnTo>
                    <a:pt x="402" y="572"/>
                  </a:lnTo>
                  <a:lnTo>
                    <a:pt x="414" y="538"/>
                  </a:lnTo>
                  <a:lnTo>
                    <a:pt x="427" y="502"/>
                  </a:lnTo>
                  <a:lnTo>
                    <a:pt x="457" y="478"/>
                  </a:lnTo>
                  <a:lnTo>
                    <a:pt x="457" y="478"/>
                  </a:lnTo>
                  <a:lnTo>
                    <a:pt x="473" y="451"/>
                  </a:lnTo>
                  <a:lnTo>
                    <a:pt x="473" y="451"/>
                  </a:lnTo>
                  <a:lnTo>
                    <a:pt x="483" y="425"/>
                  </a:lnTo>
                  <a:lnTo>
                    <a:pt x="489" y="373"/>
                  </a:lnTo>
                  <a:lnTo>
                    <a:pt x="491" y="367"/>
                  </a:lnTo>
                  <a:lnTo>
                    <a:pt x="491" y="367"/>
                  </a:lnTo>
                  <a:lnTo>
                    <a:pt x="481" y="363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68" name="Freeform 90">
              <a:extLst>
                <a:ext uri="{FF2B5EF4-FFF2-40B4-BE49-F238E27FC236}">
                  <a16:creationId xmlns:a16="http://schemas.microsoft.com/office/drawing/2014/main" id="{92493833-6F92-EC40-4DB7-30F7EBEA9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9309100"/>
              <a:ext cx="1316037" cy="819150"/>
            </a:xfrm>
            <a:custGeom>
              <a:avLst/>
              <a:gdLst>
                <a:gd name="T0" fmla="*/ 767 w 829"/>
                <a:gd name="T1" fmla="*/ 179 h 516"/>
                <a:gd name="T2" fmla="*/ 692 w 829"/>
                <a:gd name="T3" fmla="*/ 151 h 516"/>
                <a:gd name="T4" fmla="*/ 604 w 829"/>
                <a:gd name="T5" fmla="*/ 153 h 516"/>
                <a:gd name="T6" fmla="*/ 507 w 829"/>
                <a:gd name="T7" fmla="*/ 121 h 516"/>
                <a:gd name="T8" fmla="*/ 469 w 829"/>
                <a:gd name="T9" fmla="*/ 80 h 516"/>
                <a:gd name="T10" fmla="*/ 391 w 829"/>
                <a:gd name="T11" fmla="*/ 14 h 516"/>
                <a:gd name="T12" fmla="*/ 334 w 829"/>
                <a:gd name="T13" fmla="*/ 16 h 516"/>
                <a:gd name="T14" fmla="*/ 288 w 829"/>
                <a:gd name="T15" fmla="*/ 0 h 516"/>
                <a:gd name="T16" fmla="*/ 240 w 829"/>
                <a:gd name="T17" fmla="*/ 20 h 516"/>
                <a:gd name="T18" fmla="*/ 210 w 829"/>
                <a:gd name="T19" fmla="*/ 56 h 516"/>
                <a:gd name="T20" fmla="*/ 165 w 829"/>
                <a:gd name="T21" fmla="*/ 78 h 516"/>
                <a:gd name="T22" fmla="*/ 163 w 829"/>
                <a:gd name="T23" fmla="*/ 80 h 516"/>
                <a:gd name="T24" fmla="*/ 163 w 829"/>
                <a:gd name="T25" fmla="*/ 89 h 516"/>
                <a:gd name="T26" fmla="*/ 157 w 829"/>
                <a:gd name="T27" fmla="*/ 117 h 516"/>
                <a:gd name="T28" fmla="*/ 87 w 829"/>
                <a:gd name="T29" fmla="*/ 159 h 516"/>
                <a:gd name="T30" fmla="*/ 23 w 829"/>
                <a:gd name="T31" fmla="*/ 237 h 516"/>
                <a:gd name="T32" fmla="*/ 0 w 829"/>
                <a:gd name="T33" fmla="*/ 313 h 516"/>
                <a:gd name="T34" fmla="*/ 23 w 829"/>
                <a:gd name="T35" fmla="*/ 289 h 516"/>
                <a:gd name="T36" fmla="*/ 37 w 829"/>
                <a:gd name="T37" fmla="*/ 291 h 516"/>
                <a:gd name="T38" fmla="*/ 65 w 829"/>
                <a:gd name="T39" fmla="*/ 289 h 516"/>
                <a:gd name="T40" fmla="*/ 85 w 829"/>
                <a:gd name="T41" fmla="*/ 275 h 516"/>
                <a:gd name="T42" fmla="*/ 97 w 829"/>
                <a:gd name="T43" fmla="*/ 277 h 516"/>
                <a:gd name="T44" fmla="*/ 107 w 829"/>
                <a:gd name="T45" fmla="*/ 279 h 516"/>
                <a:gd name="T46" fmla="*/ 125 w 829"/>
                <a:gd name="T47" fmla="*/ 275 h 516"/>
                <a:gd name="T48" fmla="*/ 131 w 829"/>
                <a:gd name="T49" fmla="*/ 283 h 516"/>
                <a:gd name="T50" fmla="*/ 145 w 829"/>
                <a:gd name="T51" fmla="*/ 283 h 516"/>
                <a:gd name="T52" fmla="*/ 181 w 829"/>
                <a:gd name="T53" fmla="*/ 301 h 516"/>
                <a:gd name="T54" fmla="*/ 198 w 829"/>
                <a:gd name="T55" fmla="*/ 321 h 516"/>
                <a:gd name="T56" fmla="*/ 220 w 829"/>
                <a:gd name="T57" fmla="*/ 339 h 516"/>
                <a:gd name="T58" fmla="*/ 232 w 829"/>
                <a:gd name="T59" fmla="*/ 348 h 516"/>
                <a:gd name="T60" fmla="*/ 242 w 829"/>
                <a:gd name="T61" fmla="*/ 350 h 516"/>
                <a:gd name="T62" fmla="*/ 244 w 829"/>
                <a:gd name="T63" fmla="*/ 356 h 516"/>
                <a:gd name="T64" fmla="*/ 254 w 829"/>
                <a:gd name="T65" fmla="*/ 358 h 516"/>
                <a:gd name="T66" fmla="*/ 260 w 829"/>
                <a:gd name="T67" fmla="*/ 364 h 516"/>
                <a:gd name="T68" fmla="*/ 296 w 829"/>
                <a:gd name="T69" fmla="*/ 356 h 516"/>
                <a:gd name="T70" fmla="*/ 314 w 829"/>
                <a:gd name="T71" fmla="*/ 356 h 516"/>
                <a:gd name="T72" fmla="*/ 352 w 829"/>
                <a:gd name="T73" fmla="*/ 364 h 516"/>
                <a:gd name="T74" fmla="*/ 378 w 829"/>
                <a:gd name="T75" fmla="*/ 368 h 516"/>
                <a:gd name="T76" fmla="*/ 387 w 829"/>
                <a:gd name="T77" fmla="*/ 374 h 516"/>
                <a:gd name="T78" fmla="*/ 399 w 829"/>
                <a:gd name="T79" fmla="*/ 372 h 516"/>
                <a:gd name="T80" fmla="*/ 441 w 829"/>
                <a:gd name="T81" fmla="*/ 394 h 516"/>
                <a:gd name="T82" fmla="*/ 473 w 829"/>
                <a:gd name="T83" fmla="*/ 418 h 516"/>
                <a:gd name="T84" fmla="*/ 499 w 829"/>
                <a:gd name="T85" fmla="*/ 446 h 516"/>
                <a:gd name="T86" fmla="*/ 513 w 829"/>
                <a:gd name="T87" fmla="*/ 480 h 516"/>
                <a:gd name="T88" fmla="*/ 555 w 829"/>
                <a:gd name="T89" fmla="*/ 514 h 516"/>
                <a:gd name="T90" fmla="*/ 569 w 829"/>
                <a:gd name="T91" fmla="*/ 512 h 516"/>
                <a:gd name="T92" fmla="*/ 580 w 829"/>
                <a:gd name="T93" fmla="*/ 510 h 516"/>
                <a:gd name="T94" fmla="*/ 586 w 829"/>
                <a:gd name="T95" fmla="*/ 506 h 516"/>
                <a:gd name="T96" fmla="*/ 628 w 829"/>
                <a:gd name="T97" fmla="*/ 502 h 516"/>
                <a:gd name="T98" fmla="*/ 648 w 829"/>
                <a:gd name="T99" fmla="*/ 478 h 516"/>
                <a:gd name="T100" fmla="*/ 662 w 829"/>
                <a:gd name="T101" fmla="*/ 436 h 516"/>
                <a:gd name="T102" fmla="*/ 672 w 829"/>
                <a:gd name="T103" fmla="*/ 414 h 516"/>
                <a:gd name="T104" fmla="*/ 702 w 829"/>
                <a:gd name="T105" fmla="*/ 382 h 516"/>
                <a:gd name="T106" fmla="*/ 783 w 829"/>
                <a:gd name="T107" fmla="*/ 249 h 516"/>
                <a:gd name="T108" fmla="*/ 827 w 829"/>
                <a:gd name="T109" fmla="*/ 181 h 516"/>
                <a:gd name="T110" fmla="*/ 805 w 829"/>
                <a:gd name="T111" fmla="*/ 179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29" h="516">
                  <a:moveTo>
                    <a:pt x="805" y="179"/>
                  </a:moveTo>
                  <a:lnTo>
                    <a:pt x="767" y="179"/>
                  </a:lnTo>
                  <a:lnTo>
                    <a:pt x="738" y="161"/>
                  </a:lnTo>
                  <a:lnTo>
                    <a:pt x="692" y="151"/>
                  </a:lnTo>
                  <a:lnTo>
                    <a:pt x="656" y="157"/>
                  </a:lnTo>
                  <a:lnTo>
                    <a:pt x="604" y="153"/>
                  </a:lnTo>
                  <a:lnTo>
                    <a:pt x="543" y="145"/>
                  </a:lnTo>
                  <a:lnTo>
                    <a:pt x="507" y="121"/>
                  </a:lnTo>
                  <a:lnTo>
                    <a:pt x="491" y="84"/>
                  </a:lnTo>
                  <a:lnTo>
                    <a:pt x="469" y="80"/>
                  </a:lnTo>
                  <a:lnTo>
                    <a:pt x="423" y="36"/>
                  </a:lnTo>
                  <a:lnTo>
                    <a:pt x="391" y="14"/>
                  </a:lnTo>
                  <a:lnTo>
                    <a:pt x="368" y="16"/>
                  </a:lnTo>
                  <a:lnTo>
                    <a:pt x="334" y="16"/>
                  </a:lnTo>
                  <a:lnTo>
                    <a:pt x="318" y="12"/>
                  </a:lnTo>
                  <a:lnTo>
                    <a:pt x="288" y="0"/>
                  </a:lnTo>
                  <a:lnTo>
                    <a:pt x="272" y="0"/>
                  </a:lnTo>
                  <a:lnTo>
                    <a:pt x="240" y="20"/>
                  </a:lnTo>
                  <a:lnTo>
                    <a:pt x="210" y="56"/>
                  </a:lnTo>
                  <a:lnTo>
                    <a:pt x="210" y="56"/>
                  </a:lnTo>
                  <a:lnTo>
                    <a:pt x="191" y="66"/>
                  </a:lnTo>
                  <a:lnTo>
                    <a:pt x="165" y="78"/>
                  </a:lnTo>
                  <a:lnTo>
                    <a:pt x="165" y="78"/>
                  </a:lnTo>
                  <a:lnTo>
                    <a:pt x="163" y="80"/>
                  </a:lnTo>
                  <a:lnTo>
                    <a:pt x="163" y="82"/>
                  </a:lnTo>
                  <a:lnTo>
                    <a:pt x="163" y="89"/>
                  </a:lnTo>
                  <a:lnTo>
                    <a:pt x="165" y="99"/>
                  </a:lnTo>
                  <a:lnTo>
                    <a:pt x="157" y="117"/>
                  </a:lnTo>
                  <a:lnTo>
                    <a:pt x="121" y="147"/>
                  </a:lnTo>
                  <a:lnTo>
                    <a:pt x="87" y="159"/>
                  </a:lnTo>
                  <a:lnTo>
                    <a:pt x="65" y="191"/>
                  </a:lnTo>
                  <a:lnTo>
                    <a:pt x="23" y="237"/>
                  </a:lnTo>
                  <a:lnTo>
                    <a:pt x="0" y="285"/>
                  </a:lnTo>
                  <a:lnTo>
                    <a:pt x="0" y="313"/>
                  </a:lnTo>
                  <a:lnTo>
                    <a:pt x="11" y="295"/>
                  </a:lnTo>
                  <a:lnTo>
                    <a:pt x="23" y="289"/>
                  </a:lnTo>
                  <a:lnTo>
                    <a:pt x="23" y="289"/>
                  </a:lnTo>
                  <a:lnTo>
                    <a:pt x="37" y="291"/>
                  </a:lnTo>
                  <a:lnTo>
                    <a:pt x="37" y="291"/>
                  </a:lnTo>
                  <a:lnTo>
                    <a:pt x="65" y="289"/>
                  </a:lnTo>
                  <a:lnTo>
                    <a:pt x="73" y="287"/>
                  </a:lnTo>
                  <a:lnTo>
                    <a:pt x="85" y="275"/>
                  </a:lnTo>
                  <a:lnTo>
                    <a:pt x="85" y="275"/>
                  </a:lnTo>
                  <a:lnTo>
                    <a:pt x="97" y="277"/>
                  </a:lnTo>
                  <a:lnTo>
                    <a:pt x="97" y="277"/>
                  </a:lnTo>
                  <a:lnTo>
                    <a:pt x="107" y="279"/>
                  </a:lnTo>
                  <a:lnTo>
                    <a:pt x="119" y="275"/>
                  </a:lnTo>
                  <a:lnTo>
                    <a:pt x="125" y="275"/>
                  </a:lnTo>
                  <a:lnTo>
                    <a:pt x="131" y="283"/>
                  </a:lnTo>
                  <a:lnTo>
                    <a:pt x="131" y="283"/>
                  </a:lnTo>
                  <a:lnTo>
                    <a:pt x="145" y="283"/>
                  </a:lnTo>
                  <a:lnTo>
                    <a:pt x="145" y="283"/>
                  </a:lnTo>
                  <a:lnTo>
                    <a:pt x="163" y="283"/>
                  </a:lnTo>
                  <a:lnTo>
                    <a:pt x="181" y="301"/>
                  </a:lnTo>
                  <a:lnTo>
                    <a:pt x="198" y="315"/>
                  </a:lnTo>
                  <a:lnTo>
                    <a:pt x="198" y="321"/>
                  </a:lnTo>
                  <a:lnTo>
                    <a:pt x="206" y="333"/>
                  </a:lnTo>
                  <a:lnTo>
                    <a:pt x="220" y="339"/>
                  </a:lnTo>
                  <a:lnTo>
                    <a:pt x="232" y="348"/>
                  </a:lnTo>
                  <a:lnTo>
                    <a:pt x="232" y="348"/>
                  </a:lnTo>
                  <a:lnTo>
                    <a:pt x="242" y="350"/>
                  </a:lnTo>
                  <a:lnTo>
                    <a:pt x="242" y="350"/>
                  </a:lnTo>
                  <a:lnTo>
                    <a:pt x="244" y="354"/>
                  </a:lnTo>
                  <a:lnTo>
                    <a:pt x="244" y="356"/>
                  </a:lnTo>
                  <a:lnTo>
                    <a:pt x="244" y="356"/>
                  </a:lnTo>
                  <a:lnTo>
                    <a:pt x="254" y="358"/>
                  </a:lnTo>
                  <a:lnTo>
                    <a:pt x="254" y="358"/>
                  </a:lnTo>
                  <a:lnTo>
                    <a:pt x="260" y="364"/>
                  </a:lnTo>
                  <a:lnTo>
                    <a:pt x="280" y="364"/>
                  </a:lnTo>
                  <a:lnTo>
                    <a:pt x="296" y="356"/>
                  </a:lnTo>
                  <a:lnTo>
                    <a:pt x="304" y="360"/>
                  </a:lnTo>
                  <a:lnTo>
                    <a:pt x="314" y="356"/>
                  </a:lnTo>
                  <a:lnTo>
                    <a:pt x="338" y="356"/>
                  </a:lnTo>
                  <a:lnTo>
                    <a:pt x="352" y="364"/>
                  </a:lnTo>
                  <a:lnTo>
                    <a:pt x="378" y="368"/>
                  </a:lnTo>
                  <a:lnTo>
                    <a:pt x="378" y="368"/>
                  </a:lnTo>
                  <a:lnTo>
                    <a:pt x="382" y="370"/>
                  </a:lnTo>
                  <a:lnTo>
                    <a:pt x="387" y="374"/>
                  </a:lnTo>
                  <a:lnTo>
                    <a:pt x="387" y="374"/>
                  </a:lnTo>
                  <a:lnTo>
                    <a:pt x="399" y="372"/>
                  </a:lnTo>
                  <a:lnTo>
                    <a:pt x="417" y="390"/>
                  </a:lnTo>
                  <a:lnTo>
                    <a:pt x="441" y="394"/>
                  </a:lnTo>
                  <a:lnTo>
                    <a:pt x="465" y="418"/>
                  </a:lnTo>
                  <a:lnTo>
                    <a:pt x="473" y="418"/>
                  </a:lnTo>
                  <a:lnTo>
                    <a:pt x="495" y="430"/>
                  </a:lnTo>
                  <a:lnTo>
                    <a:pt x="499" y="446"/>
                  </a:lnTo>
                  <a:lnTo>
                    <a:pt x="501" y="466"/>
                  </a:lnTo>
                  <a:lnTo>
                    <a:pt x="513" y="480"/>
                  </a:lnTo>
                  <a:lnTo>
                    <a:pt x="517" y="488"/>
                  </a:lnTo>
                  <a:lnTo>
                    <a:pt x="555" y="514"/>
                  </a:lnTo>
                  <a:lnTo>
                    <a:pt x="565" y="516"/>
                  </a:lnTo>
                  <a:lnTo>
                    <a:pt x="569" y="512"/>
                  </a:lnTo>
                  <a:lnTo>
                    <a:pt x="569" y="512"/>
                  </a:lnTo>
                  <a:lnTo>
                    <a:pt x="580" y="510"/>
                  </a:lnTo>
                  <a:lnTo>
                    <a:pt x="580" y="510"/>
                  </a:lnTo>
                  <a:lnTo>
                    <a:pt x="586" y="506"/>
                  </a:lnTo>
                  <a:lnTo>
                    <a:pt x="628" y="502"/>
                  </a:lnTo>
                  <a:lnTo>
                    <a:pt x="628" y="502"/>
                  </a:lnTo>
                  <a:lnTo>
                    <a:pt x="646" y="502"/>
                  </a:lnTo>
                  <a:lnTo>
                    <a:pt x="648" y="478"/>
                  </a:lnTo>
                  <a:lnTo>
                    <a:pt x="662" y="436"/>
                  </a:lnTo>
                  <a:lnTo>
                    <a:pt x="662" y="436"/>
                  </a:lnTo>
                  <a:lnTo>
                    <a:pt x="666" y="426"/>
                  </a:lnTo>
                  <a:lnTo>
                    <a:pt x="672" y="414"/>
                  </a:lnTo>
                  <a:lnTo>
                    <a:pt x="672" y="414"/>
                  </a:lnTo>
                  <a:lnTo>
                    <a:pt x="702" y="382"/>
                  </a:lnTo>
                  <a:lnTo>
                    <a:pt x="746" y="309"/>
                  </a:lnTo>
                  <a:lnTo>
                    <a:pt x="783" y="249"/>
                  </a:lnTo>
                  <a:lnTo>
                    <a:pt x="805" y="213"/>
                  </a:lnTo>
                  <a:lnTo>
                    <a:pt x="827" y="181"/>
                  </a:lnTo>
                  <a:lnTo>
                    <a:pt x="829" y="177"/>
                  </a:lnTo>
                  <a:lnTo>
                    <a:pt x="805" y="179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69" name="Freeform 91">
              <a:extLst>
                <a:ext uri="{FF2B5EF4-FFF2-40B4-BE49-F238E27FC236}">
                  <a16:creationId xmlns:a16="http://schemas.microsoft.com/office/drawing/2014/main" id="{67B71839-C162-AE75-575D-997A556AAC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5100" y="13427075"/>
              <a:ext cx="1257300" cy="955675"/>
            </a:xfrm>
            <a:custGeom>
              <a:avLst/>
              <a:gdLst>
                <a:gd name="T0" fmla="*/ 750 w 792"/>
                <a:gd name="T1" fmla="*/ 175 h 602"/>
                <a:gd name="T2" fmla="*/ 718 w 792"/>
                <a:gd name="T3" fmla="*/ 153 h 602"/>
                <a:gd name="T4" fmla="*/ 690 w 792"/>
                <a:gd name="T5" fmla="*/ 149 h 602"/>
                <a:gd name="T6" fmla="*/ 657 w 792"/>
                <a:gd name="T7" fmla="*/ 153 h 602"/>
                <a:gd name="T8" fmla="*/ 621 w 792"/>
                <a:gd name="T9" fmla="*/ 149 h 602"/>
                <a:gd name="T10" fmla="*/ 591 w 792"/>
                <a:gd name="T11" fmla="*/ 161 h 602"/>
                <a:gd name="T12" fmla="*/ 581 w 792"/>
                <a:gd name="T13" fmla="*/ 147 h 602"/>
                <a:gd name="T14" fmla="*/ 535 w 792"/>
                <a:gd name="T15" fmla="*/ 135 h 602"/>
                <a:gd name="T16" fmla="*/ 523 w 792"/>
                <a:gd name="T17" fmla="*/ 124 h 602"/>
                <a:gd name="T18" fmla="*/ 503 w 792"/>
                <a:gd name="T19" fmla="*/ 108 h 602"/>
                <a:gd name="T20" fmla="*/ 489 w 792"/>
                <a:gd name="T21" fmla="*/ 94 h 602"/>
                <a:gd name="T22" fmla="*/ 472 w 792"/>
                <a:gd name="T23" fmla="*/ 84 h 602"/>
                <a:gd name="T24" fmla="*/ 454 w 792"/>
                <a:gd name="T25" fmla="*/ 74 h 602"/>
                <a:gd name="T26" fmla="*/ 414 w 792"/>
                <a:gd name="T27" fmla="*/ 48 h 602"/>
                <a:gd name="T28" fmla="*/ 376 w 792"/>
                <a:gd name="T29" fmla="*/ 66 h 602"/>
                <a:gd name="T30" fmla="*/ 342 w 792"/>
                <a:gd name="T31" fmla="*/ 54 h 602"/>
                <a:gd name="T32" fmla="*/ 312 w 792"/>
                <a:gd name="T33" fmla="*/ 38 h 602"/>
                <a:gd name="T34" fmla="*/ 285 w 792"/>
                <a:gd name="T35" fmla="*/ 30 h 602"/>
                <a:gd name="T36" fmla="*/ 239 w 792"/>
                <a:gd name="T37" fmla="*/ 0 h 602"/>
                <a:gd name="T38" fmla="*/ 221 w 792"/>
                <a:gd name="T39" fmla="*/ 22 h 602"/>
                <a:gd name="T40" fmla="*/ 201 w 792"/>
                <a:gd name="T41" fmla="*/ 28 h 602"/>
                <a:gd name="T42" fmla="*/ 155 w 792"/>
                <a:gd name="T43" fmla="*/ 58 h 602"/>
                <a:gd name="T44" fmla="*/ 137 w 792"/>
                <a:gd name="T45" fmla="*/ 64 h 602"/>
                <a:gd name="T46" fmla="*/ 115 w 792"/>
                <a:gd name="T47" fmla="*/ 72 h 602"/>
                <a:gd name="T48" fmla="*/ 103 w 792"/>
                <a:gd name="T49" fmla="*/ 80 h 602"/>
                <a:gd name="T50" fmla="*/ 86 w 792"/>
                <a:gd name="T51" fmla="*/ 86 h 602"/>
                <a:gd name="T52" fmla="*/ 46 w 792"/>
                <a:gd name="T53" fmla="*/ 110 h 602"/>
                <a:gd name="T54" fmla="*/ 38 w 792"/>
                <a:gd name="T55" fmla="*/ 131 h 602"/>
                <a:gd name="T56" fmla="*/ 38 w 792"/>
                <a:gd name="T57" fmla="*/ 161 h 602"/>
                <a:gd name="T58" fmla="*/ 52 w 792"/>
                <a:gd name="T59" fmla="*/ 179 h 602"/>
                <a:gd name="T60" fmla="*/ 48 w 792"/>
                <a:gd name="T61" fmla="*/ 213 h 602"/>
                <a:gd name="T62" fmla="*/ 38 w 792"/>
                <a:gd name="T63" fmla="*/ 239 h 602"/>
                <a:gd name="T64" fmla="*/ 0 w 792"/>
                <a:gd name="T65" fmla="*/ 285 h 602"/>
                <a:gd name="T66" fmla="*/ 42 w 792"/>
                <a:gd name="T67" fmla="*/ 337 h 602"/>
                <a:gd name="T68" fmla="*/ 119 w 792"/>
                <a:gd name="T69" fmla="*/ 508 h 602"/>
                <a:gd name="T70" fmla="*/ 193 w 792"/>
                <a:gd name="T71" fmla="*/ 542 h 602"/>
                <a:gd name="T72" fmla="*/ 231 w 792"/>
                <a:gd name="T73" fmla="*/ 602 h 602"/>
                <a:gd name="T74" fmla="*/ 324 w 792"/>
                <a:gd name="T75" fmla="*/ 528 h 602"/>
                <a:gd name="T76" fmla="*/ 418 w 792"/>
                <a:gd name="T77" fmla="*/ 416 h 602"/>
                <a:gd name="T78" fmla="*/ 671 w 792"/>
                <a:gd name="T79" fmla="*/ 317 h 602"/>
                <a:gd name="T80" fmla="*/ 788 w 792"/>
                <a:gd name="T81" fmla="*/ 309 h 602"/>
                <a:gd name="T82" fmla="*/ 792 w 792"/>
                <a:gd name="T83" fmla="*/ 183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92" h="602">
                  <a:moveTo>
                    <a:pt x="770" y="181"/>
                  </a:moveTo>
                  <a:lnTo>
                    <a:pt x="750" y="175"/>
                  </a:lnTo>
                  <a:lnTo>
                    <a:pt x="736" y="157"/>
                  </a:lnTo>
                  <a:lnTo>
                    <a:pt x="718" y="153"/>
                  </a:lnTo>
                  <a:lnTo>
                    <a:pt x="700" y="155"/>
                  </a:lnTo>
                  <a:lnTo>
                    <a:pt x="690" y="149"/>
                  </a:lnTo>
                  <a:lnTo>
                    <a:pt x="676" y="153"/>
                  </a:lnTo>
                  <a:lnTo>
                    <a:pt x="657" y="153"/>
                  </a:lnTo>
                  <a:lnTo>
                    <a:pt x="637" y="145"/>
                  </a:lnTo>
                  <a:lnTo>
                    <a:pt x="621" y="149"/>
                  </a:lnTo>
                  <a:lnTo>
                    <a:pt x="611" y="155"/>
                  </a:lnTo>
                  <a:lnTo>
                    <a:pt x="591" y="161"/>
                  </a:lnTo>
                  <a:lnTo>
                    <a:pt x="585" y="157"/>
                  </a:lnTo>
                  <a:lnTo>
                    <a:pt x="581" y="147"/>
                  </a:lnTo>
                  <a:lnTo>
                    <a:pt x="561" y="137"/>
                  </a:lnTo>
                  <a:lnTo>
                    <a:pt x="535" y="135"/>
                  </a:lnTo>
                  <a:lnTo>
                    <a:pt x="531" y="131"/>
                  </a:lnTo>
                  <a:lnTo>
                    <a:pt x="523" y="124"/>
                  </a:lnTo>
                  <a:lnTo>
                    <a:pt x="519" y="116"/>
                  </a:lnTo>
                  <a:lnTo>
                    <a:pt x="503" y="108"/>
                  </a:lnTo>
                  <a:lnTo>
                    <a:pt x="499" y="98"/>
                  </a:lnTo>
                  <a:lnTo>
                    <a:pt x="489" y="94"/>
                  </a:lnTo>
                  <a:lnTo>
                    <a:pt x="481" y="90"/>
                  </a:lnTo>
                  <a:lnTo>
                    <a:pt x="472" y="84"/>
                  </a:lnTo>
                  <a:lnTo>
                    <a:pt x="464" y="78"/>
                  </a:lnTo>
                  <a:lnTo>
                    <a:pt x="454" y="74"/>
                  </a:lnTo>
                  <a:lnTo>
                    <a:pt x="426" y="58"/>
                  </a:lnTo>
                  <a:lnTo>
                    <a:pt x="414" y="48"/>
                  </a:lnTo>
                  <a:lnTo>
                    <a:pt x="406" y="48"/>
                  </a:lnTo>
                  <a:lnTo>
                    <a:pt x="376" y="66"/>
                  </a:lnTo>
                  <a:lnTo>
                    <a:pt x="352" y="54"/>
                  </a:lnTo>
                  <a:lnTo>
                    <a:pt x="342" y="54"/>
                  </a:lnTo>
                  <a:lnTo>
                    <a:pt x="324" y="36"/>
                  </a:lnTo>
                  <a:lnTo>
                    <a:pt x="312" y="38"/>
                  </a:lnTo>
                  <a:lnTo>
                    <a:pt x="304" y="32"/>
                  </a:lnTo>
                  <a:lnTo>
                    <a:pt x="285" y="30"/>
                  </a:lnTo>
                  <a:lnTo>
                    <a:pt x="253" y="6"/>
                  </a:lnTo>
                  <a:lnTo>
                    <a:pt x="239" y="0"/>
                  </a:lnTo>
                  <a:lnTo>
                    <a:pt x="231" y="2"/>
                  </a:lnTo>
                  <a:lnTo>
                    <a:pt x="221" y="22"/>
                  </a:lnTo>
                  <a:lnTo>
                    <a:pt x="211" y="34"/>
                  </a:lnTo>
                  <a:lnTo>
                    <a:pt x="201" y="28"/>
                  </a:lnTo>
                  <a:lnTo>
                    <a:pt x="163" y="48"/>
                  </a:lnTo>
                  <a:lnTo>
                    <a:pt x="155" y="58"/>
                  </a:lnTo>
                  <a:lnTo>
                    <a:pt x="147" y="58"/>
                  </a:lnTo>
                  <a:lnTo>
                    <a:pt x="137" y="64"/>
                  </a:lnTo>
                  <a:lnTo>
                    <a:pt x="125" y="68"/>
                  </a:lnTo>
                  <a:lnTo>
                    <a:pt x="115" y="72"/>
                  </a:lnTo>
                  <a:lnTo>
                    <a:pt x="107" y="72"/>
                  </a:lnTo>
                  <a:lnTo>
                    <a:pt x="103" y="80"/>
                  </a:lnTo>
                  <a:lnTo>
                    <a:pt x="96" y="86"/>
                  </a:lnTo>
                  <a:lnTo>
                    <a:pt x="86" y="86"/>
                  </a:lnTo>
                  <a:lnTo>
                    <a:pt x="58" y="98"/>
                  </a:lnTo>
                  <a:lnTo>
                    <a:pt x="46" y="110"/>
                  </a:lnTo>
                  <a:lnTo>
                    <a:pt x="32" y="120"/>
                  </a:lnTo>
                  <a:lnTo>
                    <a:pt x="38" y="131"/>
                  </a:lnTo>
                  <a:lnTo>
                    <a:pt x="34" y="157"/>
                  </a:lnTo>
                  <a:lnTo>
                    <a:pt x="38" y="161"/>
                  </a:lnTo>
                  <a:lnTo>
                    <a:pt x="44" y="167"/>
                  </a:lnTo>
                  <a:lnTo>
                    <a:pt x="52" y="179"/>
                  </a:lnTo>
                  <a:lnTo>
                    <a:pt x="52" y="203"/>
                  </a:lnTo>
                  <a:lnTo>
                    <a:pt x="48" y="213"/>
                  </a:lnTo>
                  <a:lnTo>
                    <a:pt x="48" y="227"/>
                  </a:lnTo>
                  <a:lnTo>
                    <a:pt x="38" y="239"/>
                  </a:lnTo>
                  <a:lnTo>
                    <a:pt x="20" y="249"/>
                  </a:lnTo>
                  <a:lnTo>
                    <a:pt x="0" y="285"/>
                  </a:lnTo>
                  <a:lnTo>
                    <a:pt x="32" y="319"/>
                  </a:lnTo>
                  <a:lnTo>
                    <a:pt x="42" y="337"/>
                  </a:lnTo>
                  <a:lnTo>
                    <a:pt x="48" y="456"/>
                  </a:lnTo>
                  <a:lnTo>
                    <a:pt x="119" y="508"/>
                  </a:lnTo>
                  <a:lnTo>
                    <a:pt x="179" y="520"/>
                  </a:lnTo>
                  <a:lnTo>
                    <a:pt x="193" y="542"/>
                  </a:lnTo>
                  <a:lnTo>
                    <a:pt x="193" y="574"/>
                  </a:lnTo>
                  <a:lnTo>
                    <a:pt x="231" y="602"/>
                  </a:lnTo>
                  <a:lnTo>
                    <a:pt x="269" y="594"/>
                  </a:lnTo>
                  <a:lnTo>
                    <a:pt x="324" y="528"/>
                  </a:lnTo>
                  <a:lnTo>
                    <a:pt x="376" y="500"/>
                  </a:lnTo>
                  <a:lnTo>
                    <a:pt x="418" y="416"/>
                  </a:lnTo>
                  <a:lnTo>
                    <a:pt x="491" y="410"/>
                  </a:lnTo>
                  <a:lnTo>
                    <a:pt x="671" y="317"/>
                  </a:lnTo>
                  <a:lnTo>
                    <a:pt x="758" y="323"/>
                  </a:lnTo>
                  <a:lnTo>
                    <a:pt x="788" y="309"/>
                  </a:lnTo>
                  <a:lnTo>
                    <a:pt x="792" y="183"/>
                  </a:lnTo>
                  <a:lnTo>
                    <a:pt x="792" y="183"/>
                  </a:lnTo>
                  <a:lnTo>
                    <a:pt x="770" y="181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70" name="Freeform 92">
              <a:extLst>
                <a:ext uri="{FF2B5EF4-FFF2-40B4-BE49-F238E27FC236}">
                  <a16:creationId xmlns:a16="http://schemas.microsoft.com/office/drawing/2014/main" id="{416A6A0E-130F-0352-50D5-12522E540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1600" y="12560300"/>
              <a:ext cx="1490662" cy="1157288"/>
            </a:xfrm>
            <a:custGeom>
              <a:avLst/>
              <a:gdLst>
                <a:gd name="T0" fmla="*/ 808 w 939"/>
                <a:gd name="T1" fmla="*/ 482 h 729"/>
                <a:gd name="T2" fmla="*/ 711 w 939"/>
                <a:gd name="T3" fmla="*/ 420 h 729"/>
                <a:gd name="T4" fmla="*/ 589 w 939"/>
                <a:gd name="T5" fmla="*/ 383 h 729"/>
                <a:gd name="T6" fmla="*/ 555 w 939"/>
                <a:gd name="T7" fmla="*/ 355 h 729"/>
                <a:gd name="T8" fmla="*/ 561 w 939"/>
                <a:gd name="T9" fmla="*/ 309 h 729"/>
                <a:gd name="T10" fmla="*/ 531 w 939"/>
                <a:gd name="T11" fmla="*/ 241 h 729"/>
                <a:gd name="T12" fmla="*/ 508 w 939"/>
                <a:gd name="T13" fmla="*/ 205 h 729"/>
                <a:gd name="T14" fmla="*/ 430 w 939"/>
                <a:gd name="T15" fmla="*/ 138 h 729"/>
                <a:gd name="T16" fmla="*/ 422 w 939"/>
                <a:gd name="T17" fmla="*/ 102 h 729"/>
                <a:gd name="T18" fmla="*/ 412 w 939"/>
                <a:gd name="T19" fmla="*/ 62 h 729"/>
                <a:gd name="T20" fmla="*/ 382 w 939"/>
                <a:gd name="T21" fmla="*/ 18 h 729"/>
                <a:gd name="T22" fmla="*/ 350 w 939"/>
                <a:gd name="T23" fmla="*/ 44 h 729"/>
                <a:gd name="T24" fmla="*/ 340 w 939"/>
                <a:gd name="T25" fmla="*/ 120 h 729"/>
                <a:gd name="T26" fmla="*/ 273 w 939"/>
                <a:gd name="T27" fmla="*/ 171 h 729"/>
                <a:gd name="T28" fmla="*/ 227 w 939"/>
                <a:gd name="T29" fmla="*/ 239 h 729"/>
                <a:gd name="T30" fmla="*/ 205 w 939"/>
                <a:gd name="T31" fmla="*/ 279 h 729"/>
                <a:gd name="T32" fmla="*/ 197 w 939"/>
                <a:gd name="T33" fmla="*/ 309 h 729"/>
                <a:gd name="T34" fmla="*/ 173 w 939"/>
                <a:gd name="T35" fmla="*/ 347 h 729"/>
                <a:gd name="T36" fmla="*/ 118 w 939"/>
                <a:gd name="T37" fmla="*/ 401 h 729"/>
                <a:gd name="T38" fmla="*/ 66 w 939"/>
                <a:gd name="T39" fmla="*/ 470 h 729"/>
                <a:gd name="T40" fmla="*/ 10 w 939"/>
                <a:gd name="T41" fmla="*/ 512 h 729"/>
                <a:gd name="T42" fmla="*/ 6 w 939"/>
                <a:gd name="T43" fmla="*/ 530 h 729"/>
                <a:gd name="T44" fmla="*/ 24 w 939"/>
                <a:gd name="T45" fmla="*/ 556 h 729"/>
                <a:gd name="T46" fmla="*/ 56 w 939"/>
                <a:gd name="T47" fmla="*/ 608 h 729"/>
                <a:gd name="T48" fmla="*/ 76 w 939"/>
                <a:gd name="T49" fmla="*/ 636 h 729"/>
                <a:gd name="T50" fmla="*/ 72 w 939"/>
                <a:gd name="T51" fmla="*/ 666 h 729"/>
                <a:gd name="T52" fmla="*/ 126 w 939"/>
                <a:gd name="T53" fmla="*/ 632 h 729"/>
                <a:gd name="T54" fmla="*/ 147 w 939"/>
                <a:gd name="T55" fmla="*/ 618 h 729"/>
                <a:gd name="T56" fmla="*/ 177 w 939"/>
                <a:gd name="T57" fmla="*/ 610 h 729"/>
                <a:gd name="T58" fmla="*/ 203 w 939"/>
                <a:gd name="T59" fmla="*/ 594 h 729"/>
                <a:gd name="T60" fmla="*/ 261 w 939"/>
                <a:gd name="T61" fmla="*/ 568 h 729"/>
                <a:gd name="T62" fmla="*/ 293 w 939"/>
                <a:gd name="T63" fmla="*/ 552 h 729"/>
                <a:gd name="T64" fmla="*/ 352 w 939"/>
                <a:gd name="T65" fmla="*/ 584 h 729"/>
                <a:gd name="T66" fmla="*/ 392 w 939"/>
                <a:gd name="T67" fmla="*/ 600 h 729"/>
                <a:gd name="T68" fmla="*/ 454 w 939"/>
                <a:gd name="T69" fmla="*/ 594 h 729"/>
                <a:gd name="T70" fmla="*/ 504 w 939"/>
                <a:gd name="T71" fmla="*/ 624 h 729"/>
                <a:gd name="T72" fmla="*/ 529 w 939"/>
                <a:gd name="T73" fmla="*/ 640 h 729"/>
                <a:gd name="T74" fmla="*/ 559 w 939"/>
                <a:gd name="T75" fmla="*/ 662 h 729"/>
                <a:gd name="T76" fmla="*/ 575 w 939"/>
                <a:gd name="T77" fmla="*/ 681 h 729"/>
                <a:gd name="T78" fmla="*/ 625 w 939"/>
                <a:gd name="T79" fmla="*/ 703 h 729"/>
                <a:gd name="T80" fmla="*/ 661 w 939"/>
                <a:gd name="T81" fmla="*/ 695 h 729"/>
                <a:gd name="T82" fmla="*/ 716 w 939"/>
                <a:gd name="T83" fmla="*/ 699 h 729"/>
                <a:gd name="T84" fmla="*/ 758 w 939"/>
                <a:gd name="T85" fmla="*/ 699 h 729"/>
                <a:gd name="T86" fmla="*/ 810 w 939"/>
                <a:gd name="T87" fmla="*/ 727 h 729"/>
                <a:gd name="T88" fmla="*/ 832 w 939"/>
                <a:gd name="T89" fmla="*/ 723 h 729"/>
                <a:gd name="T90" fmla="*/ 886 w 939"/>
                <a:gd name="T91" fmla="*/ 532 h 7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39" h="729">
                  <a:moveTo>
                    <a:pt x="860" y="508"/>
                  </a:moveTo>
                  <a:lnTo>
                    <a:pt x="840" y="504"/>
                  </a:lnTo>
                  <a:lnTo>
                    <a:pt x="808" y="482"/>
                  </a:lnTo>
                  <a:lnTo>
                    <a:pt x="760" y="464"/>
                  </a:lnTo>
                  <a:lnTo>
                    <a:pt x="732" y="444"/>
                  </a:lnTo>
                  <a:lnTo>
                    <a:pt x="711" y="420"/>
                  </a:lnTo>
                  <a:lnTo>
                    <a:pt x="699" y="407"/>
                  </a:lnTo>
                  <a:lnTo>
                    <a:pt x="657" y="395"/>
                  </a:lnTo>
                  <a:lnTo>
                    <a:pt x="589" y="383"/>
                  </a:lnTo>
                  <a:lnTo>
                    <a:pt x="555" y="373"/>
                  </a:lnTo>
                  <a:lnTo>
                    <a:pt x="555" y="361"/>
                  </a:lnTo>
                  <a:lnTo>
                    <a:pt x="555" y="355"/>
                  </a:lnTo>
                  <a:lnTo>
                    <a:pt x="545" y="337"/>
                  </a:lnTo>
                  <a:lnTo>
                    <a:pt x="557" y="327"/>
                  </a:lnTo>
                  <a:lnTo>
                    <a:pt x="561" y="309"/>
                  </a:lnTo>
                  <a:lnTo>
                    <a:pt x="559" y="283"/>
                  </a:lnTo>
                  <a:lnTo>
                    <a:pt x="529" y="273"/>
                  </a:lnTo>
                  <a:lnTo>
                    <a:pt x="531" y="241"/>
                  </a:lnTo>
                  <a:lnTo>
                    <a:pt x="529" y="235"/>
                  </a:lnTo>
                  <a:lnTo>
                    <a:pt x="510" y="235"/>
                  </a:lnTo>
                  <a:lnTo>
                    <a:pt x="508" y="205"/>
                  </a:lnTo>
                  <a:lnTo>
                    <a:pt x="490" y="169"/>
                  </a:lnTo>
                  <a:lnTo>
                    <a:pt x="454" y="142"/>
                  </a:lnTo>
                  <a:lnTo>
                    <a:pt x="430" y="138"/>
                  </a:lnTo>
                  <a:lnTo>
                    <a:pt x="422" y="136"/>
                  </a:lnTo>
                  <a:lnTo>
                    <a:pt x="422" y="114"/>
                  </a:lnTo>
                  <a:lnTo>
                    <a:pt x="422" y="102"/>
                  </a:lnTo>
                  <a:lnTo>
                    <a:pt x="418" y="80"/>
                  </a:lnTo>
                  <a:lnTo>
                    <a:pt x="412" y="72"/>
                  </a:lnTo>
                  <a:lnTo>
                    <a:pt x="412" y="62"/>
                  </a:lnTo>
                  <a:lnTo>
                    <a:pt x="398" y="46"/>
                  </a:lnTo>
                  <a:lnTo>
                    <a:pt x="392" y="32"/>
                  </a:lnTo>
                  <a:lnTo>
                    <a:pt x="382" y="18"/>
                  </a:lnTo>
                  <a:lnTo>
                    <a:pt x="364" y="0"/>
                  </a:lnTo>
                  <a:lnTo>
                    <a:pt x="356" y="6"/>
                  </a:lnTo>
                  <a:lnTo>
                    <a:pt x="350" y="44"/>
                  </a:lnTo>
                  <a:lnTo>
                    <a:pt x="354" y="78"/>
                  </a:lnTo>
                  <a:lnTo>
                    <a:pt x="338" y="98"/>
                  </a:lnTo>
                  <a:lnTo>
                    <a:pt x="340" y="120"/>
                  </a:lnTo>
                  <a:lnTo>
                    <a:pt x="330" y="142"/>
                  </a:lnTo>
                  <a:lnTo>
                    <a:pt x="293" y="153"/>
                  </a:lnTo>
                  <a:lnTo>
                    <a:pt x="273" y="171"/>
                  </a:lnTo>
                  <a:lnTo>
                    <a:pt x="273" y="187"/>
                  </a:lnTo>
                  <a:lnTo>
                    <a:pt x="245" y="227"/>
                  </a:lnTo>
                  <a:lnTo>
                    <a:pt x="227" y="239"/>
                  </a:lnTo>
                  <a:lnTo>
                    <a:pt x="223" y="255"/>
                  </a:lnTo>
                  <a:lnTo>
                    <a:pt x="221" y="273"/>
                  </a:lnTo>
                  <a:lnTo>
                    <a:pt x="205" y="279"/>
                  </a:lnTo>
                  <a:lnTo>
                    <a:pt x="203" y="297"/>
                  </a:lnTo>
                  <a:lnTo>
                    <a:pt x="205" y="303"/>
                  </a:lnTo>
                  <a:lnTo>
                    <a:pt x="197" y="309"/>
                  </a:lnTo>
                  <a:lnTo>
                    <a:pt x="199" y="341"/>
                  </a:lnTo>
                  <a:lnTo>
                    <a:pt x="189" y="347"/>
                  </a:lnTo>
                  <a:lnTo>
                    <a:pt x="173" y="347"/>
                  </a:lnTo>
                  <a:lnTo>
                    <a:pt x="128" y="355"/>
                  </a:lnTo>
                  <a:lnTo>
                    <a:pt x="118" y="387"/>
                  </a:lnTo>
                  <a:lnTo>
                    <a:pt x="118" y="401"/>
                  </a:lnTo>
                  <a:lnTo>
                    <a:pt x="76" y="440"/>
                  </a:lnTo>
                  <a:lnTo>
                    <a:pt x="72" y="462"/>
                  </a:lnTo>
                  <a:lnTo>
                    <a:pt x="66" y="470"/>
                  </a:lnTo>
                  <a:lnTo>
                    <a:pt x="48" y="498"/>
                  </a:lnTo>
                  <a:lnTo>
                    <a:pt x="26" y="498"/>
                  </a:lnTo>
                  <a:lnTo>
                    <a:pt x="10" y="512"/>
                  </a:lnTo>
                  <a:lnTo>
                    <a:pt x="4" y="520"/>
                  </a:lnTo>
                  <a:lnTo>
                    <a:pt x="0" y="526"/>
                  </a:lnTo>
                  <a:lnTo>
                    <a:pt x="6" y="530"/>
                  </a:lnTo>
                  <a:lnTo>
                    <a:pt x="26" y="534"/>
                  </a:lnTo>
                  <a:lnTo>
                    <a:pt x="26" y="534"/>
                  </a:lnTo>
                  <a:lnTo>
                    <a:pt x="24" y="556"/>
                  </a:lnTo>
                  <a:lnTo>
                    <a:pt x="40" y="556"/>
                  </a:lnTo>
                  <a:lnTo>
                    <a:pt x="58" y="578"/>
                  </a:lnTo>
                  <a:lnTo>
                    <a:pt x="56" y="608"/>
                  </a:lnTo>
                  <a:lnTo>
                    <a:pt x="68" y="624"/>
                  </a:lnTo>
                  <a:lnTo>
                    <a:pt x="68" y="630"/>
                  </a:lnTo>
                  <a:lnTo>
                    <a:pt x="76" y="636"/>
                  </a:lnTo>
                  <a:lnTo>
                    <a:pt x="76" y="654"/>
                  </a:lnTo>
                  <a:lnTo>
                    <a:pt x="68" y="658"/>
                  </a:lnTo>
                  <a:lnTo>
                    <a:pt x="72" y="666"/>
                  </a:lnTo>
                  <a:lnTo>
                    <a:pt x="86" y="656"/>
                  </a:lnTo>
                  <a:lnTo>
                    <a:pt x="98" y="644"/>
                  </a:lnTo>
                  <a:lnTo>
                    <a:pt x="126" y="632"/>
                  </a:lnTo>
                  <a:lnTo>
                    <a:pt x="136" y="632"/>
                  </a:lnTo>
                  <a:lnTo>
                    <a:pt x="143" y="626"/>
                  </a:lnTo>
                  <a:lnTo>
                    <a:pt x="147" y="618"/>
                  </a:lnTo>
                  <a:lnTo>
                    <a:pt x="155" y="618"/>
                  </a:lnTo>
                  <a:lnTo>
                    <a:pt x="165" y="614"/>
                  </a:lnTo>
                  <a:lnTo>
                    <a:pt x="177" y="610"/>
                  </a:lnTo>
                  <a:lnTo>
                    <a:pt x="187" y="604"/>
                  </a:lnTo>
                  <a:lnTo>
                    <a:pt x="195" y="604"/>
                  </a:lnTo>
                  <a:lnTo>
                    <a:pt x="203" y="594"/>
                  </a:lnTo>
                  <a:lnTo>
                    <a:pt x="241" y="574"/>
                  </a:lnTo>
                  <a:lnTo>
                    <a:pt x="251" y="580"/>
                  </a:lnTo>
                  <a:lnTo>
                    <a:pt x="261" y="568"/>
                  </a:lnTo>
                  <a:lnTo>
                    <a:pt x="271" y="548"/>
                  </a:lnTo>
                  <a:lnTo>
                    <a:pt x="279" y="546"/>
                  </a:lnTo>
                  <a:lnTo>
                    <a:pt x="293" y="552"/>
                  </a:lnTo>
                  <a:lnTo>
                    <a:pt x="325" y="576"/>
                  </a:lnTo>
                  <a:lnTo>
                    <a:pt x="344" y="578"/>
                  </a:lnTo>
                  <a:lnTo>
                    <a:pt x="352" y="584"/>
                  </a:lnTo>
                  <a:lnTo>
                    <a:pt x="364" y="582"/>
                  </a:lnTo>
                  <a:lnTo>
                    <a:pt x="382" y="600"/>
                  </a:lnTo>
                  <a:lnTo>
                    <a:pt x="392" y="600"/>
                  </a:lnTo>
                  <a:lnTo>
                    <a:pt x="416" y="612"/>
                  </a:lnTo>
                  <a:lnTo>
                    <a:pt x="446" y="594"/>
                  </a:lnTo>
                  <a:lnTo>
                    <a:pt x="454" y="594"/>
                  </a:lnTo>
                  <a:lnTo>
                    <a:pt x="466" y="604"/>
                  </a:lnTo>
                  <a:lnTo>
                    <a:pt x="494" y="620"/>
                  </a:lnTo>
                  <a:lnTo>
                    <a:pt x="504" y="624"/>
                  </a:lnTo>
                  <a:lnTo>
                    <a:pt x="512" y="630"/>
                  </a:lnTo>
                  <a:lnTo>
                    <a:pt x="521" y="636"/>
                  </a:lnTo>
                  <a:lnTo>
                    <a:pt x="529" y="640"/>
                  </a:lnTo>
                  <a:lnTo>
                    <a:pt x="539" y="644"/>
                  </a:lnTo>
                  <a:lnTo>
                    <a:pt x="543" y="654"/>
                  </a:lnTo>
                  <a:lnTo>
                    <a:pt x="559" y="662"/>
                  </a:lnTo>
                  <a:lnTo>
                    <a:pt x="563" y="670"/>
                  </a:lnTo>
                  <a:lnTo>
                    <a:pt x="571" y="677"/>
                  </a:lnTo>
                  <a:lnTo>
                    <a:pt x="575" y="681"/>
                  </a:lnTo>
                  <a:lnTo>
                    <a:pt x="601" y="683"/>
                  </a:lnTo>
                  <a:lnTo>
                    <a:pt x="621" y="693"/>
                  </a:lnTo>
                  <a:lnTo>
                    <a:pt x="625" y="703"/>
                  </a:lnTo>
                  <a:lnTo>
                    <a:pt x="631" y="707"/>
                  </a:lnTo>
                  <a:lnTo>
                    <a:pt x="651" y="701"/>
                  </a:lnTo>
                  <a:lnTo>
                    <a:pt x="661" y="695"/>
                  </a:lnTo>
                  <a:lnTo>
                    <a:pt x="677" y="691"/>
                  </a:lnTo>
                  <a:lnTo>
                    <a:pt x="697" y="699"/>
                  </a:lnTo>
                  <a:lnTo>
                    <a:pt x="716" y="699"/>
                  </a:lnTo>
                  <a:lnTo>
                    <a:pt x="730" y="695"/>
                  </a:lnTo>
                  <a:lnTo>
                    <a:pt x="740" y="701"/>
                  </a:lnTo>
                  <a:lnTo>
                    <a:pt x="758" y="699"/>
                  </a:lnTo>
                  <a:lnTo>
                    <a:pt x="776" y="703"/>
                  </a:lnTo>
                  <a:lnTo>
                    <a:pt x="790" y="721"/>
                  </a:lnTo>
                  <a:lnTo>
                    <a:pt x="810" y="727"/>
                  </a:lnTo>
                  <a:lnTo>
                    <a:pt x="832" y="729"/>
                  </a:lnTo>
                  <a:lnTo>
                    <a:pt x="832" y="729"/>
                  </a:lnTo>
                  <a:lnTo>
                    <a:pt x="832" y="723"/>
                  </a:lnTo>
                  <a:lnTo>
                    <a:pt x="874" y="658"/>
                  </a:lnTo>
                  <a:lnTo>
                    <a:pt x="939" y="564"/>
                  </a:lnTo>
                  <a:lnTo>
                    <a:pt x="886" y="532"/>
                  </a:lnTo>
                  <a:lnTo>
                    <a:pt x="860" y="508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71" name="Freeform 93">
              <a:extLst>
                <a:ext uri="{FF2B5EF4-FFF2-40B4-BE49-F238E27FC236}">
                  <a16:creationId xmlns:a16="http://schemas.microsoft.com/office/drawing/2014/main" id="{E847E4E0-E754-6A31-52DE-0EDA9A129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7263" y="8366125"/>
              <a:ext cx="985837" cy="717550"/>
            </a:xfrm>
            <a:custGeom>
              <a:avLst/>
              <a:gdLst>
                <a:gd name="T0" fmla="*/ 595 w 621"/>
                <a:gd name="T1" fmla="*/ 257 h 452"/>
                <a:gd name="T2" fmla="*/ 587 w 621"/>
                <a:gd name="T3" fmla="*/ 237 h 452"/>
                <a:gd name="T4" fmla="*/ 595 w 621"/>
                <a:gd name="T5" fmla="*/ 187 h 452"/>
                <a:gd name="T6" fmla="*/ 601 w 621"/>
                <a:gd name="T7" fmla="*/ 150 h 452"/>
                <a:gd name="T8" fmla="*/ 585 w 621"/>
                <a:gd name="T9" fmla="*/ 126 h 452"/>
                <a:gd name="T10" fmla="*/ 557 w 621"/>
                <a:gd name="T11" fmla="*/ 96 h 452"/>
                <a:gd name="T12" fmla="*/ 551 w 621"/>
                <a:gd name="T13" fmla="*/ 76 h 452"/>
                <a:gd name="T14" fmla="*/ 541 w 621"/>
                <a:gd name="T15" fmla="*/ 62 h 452"/>
                <a:gd name="T16" fmla="*/ 476 w 621"/>
                <a:gd name="T17" fmla="*/ 100 h 452"/>
                <a:gd name="T18" fmla="*/ 458 w 621"/>
                <a:gd name="T19" fmla="*/ 106 h 452"/>
                <a:gd name="T20" fmla="*/ 452 w 621"/>
                <a:gd name="T21" fmla="*/ 102 h 452"/>
                <a:gd name="T22" fmla="*/ 436 w 621"/>
                <a:gd name="T23" fmla="*/ 96 h 452"/>
                <a:gd name="T24" fmla="*/ 404 w 621"/>
                <a:gd name="T25" fmla="*/ 94 h 452"/>
                <a:gd name="T26" fmla="*/ 360 w 621"/>
                <a:gd name="T27" fmla="*/ 76 h 452"/>
                <a:gd name="T28" fmla="*/ 309 w 621"/>
                <a:gd name="T29" fmla="*/ 62 h 452"/>
                <a:gd name="T30" fmla="*/ 287 w 621"/>
                <a:gd name="T31" fmla="*/ 36 h 452"/>
                <a:gd name="T32" fmla="*/ 275 w 621"/>
                <a:gd name="T33" fmla="*/ 40 h 452"/>
                <a:gd name="T34" fmla="*/ 243 w 621"/>
                <a:gd name="T35" fmla="*/ 62 h 452"/>
                <a:gd name="T36" fmla="*/ 223 w 621"/>
                <a:gd name="T37" fmla="*/ 56 h 452"/>
                <a:gd name="T38" fmla="*/ 183 w 621"/>
                <a:gd name="T39" fmla="*/ 34 h 452"/>
                <a:gd name="T40" fmla="*/ 143 w 621"/>
                <a:gd name="T41" fmla="*/ 20 h 452"/>
                <a:gd name="T42" fmla="*/ 122 w 621"/>
                <a:gd name="T43" fmla="*/ 30 h 452"/>
                <a:gd name="T44" fmla="*/ 110 w 621"/>
                <a:gd name="T45" fmla="*/ 24 h 452"/>
                <a:gd name="T46" fmla="*/ 96 w 621"/>
                <a:gd name="T47" fmla="*/ 16 h 452"/>
                <a:gd name="T48" fmla="*/ 54 w 621"/>
                <a:gd name="T49" fmla="*/ 0 h 452"/>
                <a:gd name="T50" fmla="*/ 32 w 621"/>
                <a:gd name="T51" fmla="*/ 16 h 452"/>
                <a:gd name="T52" fmla="*/ 14 w 621"/>
                <a:gd name="T53" fmla="*/ 52 h 452"/>
                <a:gd name="T54" fmla="*/ 6 w 621"/>
                <a:gd name="T55" fmla="*/ 80 h 452"/>
                <a:gd name="T56" fmla="*/ 0 w 621"/>
                <a:gd name="T57" fmla="*/ 140 h 452"/>
                <a:gd name="T58" fmla="*/ 24 w 621"/>
                <a:gd name="T59" fmla="*/ 181 h 452"/>
                <a:gd name="T60" fmla="*/ 42 w 621"/>
                <a:gd name="T61" fmla="*/ 217 h 452"/>
                <a:gd name="T62" fmla="*/ 50 w 621"/>
                <a:gd name="T63" fmla="*/ 259 h 452"/>
                <a:gd name="T64" fmla="*/ 60 w 621"/>
                <a:gd name="T65" fmla="*/ 323 h 452"/>
                <a:gd name="T66" fmla="*/ 52 w 621"/>
                <a:gd name="T67" fmla="*/ 413 h 452"/>
                <a:gd name="T68" fmla="*/ 58 w 621"/>
                <a:gd name="T69" fmla="*/ 434 h 452"/>
                <a:gd name="T70" fmla="*/ 110 w 621"/>
                <a:gd name="T71" fmla="*/ 418 h 452"/>
                <a:gd name="T72" fmla="*/ 189 w 621"/>
                <a:gd name="T73" fmla="*/ 452 h 452"/>
                <a:gd name="T74" fmla="*/ 269 w 621"/>
                <a:gd name="T75" fmla="*/ 411 h 452"/>
                <a:gd name="T76" fmla="*/ 350 w 621"/>
                <a:gd name="T77" fmla="*/ 385 h 452"/>
                <a:gd name="T78" fmla="*/ 452 w 621"/>
                <a:gd name="T79" fmla="*/ 397 h 452"/>
                <a:gd name="T80" fmla="*/ 533 w 621"/>
                <a:gd name="T81" fmla="*/ 403 h 452"/>
                <a:gd name="T82" fmla="*/ 571 w 621"/>
                <a:gd name="T83" fmla="*/ 411 h 452"/>
                <a:gd name="T84" fmla="*/ 597 w 621"/>
                <a:gd name="T85" fmla="*/ 345 h 452"/>
                <a:gd name="T86" fmla="*/ 609 w 621"/>
                <a:gd name="T87" fmla="*/ 297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21" h="452">
                  <a:moveTo>
                    <a:pt x="609" y="297"/>
                  </a:moveTo>
                  <a:lnTo>
                    <a:pt x="607" y="279"/>
                  </a:lnTo>
                  <a:lnTo>
                    <a:pt x="595" y="257"/>
                  </a:lnTo>
                  <a:lnTo>
                    <a:pt x="595" y="257"/>
                  </a:lnTo>
                  <a:lnTo>
                    <a:pt x="587" y="237"/>
                  </a:lnTo>
                  <a:lnTo>
                    <a:pt x="587" y="237"/>
                  </a:lnTo>
                  <a:lnTo>
                    <a:pt x="591" y="217"/>
                  </a:lnTo>
                  <a:lnTo>
                    <a:pt x="597" y="203"/>
                  </a:lnTo>
                  <a:lnTo>
                    <a:pt x="595" y="187"/>
                  </a:lnTo>
                  <a:lnTo>
                    <a:pt x="597" y="175"/>
                  </a:lnTo>
                  <a:lnTo>
                    <a:pt x="601" y="150"/>
                  </a:lnTo>
                  <a:lnTo>
                    <a:pt x="601" y="150"/>
                  </a:lnTo>
                  <a:lnTo>
                    <a:pt x="597" y="130"/>
                  </a:lnTo>
                  <a:lnTo>
                    <a:pt x="597" y="130"/>
                  </a:lnTo>
                  <a:lnTo>
                    <a:pt x="585" y="126"/>
                  </a:lnTo>
                  <a:lnTo>
                    <a:pt x="581" y="108"/>
                  </a:lnTo>
                  <a:lnTo>
                    <a:pt x="571" y="100"/>
                  </a:lnTo>
                  <a:lnTo>
                    <a:pt x="557" y="96"/>
                  </a:lnTo>
                  <a:lnTo>
                    <a:pt x="557" y="84"/>
                  </a:lnTo>
                  <a:lnTo>
                    <a:pt x="557" y="84"/>
                  </a:lnTo>
                  <a:lnTo>
                    <a:pt x="551" y="76"/>
                  </a:lnTo>
                  <a:lnTo>
                    <a:pt x="551" y="76"/>
                  </a:lnTo>
                  <a:lnTo>
                    <a:pt x="547" y="66"/>
                  </a:lnTo>
                  <a:lnTo>
                    <a:pt x="541" y="62"/>
                  </a:lnTo>
                  <a:lnTo>
                    <a:pt x="510" y="76"/>
                  </a:lnTo>
                  <a:lnTo>
                    <a:pt x="490" y="100"/>
                  </a:lnTo>
                  <a:lnTo>
                    <a:pt x="476" y="100"/>
                  </a:lnTo>
                  <a:lnTo>
                    <a:pt x="470" y="106"/>
                  </a:lnTo>
                  <a:lnTo>
                    <a:pt x="458" y="106"/>
                  </a:lnTo>
                  <a:lnTo>
                    <a:pt x="458" y="106"/>
                  </a:lnTo>
                  <a:lnTo>
                    <a:pt x="456" y="104"/>
                  </a:lnTo>
                  <a:lnTo>
                    <a:pt x="452" y="102"/>
                  </a:lnTo>
                  <a:lnTo>
                    <a:pt x="452" y="102"/>
                  </a:lnTo>
                  <a:lnTo>
                    <a:pt x="444" y="102"/>
                  </a:lnTo>
                  <a:lnTo>
                    <a:pt x="444" y="102"/>
                  </a:lnTo>
                  <a:lnTo>
                    <a:pt x="436" y="96"/>
                  </a:lnTo>
                  <a:lnTo>
                    <a:pt x="436" y="96"/>
                  </a:lnTo>
                  <a:lnTo>
                    <a:pt x="420" y="94"/>
                  </a:lnTo>
                  <a:lnTo>
                    <a:pt x="404" y="94"/>
                  </a:lnTo>
                  <a:lnTo>
                    <a:pt x="386" y="88"/>
                  </a:lnTo>
                  <a:lnTo>
                    <a:pt x="366" y="88"/>
                  </a:lnTo>
                  <a:lnTo>
                    <a:pt x="360" y="76"/>
                  </a:lnTo>
                  <a:lnTo>
                    <a:pt x="340" y="74"/>
                  </a:lnTo>
                  <a:lnTo>
                    <a:pt x="323" y="74"/>
                  </a:lnTo>
                  <a:lnTo>
                    <a:pt x="309" y="62"/>
                  </a:lnTo>
                  <a:lnTo>
                    <a:pt x="299" y="60"/>
                  </a:lnTo>
                  <a:lnTo>
                    <a:pt x="297" y="54"/>
                  </a:lnTo>
                  <a:lnTo>
                    <a:pt x="287" y="36"/>
                  </a:lnTo>
                  <a:lnTo>
                    <a:pt x="287" y="36"/>
                  </a:lnTo>
                  <a:lnTo>
                    <a:pt x="275" y="40"/>
                  </a:lnTo>
                  <a:lnTo>
                    <a:pt x="275" y="40"/>
                  </a:lnTo>
                  <a:lnTo>
                    <a:pt x="269" y="48"/>
                  </a:lnTo>
                  <a:lnTo>
                    <a:pt x="249" y="56"/>
                  </a:lnTo>
                  <a:lnTo>
                    <a:pt x="243" y="62"/>
                  </a:lnTo>
                  <a:lnTo>
                    <a:pt x="237" y="40"/>
                  </a:lnTo>
                  <a:lnTo>
                    <a:pt x="229" y="38"/>
                  </a:lnTo>
                  <a:lnTo>
                    <a:pt x="223" y="56"/>
                  </a:lnTo>
                  <a:lnTo>
                    <a:pt x="197" y="36"/>
                  </a:lnTo>
                  <a:lnTo>
                    <a:pt x="191" y="38"/>
                  </a:lnTo>
                  <a:lnTo>
                    <a:pt x="183" y="34"/>
                  </a:lnTo>
                  <a:lnTo>
                    <a:pt x="157" y="20"/>
                  </a:lnTo>
                  <a:lnTo>
                    <a:pt x="157" y="20"/>
                  </a:lnTo>
                  <a:lnTo>
                    <a:pt x="143" y="20"/>
                  </a:lnTo>
                  <a:lnTo>
                    <a:pt x="143" y="20"/>
                  </a:lnTo>
                  <a:lnTo>
                    <a:pt x="132" y="30"/>
                  </a:lnTo>
                  <a:lnTo>
                    <a:pt x="122" y="30"/>
                  </a:lnTo>
                  <a:lnTo>
                    <a:pt x="120" y="24"/>
                  </a:lnTo>
                  <a:lnTo>
                    <a:pt x="120" y="24"/>
                  </a:lnTo>
                  <a:lnTo>
                    <a:pt x="110" y="24"/>
                  </a:lnTo>
                  <a:lnTo>
                    <a:pt x="110" y="24"/>
                  </a:lnTo>
                  <a:lnTo>
                    <a:pt x="106" y="16"/>
                  </a:lnTo>
                  <a:lnTo>
                    <a:pt x="96" y="16"/>
                  </a:lnTo>
                  <a:lnTo>
                    <a:pt x="92" y="4"/>
                  </a:lnTo>
                  <a:lnTo>
                    <a:pt x="72" y="0"/>
                  </a:lnTo>
                  <a:lnTo>
                    <a:pt x="54" y="0"/>
                  </a:lnTo>
                  <a:lnTo>
                    <a:pt x="46" y="4"/>
                  </a:lnTo>
                  <a:lnTo>
                    <a:pt x="36" y="8"/>
                  </a:lnTo>
                  <a:lnTo>
                    <a:pt x="32" y="16"/>
                  </a:lnTo>
                  <a:lnTo>
                    <a:pt x="20" y="30"/>
                  </a:lnTo>
                  <a:lnTo>
                    <a:pt x="20" y="42"/>
                  </a:lnTo>
                  <a:lnTo>
                    <a:pt x="14" y="52"/>
                  </a:lnTo>
                  <a:lnTo>
                    <a:pt x="14" y="72"/>
                  </a:lnTo>
                  <a:lnTo>
                    <a:pt x="6" y="80"/>
                  </a:lnTo>
                  <a:lnTo>
                    <a:pt x="6" y="80"/>
                  </a:lnTo>
                  <a:lnTo>
                    <a:pt x="4" y="98"/>
                  </a:lnTo>
                  <a:lnTo>
                    <a:pt x="4" y="98"/>
                  </a:lnTo>
                  <a:lnTo>
                    <a:pt x="0" y="140"/>
                  </a:lnTo>
                  <a:lnTo>
                    <a:pt x="0" y="167"/>
                  </a:lnTo>
                  <a:lnTo>
                    <a:pt x="12" y="169"/>
                  </a:lnTo>
                  <a:lnTo>
                    <a:pt x="24" y="181"/>
                  </a:lnTo>
                  <a:lnTo>
                    <a:pt x="30" y="185"/>
                  </a:lnTo>
                  <a:lnTo>
                    <a:pt x="42" y="209"/>
                  </a:lnTo>
                  <a:lnTo>
                    <a:pt x="42" y="217"/>
                  </a:lnTo>
                  <a:lnTo>
                    <a:pt x="42" y="229"/>
                  </a:lnTo>
                  <a:lnTo>
                    <a:pt x="42" y="243"/>
                  </a:lnTo>
                  <a:lnTo>
                    <a:pt x="50" y="259"/>
                  </a:lnTo>
                  <a:lnTo>
                    <a:pt x="54" y="269"/>
                  </a:lnTo>
                  <a:lnTo>
                    <a:pt x="42" y="283"/>
                  </a:lnTo>
                  <a:lnTo>
                    <a:pt x="60" y="323"/>
                  </a:lnTo>
                  <a:lnTo>
                    <a:pt x="72" y="333"/>
                  </a:lnTo>
                  <a:lnTo>
                    <a:pt x="70" y="355"/>
                  </a:lnTo>
                  <a:lnTo>
                    <a:pt x="52" y="413"/>
                  </a:lnTo>
                  <a:lnTo>
                    <a:pt x="46" y="442"/>
                  </a:lnTo>
                  <a:lnTo>
                    <a:pt x="46" y="442"/>
                  </a:lnTo>
                  <a:lnTo>
                    <a:pt x="58" y="434"/>
                  </a:lnTo>
                  <a:lnTo>
                    <a:pt x="80" y="418"/>
                  </a:lnTo>
                  <a:lnTo>
                    <a:pt x="94" y="413"/>
                  </a:lnTo>
                  <a:lnTo>
                    <a:pt x="110" y="418"/>
                  </a:lnTo>
                  <a:lnTo>
                    <a:pt x="128" y="434"/>
                  </a:lnTo>
                  <a:lnTo>
                    <a:pt x="163" y="446"/>
                  </a:lnTo>
                  <a:lnTo>
                    <a:pt x="189" y="452"/>
                  </a:lnTo>
                  <a:lnTo>
                    <a:pt x="239" y="446"/>
                  </a:lnTo>
                  <a:lnTo>
                    <a:pt x="255" y="426"/>
                  </a:lnTo>
                  <a:lnTo>
                    <a:pt x="269" y="411"/>
                  </a:lnTo>
                  <a:lnTo>
                    <a:pt x="289" y="397"/>
                  </a:lnTo>
                  <a:lnTo>
                    <a:pt x="319" y="393"/>
                  </a:lnTo>
                  <a:lnTo>
                    <a:pt x="350" y="385"/>
                  </a:lnTo>
                  <a:lnTo>
                    <a:pt x="384" y="385"/>
                  </a:lnTo>
                  <a:lnTo>
                    <a:pt x="418" y="397"/>
                  </a:lnTo>
                  <a:lnTo>
                    <a:pt x="452" y="397"/>
                  </a:lnTo>
                  <a:lnTo>
                    <a:pt x="486" y="385"/>
                  </a:lnTo>
                  <a:lnTo>
                    <a:pt x="510" y="385"/>
                  </a:lnTo>
                  <a:lnTo>
                    <a:pt x="533" y="403"/>
                  </a:lnTo>
                  <a:lnTo>
                    <a:pt x="571" y="411"/>
                  </a:lnTo>
                  <a:lnTo>
                    <a:pt x="571" y="411"/>
                  </a:lnTo>
                  <a:lnTo>
                    <a:pt x="571" y="411"/>
                  </a:lnTo>
                  <a:lnTo>
                    <a:pt x="571" y="377"/>
                  </a:lnTo>
                  <a:lnTo>
                    <a:pt x="571" y="377"/>
                  </a:lnTo>
                  <a:lnTo>
                    <a:pt x="597" y="345"/>
                  </a:lnTo>
                  <a:lnTo>
                    <a:pt x="621" y="317"/>
                  </a:lnTo>
                  <a:lnTo>
                    <a:pt x="613" y="307"/>
                  </a:lnTo>
                  <a:lnTo>
                    <a:pt x="609" y="297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72" name="Freeform 94">
              <a:extLst>
                <a:ext uri="{FF2B5EF4-FFF2-40B4-BE49-F238E27FC236}">
                  <a16:creationId xmlns:a16="http://schemas.microsoft.com/office/drawing/2014/main" id="{1E8958B3-7D5F-741D-7916-ED97601A1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200" y="9501188"/>
              <a:ext cx="874712" cy="1812925"/>
            </a:xfrm>
            <a:custGeom>
              <a:avLst/>
              <a:gdLst>
                <a:gd name="T0" fmla="*/ 539 w 551"/>
                <a:gd name="T1" fmla="*/ 546 h 1142"/>
                <a:gd name="T2" fmla="*/ 547 w 551"/>
                <a:gd name="T3" fmla="*/ 518 h 1142"/>
                <a:gd name="T4" fmla="*/ 547 w 551"/>
                <a:gd name="T5" fmla="*/ 471 h 1142"/>
                <a:gd name="T6" fmla="*/ 533 w 551"/>
                <a:gd name="T7" fmla="*/ 443 h 1142"/>
                <a:gd name="T8" fmla="*/ 492 w 551"/>
                <a:gd name="T9" fmla="*/ 435 h 1142"/>
                <a:gd name="T10" fmla="*/ 484 w 551"/>
                <a:gd name="T11" fmla="*/ 377 h 1142"/>
                <a:gd name="T12" fmla="*/ 484 w 551"/>
                <a:gd name="T13" fmla="*/ 335 h 1142"/>
                <a:gd name="T14" fmla="*/ 460 w 551"/>
                <a:gd name="T15" fmla="*/ 285 h 1142"/>
                <a:gd name="T16" fmla="*/ 460 w 551"/>
                <a:gd name="T17" fmla="*/ 220 h 1142"/>
                <a:gd name="T18" fmla="*/ 460 w 551"/>
                <a:gd name="T19" fmla="*/ 210 h 1142"/>
                <a:gd name="T20" fmla="*/ 448 w 551"/>
                <a:gd name="T21" fmla="*/ 194 h 1142"/>
                <a:gd name="T22" fmla="*/ 430 w 551"/>
                <a:gd name="T23" fmla="*/ 186 h 1142"/>
                <a:gd name="T24" fmla="*/ 414 w 551"/>
                <a:gd name="T25" fmla="*/ 174 h 1142"/>
                <a:gd name="T26" fmla="*/ 394 w 551"/>
                <a:gd name="T27" fmla="*/ 140 h 1142"/>
                <a:gd name="T28" fmla="*/ 366 w 551"/>
                <a:gd name="T29" fmla="*/ 132 h 1142"/>
                <a:gd name="T30" fmla="*/ 328 w 551"/>
                <a:gd name="T31" fmla="*/ 128 h 1142"/>
                <a:gd name="T32" fmla="*/ 295 w 551"/>
                <a:gd name="T33" fmla="*/ 100 h 1142"/>
                <a:gd name="T34" fmla="*/ 257 w 551"/>
                <a:gd name="T35" fmla="*/ 60 h 1142"/>
                <a:gd name="T36" fmla="*/ 267 w 551"/>
                <a:gd name="T37" fmla="*/ 28 h 1142"/>
                <a:gd name="T38" fmla="*/ 267 w 551"/>
                <a:gd name="T39" fmla="*/ 0 h 1142"/>
                <a:gd name="T40" fmla="*/ 219 w 551"/>
                <a:gd name="T41" fmla="*/ 8 h 1142"/>
                <a:gd name="T42" fmla="*/ 209 w 551"/>
                <a:gd name="T43" fmla="*/ 18 h 1142"/>
                <a:gd name="T44" fmla="*/ 181 w 551"/>
                <a:gd name="T45" fmla="*/ 38 h 1142"/>
                <a:gd name="T46" fmla="*/ 149 w 551"/>
                <a:gd name="T47" fmla="*/ 50 h 1142"/>
                <a:gd name="T48" fmla="*/ 127 w 551"/>
                <a:gd name="T49" fmla="*/ 62 h 1142"/>
                <a:gd name="T50" fmla="*/ 123 w 551"/>
                <a:gd name="T51" fmla="*/ 70 h 1142"/>
                <a:gd name="T52" fmla="*/ 96 w 551"/>
                <a:gd name="T53" fmla="*/ 88 h 1142"/>
                <a:gd name="T54" fmla="*/ 90 w 551"/>
                <a:gd name="T55" fmla="*/ 124 h 1142"/>
                <a:gd name="T56" fmla="*/ 108 w 551"/>
                <a:gd name="T57" fmla="*/ 174 h 1142"/>
                <a:gd name="T58" fmla="*/ 80 w 551"/>
                <a:gd name="T59" fmla="*/ 206 h 1142"/>
                <a:gd name="T60" fmla="*/ 84 w 551"/>
                <a:gd name="T61" fmla="*/ 235 h 1142"/>
                <a:gd name="T62" fmla="*/ 78 w 551"/>
                <a:gd name="T63" fmla="*/ 285 h 1142"/>
                <a:gd name="T64" fmla="*/ 70 w 551"/>
                <a:gd name="T65" fmla="*/ 323 h 1142"/>
                <a:gd name="T66" fmla="*/ 62 w 551"/>
                <a:gd name="T67" fmla="*/ 357 h 1142"/>
                <a:gd name="T68" fmla="*/ 60 w 551"/>
                <a:gd name="T69" fmla="*/ 397 h 1142"/>
                <a:gd name="T70" fmla="*/ 70 w 551"/>
                <a:gd name="T71" fmla="*/ 453 h 1142"/>
                <a:gd name="T72" fmla="*/ 100 w 551"/>
                <a:gd name="T73" fmla="*/ 636 h 1142"/>
                <a:gd name="T74" fmla="*/ 149 w 551"/>
                <a:gd name="T75" fmla="*/ 732 h 1142"/>
                <a:gd name="T76" fmla="*/ 149 w 551"/>
                <a:gd name="T77" fmla="*/ 750 h 1142"/>
                <a:gd name="T78" fmla="*/ 139 w 551"/>
                <a:gd name="T79" fmla="*/ 777 h 1142"/>
                <a:gd name="T80" fmla="*/ 131 w 551"/>
                <a:gd name="T81" fmla="*/ 791 h 1142"/>
                <a:gd name="T82" fmla="*/ 129 w 551"/>
                <a:gd name="T83" fmla="*/ 865 h 1142"/>
                <a:gd name="T84" fmla="*/ 123 w 551"/>
                <a:gd name="T85" fmla="*/ 889 h 1142"/>
                <a:gd name="T86" fmla="*/ 120 w 551"/>
                <a:gd name="T87" fmla="*/ 921 h 1142"/>
                <a:gd name="T88" fmla="*/ 131 w 551"/>
                <a:gd name="T89" fmla="*/ 939 h 1142"/>
                <a:gd name="T90" fmla="*/ 52 w 551"/>
                <a:gd name="T91" fmla="*/ 1042 h 1142"/>
                <a:gd name="T92" fmla="*/ 4 w 551"/>
                <a:gd name="T93" fmla="*/ 1100 h 1142"/>
                <a:gd name="T94" fmla="*/ 0 w 551"/>
                <a:gd name="T95" fmla="*/ 1142 h 1142"/>
                <a:gd name="T96" fmla="*/ 82 w 551"/>
                <a:gd name="T97" fmla="*/ 1098 h 1142"/>
                <a:gd name="T98" fmla="*/ 161 w 551"/>
                <a:gd name="T99" fmla="*/ 1128 h 1142"/>
                <a:gd name="T100" fmla="*/ 267 w 551"/>
                <a:gd name="T101" fmla="*/ 1086 h 1142"/>
                <a:gd name="T102" fmla="*/ 332 w 551"/>
                <a:gd name="T103" fmla="*/ 1009 h 1142"/>
                <a:gd name="T104" fmla="*/ 452 w 551"/>
                <a:gd name="T105" fmla="*/ 883 h 1142"/>
                <a:gd name="T106" fmla="*/ 551 w 551"/>
                <a:gd name="T107" fmla="*/ 638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51" h="1142">
                  <a:moveTo>
                    <a:pt x="527" y="572"/>
                  </a:moveTo>
                  <a:lnTo>
                    <a:pt x="527" y="572"/>
                  </a:lnTo>
                  <a:lnTo>
                    <a:pt x="539" y="546"/>
                  </a:lnTo>
                  <a:lnTo>
                    <a:pt x="539" y="546"/>
                  </a:lnTo>
                  <a:lnTo>
                    <a:pt x="539" y="532"/>
                  </a:lnTo>
                  <a:lnTo>
                    <a:pt x="547" y="518"/>
                  </a:lnTo>
                  <a:lnTo>
                    <a:pt x="551" y="500"/>
                  </a:lnTo>
                  <a:lnTo>
                    <a:pt x="547" y="489"/>
                  </a:lnTo>
                  <a:lnTo>
                    <a:pt x="547" y="471"/>
                  </a:lnTo>
                  <a:lnTo>
                    <a:pt x="539" y="459"/>
                  </a:lnTo>
                  <a:lnTo>
                    <a:pt x="539" y="451"/>
                  </a:lnTo>
                  <a:lnTo>
                    <a:pt x="533" y="443"/>
                  </a:lnTo>
                  <a:lnTo>
                    <a:pt x="513" y="445"/>
                  </a:lnTo>
                  <a:lnTo>
                    <a:pt x="502" y="441"/>
                  </a:lnTo>
                  <a:lnTo>
                    <a:pt x="492" y="435"/>
                  </a:lnTo>
                  <a:lnTo>
                    <a:pt x="492" y="415"/>
                  </a:lnTo>
                  <a:lnTo>
                    <a:pt x="492" y="399"/>
                  </a:lnTo>
                  <a:lnTo>
                    <a:pt x="484" y="377"/>
                  </a:lnTo>
                  <a:lnTo>
                    <a:pt x="490" y="355"/>
                  </a:lnTo>
                  <a:lnTo>
                    <a:pt x="492" y="335"/>
                  </a:lnTo>
                  <a:lnTo>
                    <a:pt x="484" y="335"/>
                  </a:lnTo>
                  <a:lnTo>
                    <a:pt x="462" y="321"/>
                  </a:lnTo>
                  <a:lnTo>
                    <a:pt x="462" y="295"/>
                  </a:lnTo>
                  <a:lnTo>
                    <a:pt x="460" y="285"/>
                  </a:lnTo>
                  <a:lnTo>
                    <a:pt x="464" y="271"/>
                  </a:lnTo>
                  <a:lnTo>
                    <a:pt x="462" y="235"/>
                  </a:lnTo>
                  <a:lnTo>
                    <a:pt x="460" y="220"/>
                  </a:lnTo>
                  <a:lnTo>
                    <a:pt x="460" y="220"/>
                  </a:lnTo>
                  <a:lnTo>
                    <a:pt x="460" y="210"/>
                  </a:lnTo>
                  <a:lnTo>
                    <a:pt x="460" y="210"/>
                  </a:lnTo>
                  <a:lnTo>
                    <a:pt x="458" y="208"/>
                  </a:lnTo>
                  <a:lnTo>
                    <a:pt x="454" y="206"/>
                  </a:lnTo>
                  <a:lnTo>
                    <a:pt x="448" y="194"/>
                  </a:lnTo>
                  <a:lnTo>
                    <a:pt x="438" y="190"/>
                  </a:lnTo>
                  <a:lnTo>
                    <a:pt x="430" y="186"/>
                  </a:lnTo>
                  <a:lnTo>
                    <a:pt x="430" y="186"/>
                  </a:lnTo>
                  <a:lnTo>
                    <a:pt x="422" y="178"/>
                  </a:lnTo>
                  <a:lnTo>
                    <a:pt x="422" y="178"/>
                  </a:lnTo>
                  <a:lnTo>
                    <a:pt x="414" y="174"/>
                  </a:lnTo>
                  <a:lnTo>
                    <a:pt x="404" y="166"/>
                  </a:lnTo>
                  <a:lnTo>
                    <a:pt x="400" y="150"/>
                  </a:lnTo>
                  <a:lnTo>
                    <a:pt x="394" y="140"/>
                  </a:lnTo>
                  <a:lnTo>
                    <a:pt x="378" y="140"/>
                  </a:lnTo>
                  <a:lnTo>
                    <a:pt x="366" y="132"/>
                  </a:lnTo>
                  <a:lnTo>
                    <a:pt x="366" y="132"/>
                  </a:lnTo>
                  <a:lnTo>
                    <a:pt x="358" y="128"/>
                  </a:lnTo>
                  <a:lnTo>
                    <a:pt x="358" y="128"/>
                  </a:lnTo>
                  <a:lnTo>
                    <a:pt x="328" y="128"/>
                  </a:lnTo>
                  <a:lnTo>
                    <a:pt x="312" y="122"/>
                  </a:lnTo>
                  <a:lnTo>
                    <a:pt x="307" y="118"/>
                  </a:lnTo>
                  <a:lnTo>
                    <a:pt x="295" y="100"/>
                  </a:lnTo>
                  <a:lnTo>
                    <a:pt x="277" y="90"/>
                  </a:lnTo>
                  <a:lnTo>
                    <a:pt x="267" y="82"/>
                  </a:lnTo>
                  <a:lnTo>
                    <a:pt x="257" y="60"/>
                  </a:lnTo>
                  <a:lnTo>
                    <a:pt x="257" y="50"/>
                  </a:lnTo>
                  <a:lnTo>
                    <a:pt x="267" y="28"/>
                  </a:lnTo>
                  <a:lnTo>
                    <a:pt x="267" y="28"/>
                  </a:lnTo>
                  <a:lnTo>
                    <a:pt x="267" y="18"/>
                  </a:lnTo>
                  <a:lnTo>
                    <a:pt x="267" y="18"/>
                  </a:lnTo>
                  <a:lnTo>
                    <a:pt x="267" y="0"/>
                  </a:lnTo>
                  <a:lnTo>
                    <a:pt x="257" y="0"/>
                  </a:lnTo>
                  <a:lnTo>
                    <a:pt x="241" y="8"/>
                  </a:lnTo>
                  <a:lnTo>
                    <a:pt x="219" y="8"/>
                  </a:lnTo>
                  <a:lnTo>
                    <a:pt x="219" y="8"/>
                  </a:lnTo>
                  <a:lnTo>
                    <a:pt x="209" y="18"/>
                  </a:lnTo>
                  <a:lnTo>
                    <a:pt x="209" y="18"/>
                  </a:lnTo>
                  <a:lnTo>
                    <a:pt x="195" y="26"/>
                  </a:lnTo>
                  <a:lnTo>
                    <a:pt x="195" y="26"/>
                  </a:lnTo>
                  <a:lnTo>
                    <a:pt x="181" y="38"/>
                  </a:lnTo>
                  <a:lnTo>
                    <a:pt x="161" y="36"/>
                  </a:lnTo>
                  <a:lnTo>
                    <a:pt x="151" y="42"/>
                  </a:lnTo>
                  <a:lnTo>
                    <a:pt x="149" y="50"/>
                  </a:lnTo>
                  <a:lnTo>
                    <a:pt x="135" y="56"/>
                  </a:lnTo>
                  <a:lnTo>
                    <a:pt x="127" y="62"/>
                  </a:lnTo>
                  <a:lnTo>
                    <a:pt x="127" y="62"/>
                  </a:lnTo>
                  <a:lnTo>
                    <a:pt x="125" y="66"/>
                  </a:lnTo>
                  <a:lnTo>
                    <a:pt x="123" y="70"/>
                  </a:lnTo>
                  <a:lnTo>
                    <a:pt x="123" y="70"/>
                  </a:lnTo>
                  <a:lnTo>
                    <a:pt x="114" y="74"/>
                  </a:lnTo>
                  <a:lnTo>
                    <a:pt x="104" y="84"/>
                  </a:lnTo>
                  <a:lnTo>
                    <a:pt x="96" y="88"/>
                  </a:lnTo>
                  <a:lnTo>
                    <a:pt x="76" y="94"/>
                  </a:lnTo>
                  <a:lnTo>
                    <a:pt x="74" y="106"/>
                  </a:lnTo>
                  <a:lnTo>
                    <a:pt x="90" y="124"/>
                  </a:lnTo>
                  <a:lnTo>
                    <a:pt x="116" y="156"/>
                  </a:lnTo>
                  <a:lnTo>
                    <a:pt x="110" y="168"/>
                  </a:lnTo>
                  <a:lnTo>
                    <a:pt x="108" y="174"/>
                  </a:lnTo>
                  <a:lnTo>
                    <a:pt x="106" y="180"/>
                  </a:lnTo>
                  <a:lnTo>
                    <a:pt x="100" y="188"/>
                  </a:lnTo>
                  <a:lnTo>
                    <a:pt x="80" y="206"/>
                  </a:lnTo>
                  <a:lnTo>
                    <a:pt x="78" y="218"/>
                  </a:lnTo>
                  <a:lnTo>
                    <a:pt x="84" y="226"/>
                  </a:lnTo>
                  <a:lnTo>
                    <a:pt x="84" y="235"/>
                  </a:lnTo>
                  <a:lnTo>
                    <a:pt x="72" y="253"/>
                  </a:lnTo>
                  <a:lnTo>
                    <a:pt x="78" y="267"/>
                  </a:lnTo>
                  <a:lnTo>
                    <a:pt x="78" y="285"/>
                  </a:lnTo>
                  <a:lnTo>
                    <a:pt x="68" y="305"/>
                  </a:lnTo>
                  <a:lnTo>
                    <a:pt x="76" y="313"/>
                  </a:lnTo>
                  <a:lnTo>
                    <a:pt x="70" y="323"/>
                  </a:lnTo>
                  <a:lnTo>
                    <a:pt x="70" y="331"/>
                  </a:lnTo>
                  <a:lnTo>
                    <a:pt x="66" y="347"/>
                  </a:lnTo>
                  <a:lnTo>
                    <a:pt x="62" y="357"/>
                  </a:lnTo>
                  <a:lnTo>
                    <a:pt x="62" y="369"/>
                  </a:lnTo>
                  <a:lnTo>
                    <a:pt x="62" y="387"/>
                  </a:lnTo>
                  <a:lnTo>
                    <a:pt x="60" y="397"/>
                  </a:lnTo>
                  <a:lnTo>
                    <a:pt x="66" y="405"/>
                  </a:lnTo>
                  <a:lnTo>
                    <a:pt x="60" y="423"/>
                  </a:lnTo>
                  <a:lnTo>
                    <a:pt x="70" y="453"/>
                  </a:lnTo>
                  <a:lnTo>
                    <a:pt x="70" y="500"/>
                  </a:lnTo>
                  <a:lnTo>
                    <a:pt x="76" y="578"/>
                  </a:lnTo>
                  <a:lnTo>
                    <a:pt x="100" y="636"/>
                  </a:lnTo>
                  <a:lnTo>
                    <a:pt x="133" y="690"/>
                  </a:lnTo>
                  <a:lnTo>
                    <a:pt x="133" y="690"/>
                  </a:lnTo>
                  <a:lnTo>
                    <a:pt x="149" y="732"/>
                  </a:lnTo>
                  <a:lnTo>
                    <a:pt x="149" y="732"/>
                  </a:lnTo>
                  <a:lnTo>
                    <a:pt x="149" y="738"/>
                  </a:lnTo>
                  <a:lnTo>
                    <a:pt x="149" y="750"/>
                  </a:lnTo>
                  <a:lnTo>
                    <a:pt x="149" y="765"/>
                  </a:lnTo>
                  <a:lnTo>
                    <a:pt x="149" y="765"/>
                  </a:lnTo>
                  <a:lnTo>
                    <a:pt x="139" y="777"/>
                  </a:lnTo>
                  <a:lnTo>
                    <a:pt x="133" y="787"/>
                  </a:lnTo>
                  <a:lnTo>
                    <a:pt x="131" y="791"/>
                  </a:lnTo>
                  <a:lnTo>
                    <a:pt x="131" y="791"/>
                  </a:lnTo>
                  <a:lnTo>
                    <a:pt x="131" y="843"/>
                  </a:lnTo>
                  <a:lnTo>
                    <a:pt x="131" y="843"/>
                  </a:lnTo>
                  <a:lnTo>
                    <a:pt x="129" y="865"/>
                  </a:lnTo>
                  <a:lnTo>
                    <a:pt x="125" y="881"/>
                  </a:lnTo>
                  <a:lnTo>
                    <a:pt x="123" y="889"/>
                  </a:lnTo>
                  <a:lnTo>
                    <a:pt x="123" y="889"/>
                  </a:lnTo>
                  <a:lnTo>
                    <a:pt x="121" y="893"/>
                  </a:lnTo>
                  <a:lnTo>
                    <a:pt x="121" y="905"/>
                  </a:lnTo>
                  <a:lnTo>
                    <a:pt x="120" y="921"/>
                  </a:lnTo>
                  <a:lnTo>
                    <a:pt x="120" y="921"/>
                  </a:lnTo>
                  <a:lnTo>
                    <a:pt x="125" y="931"/>
                  </a:lnTo>
                  <a:lnTo>
                    <a:pt x="131" y="939"/>
                  </a:lnTo>
                  <a:lnTo>
                    <a:pt x="131" y="983"/>
                  </a:lnTo>
                  <a:lnTo>
                    <a:pt x="96" y="1007"/>
                  </a:lnTo>
                  <a:lnTo>
                    <a:pt x="52" y="1042"/>
                  </a:lnTo>
                  <a:lnTo>
                    <a:pt x="20" y="1070"/>
                  </a:lnTo>
                  <a:lnTo>
                    <a:pt x="20" y="1070"/>
                  </a:lnTo>
                  <a:lnTo>
                    <a:pt x="4" y="1100"/>
                  </a:lnTo>
                  <a:lnTo>
                    <a:pt x="4" y="1100"/>
                  </a:lnTo>
                  <a:lnTo>
                    <a:pt x="2" y="1116"/>
                  </a:lnTo>
                  <a:lnTo>
                    <a:pt x="0" y="1142"/>
                  </a:lnTo>
                  <a:lnTo>
                    <a:pt x="14" y="1136"/>
                  </a:lnTo>
                  <a:lnTo>
                    <a:pt x="46" y="1116"/>
                  </a:lnTo>
                  <a:lnTo>
                    <a:pt x="82" y="1098"/>
                  </a:lnTo>
                  <a:lnTo>
                    <a:pt x="110" y="1128"/>
                  </a:lnTo>
                  <a:lnTo>
                    <a:pt x="131" y="1128"/>
                  </a:lnTo>
                  <a:lnTo>
                    <a:pt x="161" y="1128"/>
                  </a:lnTo>
                  <a:lnTo>
                    <a:pt x="201" y="1108"/>
                  </a:lnTo>
                  <a:lnTo>
                    <a:pt x="231" y="1108"/>
                  </a:lnTo>
                  <a:lnTo>
                    <a:pt x="267" y="1086"/>
                  </a:lnTo>
                  <a:lnTo>
                    <a:pt x="293" y="1054"/>
                  </a:lnTo>
                  <a:lnTo>
                    <a:pt x="312" y="1018"/>
                  </a:lnTo>
                  <a:lnTo>
                    <a:pt x="332" y="1009"/>
                  </a:lnTo>
                  <a:lnTo>
                    <a:pt x="362" y="1009"/>
                  </a:lnTo>
                  <a:lnTo>
                    <a:pt x="368" y="985"/>
                  </a:lnTo>
                  <a:lnTo>
                    <a:pt x="452" y="883"/>
                  </a:lnTo>
                  <a:lnTo>
                    <a:pt x="460" y="813"/>
                  </a:lnTo>
                  <a:lnTo>
                    <a:pt x="490" y="720"/>
                  </a:lnTo>
                  <a:lnTo>
                    <a:pt x="551" y="638"/>
                  </a:lnTo>
                  <a:lnTo>
                    <a:pt x="535" y="598"/>
                  </a:lnTo>
                  <a:lnTo>
                    <a:pt x="527" y="572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73" name="Freeform 95">
              <a:extLst>
                <a:ext uri="{FF2B5EF4-FFF2-40B4-BE49-F238E27FC236}">
                  <a16:creationId xmlns:a16="http://schemas.microsoft.com/office/drawing/2014/main" id="{8B1EB9EB-0AAB-8F44-6C19-CE98CD87D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7038" y="10109200"/>
              <a:ext cx="1155700" cy="1373188"/>
            </a:xfrm>
            <a:custGeom>
              <a:avLst/>
              <a:gdLst>
                <a:gd name="T0" fmla="*/ 679 w 728"/>
                <a:gd name="T1" fmla="*/ 253 h 865"/>
                <a:gd name="T2" fmla="*/ 639 w 728"/>
                <a:gd name="T3" fmla="*/ 40 h 865"/>
                <a:gd name="T4" fmla="*/ 474 w 728"/>
                <a:gd name="T5" fmla="*/ 0 h 865"/>
                <a:gd name="T6" fmla="*/ 456 w 728"/>
                <a:gd name="T7" fmla="*/ 74 h 865"/>
                <a:gd name="T8" fmla="*/ 442 w 728"/>
                <a:gd name="T9" fmla="*/ 115 h 865"/>
                <a:gd name="T10" fmla="*/ 424 w 728"/>
                <a:gd name="T11" fmla="*/ 125 h 865"/>
                <a:gd name="T12" fmla="*/ 382 w 728"/>
                <a:gd name="T13" fmla="*/ 127 h 865"/>
                <a:gd name="T14" fmla="*/ 350 w 728"/>
                <a:gd name="T15" fmla="*/ 137 h 865"/>
                <a:gd name="T16" fmla="*/ 330 w 728"/>
                <a:gd name="T17" fmla="*/ 165 h 865"/>
                <a:gd name="T18" fmla="*/ 315 w 728"/>
                <a:gd name="T19" fmla="*/ 173 h 865"/>
                <a:gd name="T20" fmla="*/ 291 w 728"/>
                <a:gd name="T21" fmla="*/ 177 h 865"/>
                <a:gd name="T22" fmla="*/ 253 w 728"/>
                <a:gd name="T23" fmla="*/ 177 h 865"/>
                <a:gd name="T24" fmla="*/ 221 w 728"/>
                <a:gd name="T25" fmla="*/ 135 h 865"/>
                <a:gd name="T26" fmla="*/ 201 w 728"/>
                <a:gd name="T27" fmla="*/ 90 h 865"/>
                <a:gd name="T28" fmla="*/ 165 w 728"/>
                <a:gd name="T29" fmla="*/ 74 h 865"/>
                <a:gd name="T30" fmla="*/ 116 w 728"/>
                <a:gd name="T31" fmla="*/ 88 h 865"/>
                <a:gd name="T32" fmla="*/ 76 w 728"/>
                <a:gd name="T33" fmla="*/ 102 h 865"/>
                <a:gd name="T34" fmla="*/ 74 w 728"/>
                <a:gd name="T35" fmla="*/ 117 h 865"/>
                <a:gd name="T36" fmla="*/ 36 w 728"/>
                <a:gd name="T37" fmla="*/ 155 h 865"/>
                <a:gd name="T38" fmla="*/ 8 w 728"/>
                <a:gd name="T39" fmla="*/ 161 h 865"/>
                <a:gd name="T40" fmla="*/ 2 w 728"/>
                <a:gd name="T41" fmla="*/ 207 h 865"/>
                <a:gd name="T42" fmla="*/ 8 w 728"/>
                <a:gd name="T43" fmla="*/ 247 h 865"/>
                <a:gd name="T44" fmla="*/ 26 w 728"/>
                <a:gd name="T45" fmla="*/ 277 h 865"/>
                <a:gd name="T46" fmla="*/ 22 w 728"/>
                <a:gd name="T47" fmla="*/ 293 h 865"/>
                <a:gd name="T48" fmla="*/ 42 w 728"/>
                <a:gd name="T49" fmla="*/ 325 h 865"/>
                <a:gd name="T50" fmla="*/ 104 w 728"/>
                <a:gd name="T51" fmla="*/ 343 h 865"/>
                <a:gd name="T52" fmla="*/ 118 w 728"/>
                <a:gd name="T53" fmla="*/ 357 h 865"/>
                <a:gd name="T54" fmla="*/ 147 w 728"/>
                <a:gd name="T55" fmla="*/ 390 h 865"/>
                <a:gd name="T56" fmla="*/ 173 w 728"/>
                <a:gd name="T57" fmla="*/ 416 h 865"/>
                <a:gd name="T58" fmla="*/ 215 w 728"/>
                <a:gd name="T59" fmla="*/ 424 h 865"/>
                <a:gd name="T60" fmla="*/ 225 w 728"/>
                <a:gd name="T61" fmla="*/ 440 h 865"/>
                <a:gd name="T62" fmla="*/ 231 w 728"/>
                <a:gd name="T63" fmla="*/ 492 h 865"/>
                <a:gd name="T64" fmla="*/ 251 w 728"/>
                <a:gd name="T65" fmla="*/ 520 h 865"/>
                <a:gd name="T66" fmla="*/ 245 w 728"/>
                <a:gd name="T67" fmla="*/ 594 h 865"/>
                <a:gd name="T68" fmla="*/ 235 w 728"/>
                <a:gd name="T69" fmla="*/ 610 h 865"/>
                <a:gd name="T70" fmla="*/ 229 w 728"/>
                <a:gd name="T71" fmla="*/ 641 h 865"/>
                <a:gd name="T72" fmla="*/ 207 w 728"/>
                <a:gd name="T73" fmla="*/ 701 h 865"/>
                <a:gd name="T74" fmla="*/ 257 w 728"/>
                <a:gd name="T75" fmla="*/ 765 h 865"/>
                <a:gd name="T76" fmla="*/ 277 w 728"/>
                <a:gd name="T77" fmla="*/ 787 h 865"/>
                <a:gd name="T78" fmla="*/ 408 w 728"/>
                <a:gd name="T79" fmla="*/ 857 h 865"/>
                <a:gd name="T80" fmla="*/ 492 w 728"/>
                <a:gd name="T81" fmla="*/ 857 h 865"/>
                <a:gd name="T82" fmla="*/ 575 w 728"/>
                <a:gd name="T83" fmla="*/ 809 h 865"/>
                <a:gd name="T84" fmla="*/ 583 w 728"/>
                <a:gd name="T85" fmla="*/ 717 h 865"/>
                <a:gd name="T86" fmla="*/ 675 w 728"/>
                <a:gd name="T87" fmla="*/ 624 h 865"/>
                <a:gd name="T88" fmla="*/ 704 w 728"/>
                <a:gd name="T89" fmla="*/ 548 h 865"/>
                <a:gd name="T90" fmla="*/ 700 w 728"/>
                <a:gd name="T91" fmla="*/ 510 h 865"/>
                <a:gd name="T92" fmla="*/ 708 w 728"/>
                <a:gd name="T93" fmla="*/ 482 h 865"/>
                <a:gd name="T94" fmla="*/ 710 w 728"/>
                <a:gd name="T95" fmla="*/ 408 h 865"/>
                <a:gd name="T96" fmla="*/ 728 w 728"/>
                <a:gd name="T97" fmla="*/ 382 h 865"/>
                <a:gd name="T98" fmla="*/ 728 w 728"/>
                <a:gd name="T99" fmla="*/ 349 h 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28" h="865">
                  <a:moveTo>
                    <a:pt x="728" y="349"/>
                  </a:moveTo>
                  <a:lnTo>
                    <a:pt x="728" y="349"/>
                  </a:lnTo>
                  <a:lnTo>
                    <a:pt x="712" y="307"/>
                  </a:lnTo>
                  <a:lnTo>
                    <a:pt x="679" y="253"/>
                  </a:lnTo>
                  <a:lnTo>
                    <a:pt x="655" y="195"/>
                  </a:lnTo>
                  <a:lnTo>
                    <a:pt x="649" y="117"/>
                  </a:lnTo>
                  <a:lnTo>
                    <a:pt x="649" y="70"/>
                  </a:lnTo>
                  <a:lnTo>
                    <a:pt x="639" y="40"/>
                  </a:lnTo>
                  <a:lnTo>
                    <a:pt x="597" y="40"/>
                  </a:lnTo>
                  <a:lnTo>
                    <a:pt x="547" y="34"/>
                  </a:lnTo>
                  <a:lnTo>
                    <a:pt x="507" y="16"/>
                  </a:lnTo>
                  <a:lnTo>
                    <a:pt x="474" y="0"/>
                  </a:lnTo>
                  <a:lnTo>
                    <a:pt x="476" y="36"/>
                  </a:lnTo>
                  <a:lnTo>
                    <a:pt x="460" y="62"/>
                  </a:lnTo>
                  <a:lnTo>
                    <a:pt x="460" y="62"/>
                  </a:lnTo>
                  <a:lnTo>
                    <a:pt x="456" y="74"/>
                  </a:lnTo>
                  <a:lnTo>
                    <a:pt x="456" y="74"/>
                  </a:lnTo>
                  <a:lnTo>
                    <a:pt x="460" y="82"/>
                  </a:lnTo>
                  <a:lnTo>
                    <a:pt x="448" y="102"/>
                  </a:lnTo>
                  <a:lnTo>
                    <a:pt x="442" y="115"/>
                  </a:lnTo>
                  <a:lnTo>
                    <a:pt x="442" y="127"/>
                  </a:lnTo>
                  <a:lnTo>
                    <a:pt x="430" y="131"/>
                  </a:lnTo>
                  <a:lnTo>
                    <a:pt x="424" y="125"/>
                  </a:lnTo>
                  <a:lnTo>
                    <a:pt x="424" y="125"/>
                  </a:lnTo>
                  <a:lnTo>
                    <a:pt x="398" y="125"/>
                  </a:lnTo>
                  <a:lnTo>
                    <a:pt x="398" y="125"/>
                  </a:lnTo>
                  <a:lnTo>
                    <a:pt x="390" y="131"/>
                  </a:lnTo>
                  <a:lnTo>
                    <a:pt x="382" y="127"/>
                  </a:lnTo>
                  <a:lnTo>
                    <a:pt x="382" y="127"/>
                  </a:lnTo>
                  <a:lnTo>
                    <a:pt x="356" y="127"/>
                  </a:lnTo>
                  <a:lnTo>
                    <a:pt x="356" y="127"/>
                  </a:lnTo>
                  <a:lnTo>
                    <a:pt x="350" y="137"/>
                  </a:lnTo>
                  <a:lnTo>
                    <a:pt x="336" y="139"/>
                  </a:lnTo>
                  <a:lnTo>
                    <a:pt x="328" y="155"/>
                  </a:lnTo>
                  <a:lnTo>
                    <a:pt x="330" y="165"/>
                  </a:lnTo>
                  <a:lnTo>
                    <a:pt x="330" y="165"/>
                  </a:lnTo>
                  <a:lnTo>
                    <a:pt x="328" y="171"/>
                  </a:lnTo>
                  <a:lnTo>
                    <a:pt x="328" y="171"/>
                  </a:lnTo>
                  <a:lnTo>
                    <a:pt x="315" y="173"/>
                  </a:lnTo>
                  <a:lnTo>
                    <a:pt x="315" y="173"/>
                  </a:lnTo>
                  <a:lnTo>
                    <a:pt x="299" y="179"/>
                  </a:lnTo>
                  <a:lnTo>
                    <a:pt x="299" y="179"/>
                  </a:lnTo>
                  <a:lnTo>
                    <a:pt x="291" y="177"/>
                  </a:lnTo>
                  <a:lnTo>
                    <a:pt x="291" y="177"/>
                  </a:lnTo>
                  <a:lnTo>
                    <a:pt x="277" y="183"/>
                  </a:lnTo>
                  <a:lnTo>
                    <a:pt x="277" y="183"/>
                  </a:lnTo>
                  <a:lnTo>
                    <a:pt x="271" y="177"/>
                  </a:lnTo>
                  <a:lnTo>
                    <a:pt x="253" y="177"/>
                  </a:lnTo>
                  <a:lnTo>
                    <a:pt x="247" y="165"/>
                  </a:lnTo>
                  <a:lnTo>
                    <a:pt x="231" y="155"/>
                  </a:lnTo>
                  <a:lnTo>
                    <a:pt x="227" y="147"/>
                  </a:lnTo>
                  <a:lnTo>
                    <a:pt x="221" y="135"/>
                  </a:lnTo>
                  <a:lnTo>
                    <a:pt x="217" y="111"/>
                  </a:lnTo>
                  <a:lnTo>
                    <a:pt x="209" y="104"/>
                  </a:lnTo>
                  <a:lnTo>
                    <a:pt x="205" y="98"/>
                  </a:lnTo>
                  <a:lnTo>
                    <a:pt x="201" y="90"/>
                  </a:lnTo>
                  <a:lnTo>
                    <a:pt x="203" y="88"/>
                  </a:lnTo>
                  <a:lnTo>
                    <a:pt x="193" y="72"/>
                  </a:lnTo>
                  <a:lnTo>
                    <a:pt x="183" y="82"/>
                  </a:lnTo>
                  <a:lnTo>
                    <a:pt x="165" y="74"/>
                  </a:lnTo>
                  <a:lnTo>
                    <a:pt x="149" y="72"/>
                  </a:lnTo>
                  <a:lnTo>
                    <a:pt x="127" y="70"/>
                  </a:lnTo>
                  <a:lnTo>
                    <a:pt x="124" y="84"/>
                  </a:lnTo>
                  <a:lnTo>
                    <a:pt x="116" y="88"/>
                  </a:lnTo>
                  <a:lnTo>
                    <a:pt x="106" y="94"/>
                  </a:lnTo>
                  <a:lnTo>
                    <a:pt x="96" y="102"/>
                  </a:lnTo>
                  <a:lnTo>
                    <a:pt x="76" y="102"/>
                  </a:lnTo>
                  <a:lnTo>
                    <a:pt x="76" y="102"/>
                  </a:lnTo>
                  <a:lnTo>
                    <a:pt x="74" y="104"/>
                  </a:lnTo>
                  <a:lnTo>
                    <a:pt x="72" y="107"/>
                  </a:lnTo>
                  <a:lnTo>
                    <a:pt x="72" y="107"/>
                  </a:lnTo>
                  <a:lnTo>
                    <a:pt x="74" y="117"/>
                  </a:lnTo>
                  <a:lnTo>
                    <a:pt x="68" y="125"/>
                  </a:lnTo>
                  <a:lnTo>
                    <a:pt x="58" y="137"/>
                  </a:lnTo>
                  <a:lnTo>
                    <a:pt x="52" y="137"/>
                  </a:lnTo>
                  <a:lnTo>
                    <a:pt x="36" y="155"/>
                  </a:lnTo>
                  <a:lnTo>
                    <a:pt x="28" y="151"/>
                  </a:lnTo>
                  <a:lnTo>
                    <a:pt x="20" y="153"/>
                  </a:lnTo>
                  <a:lnTo>
                    <a:pt x="12" y="147"/>
                  </a:lnTo>
                  <a:lnTo>
                    <a:pt x="8" y="161"/>
                  </a:lnTo>
                  <a:lnTo>
                    <a:pt x="12" y="171"/>
                  </a:lnTo>
                  <a:lnTo>
                    <a:pt x="12" y="187"/>
                  </a:lnTo>
                  <a:lnTo>
                    <a:pt x="2" y="207"/>
                  </a:lnTo>
                  <a:lnTo>
                    <a:pt x="2" y="207"/>
                  </a:lnTo>
                  <a:lnTo>
                    <a:pt x="2" y="225"/>
                  </a:lnTo>
                  <a:lnTo>
                    <a:pt x="2" y="225"/>
                  </a:lnTo>
                  <a:lnTo>
                    <a:pt x="0" y="235"/>
                  </a:lnTo>
                  <a:lnTo>
                    <a:pt x="8" y="247"/>
                  </a:lnTo>
                  <a:lnTo>
                    <a:pt x="8" y="247"/>
                  </a:lnTo>
                  <a:lnTo>
                    <a:pt x="14" y="265"/>
                  </a:lnTo>
                  <a:lnTo>
                    <a:pt x="14" y="265"/>
                  </a:lnTo>
                  <a:lnTo>
                    <a:pt x="26" y="277"/>
                  </a:lnTo>
                  <a:lnTo>
                    <a:pt x="26" y="277"/>
                  </a:lnTo>
                  <a:lnTo>
                    <a:pt x="26" y="287"/>
                  </a:lnTo>
                  <a:lnTo>
                    <a:pt x="26" y="287"/>
                  </a:lnTo>
                  <a:lnTo>
                    <a:pt x="22" y="293"/>
                  </a:lnTo>
                  <a:lnTo>
                    <a:pt x="20" y="297"/>
                  </a:lnTo>
                  <a:lnTo>
                    <a:pt x="20" y="315"/>
                  </a:lnTo>
                  <a:lnTo>
                    <a:pt x="30" y="317"/>
                  </a:lnTo>
                  <a:lnTo>
                    <a:pt x="42" y="325"/>
                  </a:lnTo>
                  <a:lnTo>
                    <a:pt x="78" y="331"/>
                  </a:lnTo>
                  <a:lnTo>
                    <a:pt x="90" y="339"/>
                  </a:lnTo>
                  <a:lnTo>
                    <a:pt x="104" y="343"/>
                  </a:lnTo>
                  <a:lnTo>
                    <a:pt x="104" y="343"/>
                  </a:lnTo>
                  <a:lnTo>
                    <a:pt x="116" y="351"/>
                  </a:lnTo>
                  <a:lnTo>
                    <a:pt x="116" y="351"/>
                  </a:lnTo>
                  <a:lnTo>
                    <a:pt x="118" y="355"/>
                  </a:lnTo>
                  <a:lnTo>
                    <a:pt x="118" y="357"/>
                  </a:lnTo>
                  <a:lnTo>
                    <a:pt x="118" y="357"/>
                  </a:lnTo>
                  <a:lnTo>
                    <a:pt x="122" y="367"/>
                  </a:lnTo>
                  <a:lnTo>
                    <a:pt x="149" y="380"/>
                  </a:lnTo>
                  <a:lnTo>
                    <a:pt x="147" y="390"/>
                  </a:lnTo>
                  <a:lnTo>
                    <a:pt x="159" y="394"/>
                  </a:lnTo>
                  <a:lnTo>
                    <a:pt x="165" y="404"/>
                  </a:lnTo>
                  <a:lnTo>
                    <a:pt x="165" y="414"/>
                  </a:lnTo>
                  <a:lnTo>
                    <a:pt x="173" y="416"/>
                  </a:lnTo>
                  <a:lnTo>
                    <a:pt x="181" y="410"/>
                  </a:lnTo>
                  <a:lnTo>
                    <a:pt x="197" y="410"/>
                  </a:lnTo>
                  <a:lnTo>
                    <a:pt x="203" y="420"/>
                  </a:lnTo>
                  <a:lnTo>
                    <a:pt x="215" y="424"/>
                  </a:lnTo>
                  <a:lnTo>
                    <a:pt x="215" y="424"/>
                  </a:lnTo>
                  <a:lnTo>
                    <a:pt x="227" y="432"/>
                  </a:lnTo>
                  <a:lnTo>
                    <a:pt x="227" y="432"/>
                  </a:lnTo>
                  <a:lnTo>
                    <a:pt x="225" y="440"/>
                  </a:lnTo>
                  <a:lnTo>
                    <a:pt x="225" y="440"/>
                  </a:lnTo>
                  <a:lnTo>
                    <a:pt x="231" y="450"/>
                  </a:lnTo>
                  <a:lnTo>
                    <a:pt x="227" y="468"/>
                  </a:lnTo>
                  <a:lnTo>
                    <a:pt x="231" y="492"/>
                  </a:lnTo>
                  <a:lnTo>
                    <a:pt x="239" y="498"/>
                  </a:lnTo>
                  <a:lnTo>
                    <a:pt x="241" y="510"/>
                  </a:lnTo>
                  <a:lnTo>
                    <a:pt x="241" y="510"/>
                  </a:lnTo>
                  <a:lnTo>
                    <a:pt x="251" y="520"/>
                  </a:lnTo>
                  <a:lnTo>
                    <a:pt x="251" y="520"/>
                  </a:lnTo>
                  <a:lnTo>
                    <a:pt x="255" y="532"/>
                  </a:lnTo>
                  <a:lnTo>
                    <a:pt x="259" y="544"/>
                  </a:lnTo>
                  <a:lnTo>
                    <a:pt x="245" y="594"/>
                  </a:lnTo>
                  <a:lnTo>
                    <a:pt x="245" y="594"/>
                  </a:lnTo>
                  <a:lnTo>
                    <a:pt x="237" y="600"/>
                  </a:lnTo>
                  <a:lnTo>
                    <a:pt x="237" y="600"/>
                  </a:lnTo>
                  <a:lnTo>
                    <a:pt x="235" y="610"/>
                  </a:lnTo>
                  <a:lnTo>
                    <a:pt x="235" y="616"/>
                  </a:lnTo>
                  <a:lnTo>
                    <a:pt x="233" y="628"/>
                  </a:lnTo>
                  <a:lnTo>
                    <a:pt x="233" y="635"/>
                  </a:lnTo>
                  <a:lnTo>
                    <a:pt x="229" y="641"/>
                  </a:lnTo>
                  <a:lnTo>
                    <a:pt x="217" y="661"/>
                  </a:lnTo>
                  <a:lnTo>
                    <a:pt x="217" y="673"/>
                  </a:lnTo>
                  <a:lnTo>
                    <a:pt x="207" y="683"/>
                  </a:lnTo>
                  <a:lnTo>
                    <a:pt x="207" y="701"/>
                  </a:lnTo>
                  <a:lnTo>
                    <a:pt x="207" y="701"/>
                  </a:lnTo>
                  <a:lnTo>
                    <a:pt x="217" y="703"/>
                  </a:lnTo>
                  <a:lnTo>
                    <a:pt x="223" y="737"/>
                  </a:lnTo>
                  <a:lnTo>
                    <a:pt x="257" y="765"/>
                  </a:lnTo>
                  <a:lnTo>
                    <a:pt x="257" y="765"/>
                  </a:lnTo>
                  <a:lnTo>
                    <a:pt x="265" y="775"/>
                  </a:lnTo>
                  <a:lnTo>
                    <a:pt x="277" y="787"/>
                  </a:lnTo>
                  <a:lnTo>
                    <a:pt x="277" y="787"/>
                  </a:lnTo>
                  <a:lnTo>
                    <a:pt x="295" y="813"/>
                  </a:lnTo>
                  <a:lnTo>
                    <a:pt x="334" y="821"/>
                  </a:lnTo>
                  <a:lnTo>
                    <a:pt x="382" y="835"/>
                  </a:lnTo>
                  <a:lnTo>
                    <a:pt x="408" y="857"/>
                  </a:lnTo>
                  <a:lnTo>
                    <a:pt x="450" y="865"/>
                  </a:lnTo>
                  <a:lnTo>
                    <a:pt x="492" y="857"/>
                  </a:lnTo>
                  <a:lnTo>
                    <a:pt x="492" y="857"/>
                  </a:lnTo>
                  <a:lnTo>
                    <a:pt x="492" y="857"/>
                  </a:lnTo>
                  <a:lnTo>
                    <a:pt x="511" y="845"/>
                  </a:lnTo>
                  <a:lnTo>
                    <a:pt x="511" y="845"/>
                  </a:lnTo>
                  <a:lnTo>
                    <a:pt x="561" y="819"/>
                  </a:lnTo>
                  <a:lnTo>
                    <a:pt x="575" y="809"/>
                  </a:lnTo>
                  <a:lnTo>
                    <a:pt x="579" y="767"/>
                  </a:lnTo>
                  <a:lnTo>
                    <a:pt x="579" y="767"/>
                  </a:lnTo>
                  <a:lnTo>
                    <a:pt x="581" y="743"/>
                  </a:lnTo>
                  <a:lnTo>
                    <a:pt x="583" y="717"/>
                  </a:lnTo>
                  <a:lnTo>
                    <a:pt x="583" y="717"/>
                  </a:lnTo>
                  <a:lnTo>
                    <a:pt x="599" y="687"/>
                  </a:lnTo>
                  <a:lnTo>
                    <a:pt x="631" y="659"/>
                  </a:lnTo>
                  <a:lnTo>
                    <a:pt x="675" y="624"/>
                  </a:lnTo>
                  <a:lnTo>
                    <a:pt x="710" y="600"/>
                  </a:lnTo>
                  <a:lnTo>
                    <a:pt x="710" y="556"/>
                  </a:lnTo>
                  <a:lnTo>
                    <a:pt x="710" y="556"/>
                  </a:lnTo>
                  <a:lnTo>
                    <a:pt x="704" y="548"/>
                  </a:lnTo>
                  <a:lnTo>
                    <a:pt x="699" y="538"/>
                  </a:lnTo>
                  <a:lnTo>
                    <a:pt x="699" y="538"/>
                  </a:lnTo>
                  <a:lnTo>
                    <a:pt x="700" y="522"/>
                  </a:lnTo>
                  <a:lnTo>
                    <a:pt x="700" y="510"/>
                  </a:lnTo>
                  <a:lnTo>
                    <a:pt x="702" y="506"/>
                  </a:lnTo>
                  <a:lnTo>
                    <a:pt x="702" y="506"/>
                  </a:lnTo>
                  <a:lnTo>
                    <a:pt x="704" y="498"/>
                  </a:lnTo>
                  <a:lnTo>
                    <a:pt x="708" y="482"/>
                  </a:lnTo>
                  <a:lnTo>
                    <a:pt x="710" y="460"/>
                  </a:lnTo>
                  <a:lnTo>
                    <a:pt x="710" y="460"/>
                  </a:lnTo>
                  <a:lnTo>
                    <a:pt x="710" y="408"/>
                  </a:lnTo>
                  <a:lnTo>
                    <a:pt x="710" y="408"/>
                  </a:lnTo>
                  <a:lnTo>
                    <a:pt x="712" y="404"/>
                  </a:lnTo>
                  <a:lnTo>
                    <a:pt x="718" y="394"/>
                  </a:lnTo>
                  <a:lnTo>
                    <a:pt x="728" y="382"/>
                  </a:lnTo>
                  <a:lnTo>
                    <a:pt x="728" y="382"/>
                  </a:lnTo>
                  <a:lnTo>
                    <a:pt x="728" y="367"/>
                  </a:lnTo>
                  <a:lnTo>
                    <a:pt x="728" y="355"/>
                  </a:lnTo>
                  <a:lnTo>
                    <a:pt x="728" y="349"/>
                  </a:lnTo>
                  <a:lnTo>
                    <a:pt x="728" y="349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74" name="Freeform 96">
              <a:extLst>
                <a:ext uri="{FF2B5EF4-FFF2-40B4-BE49-F238E27FC236}">
                  <a16:creationId xmlns:a16="http://schemas.microsoft.com/office/drawing/2014/main" id="{8A7775C4-D391-1E78-C2DA-976076BFA1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6813" y="11102975"/>
              <a:ext cx="896937" cy="985838"/>
            </a:xfrm>
            <a:custGeom>
              <a:avLst/>
              <a:gdLst>
                <a:gd name="T0" fmla="*/ 26 w 565"/>
                <a:gd name="T1" fmla="*/ 314 h 621"/>
                <a:gd name="T2" fmla="*/ 34 w 565"/>
                <a:gd name="T3" fmla="*/ 354 h 621"/>
                <a:gd name="T4" fmla="*/ 55 w 565"/>
                <a:gd name="T5" fmla="*/ 408 h 621"/>
                <a:gd name="T6" fmla="*/ 69 w 565"/>
                <a:gd name="T7" fmla="*/ 420 h 621"/>
                <a:gd name="T8" fmla="*/ 73 w 565"/>
                <a:gd name="T9" fmla="*/ 426 h 621"/>
                <a:gd name="T10" fmla="*/ 81 w 565"/>
                <a:gd name="T11" fmla="*/ 450 h 621"/>
                <a:gd name="T12" fmla="*/ 85 w 565"/>
                <a:gd name="T13" fmla="*/ 458 h 621"/>
                <a:gd name="T14" fmla="*/ 89 w 565"/>
                <a:gd name="T15" fmla="*/ 466 h 621"/>
                <a:gd name="T16" fmla="*/ 89 w 565"/>
                <a:gd name="T17" fmla="*/ 474 h 621"/>
                <a:gd name="T18" fmla="*/ 89 w 565"/>
                <a:gd name="T19" fmla="*/ 480 h 621"/>
                <a:gd name="T20" fmla="*/ 101 w 565"/>
                <a:gd name="T21" fmla="*/ 518 h 621"/>
                <a:gd name="T22" fmla="*/ 111 w 565"/>
                <a:gd name="T23" fmla="*/ 535 h 621"/>
                <a:gd name="T24" fmla="*/ 127 w 565"/>
                <a:gd name="T25" fmla="*/ 543 h 621"/>
                <a:gd name="T26" fmla="*/ 167 w 565"/>
                <a:gd name="T27" fmla="*/ 543 h 621"/>
                <a:gd name="T28" fmla="*/ 191 w 565"/>
                <a:gd name="T29" fmla="*/ 545 h 621"/>
                <a:gd name="T30" fmla="*/ 211 w 565"/>
                <a:gd name="T31" fmla="*/ 539 h 621"/>
                <a:gd name="T32" fmla="*/ 225 w 565"/>
                <a:gd name="T33" fmla="*/ 535 h 621"/>
                <a:gd name="T34" fmla="*/ 240 w 565"/>
                <a:gd name="T35" fmla="*/ 551 h 621"/>
                <a:gd name="T36" fmla="*/ 254 w 565"/>
                <a:gd name="T37" fmla="*/ 569 h 621"/>
                <a:gd name="T38" fmla="*/ 264 w 565"/>
                <a:gd name="T39" fmla="*/ 575 h 621"/>
                <a:gd name="T40" fmla="*/ 274 w 565"/>
                <a:gd name="T41" fmla="*/ 579 h 621"/>
                <a:gd name="T42" fmla="*/ 292 w 565"/>
                <a:gd name="T43" fmla="*/ 605 h 621"/>
                <a:gd name="T44" fmla="*/ 308 w 565"/>
                <a:gd name="T45" fmla="*/ 615 h 621"/>
                <a:gd name="T46" fmla="*/ 342 w 565"/>
                <a:gd name="T47" fmla="*/ 611 h 621"/>
                <a:gd name="T48" fmla="*/ 398 w 565"/>
                <a:gd name="T49" fmla="*/ 621 h 621"/>
                <a:gd name="T50" fmla="*/ 370 w 565"/>
                <a:gd name="T51" fmla="*/ 522 h 621"/>
                <a:gd name="T52" fmla="*/ 404 w 565"/>
                <a:gd name="T53" fmla="*/ 418 h 621"/>
                <a:gd name="T54" fmla="*/ 455 w 565"/>
                <a:gd name="T55" fmla="*/ 267 h 621"/>
                <a:gd name="T56" fmla="*/ 473 w 565"/>
                <a:gd name="T57" fmla="*/ 53 h 621"/>
                <a:gd name="T58" fmla="*/ 475 w 565"/>
                <a:gd name="T59" fmla="*/ 0 h 621"/>
                <a:gd name="T60" fmla="*/ 425 w 565"/>
                <a:gd name="T61" fmla="*/ 9 h 621"/>
                <a:gd name="T62" fmla="*/ 380 w 565"/>
                <a:gd name="T63" fmla="*/ 77 h 621"/>
                <a:gd name="T64" fmla="*/ 314 w 565"/>
                <a:gd name="T65" fmla="*/ 99 h 621"/>
                <a:gd name="T66" fmla="*/ 244 w 565"/>
                <a:gd name="T67" fmla="*/ 119 h 621"/>
                <a:gd name="T68" fmla="*/ 195 w 565"/>
                <a:gd name="T69" fmla="*/ 89 h 621"/>
                <a:gd name="T70" fmla="*/ 127 w 565"/>
                <a:gd name="T71" fmla="*/ 127 h 621"/>
                <a:gd name="T72" fmla="*/ 113 w 565"/>
                <a:gd name="T73" fmla="*/ 133 h 621"/>
                <a:gd name="T74" fmla="*/ 109 w 565"/>
                <a:gd name="T75" fmla="*/ 183 h 621"/>
                <a:gd name="T76" fmla="*/ 95 w 565"/>
                <a:gd name="T77" fmla="*/ 193 h 621"/>
                <a:gd name="T78" fmla="*/ 45 w 565"/>
                <a:gd name="T79" fmla="*/ 219 h 621"/>
                <a:gd name="T80" fmla="*/ 0 w 565"/>
                <a:gd name="T81" fmla="*/ 261 h 621"/>
                <a:gd name="T82" fmla="*/ 16 w 565"/>
                <a:gd name="T83" fmla="*/ 286 h 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65" h="621">
                  <a:moveTo>
                    <a:pt x="26" y="304"/>
                  </a:moveTo>
                  <a:lnTo>
                    <a:pt x="26" y="314"/>
                  </a:lnTo>
                  <a:lnTo>
                    <a:pt x="26" y="338"/>
                  </a:lnTo>
                  <a:lnTo>
                    <a:pt x="34" y="354"/>
                  </a:lnTo>
                  <a:lnTo>
                    <a:pt x="43" y="392"/>
                  </a:lnTo>
                  <a:lnTo>
                    <a:pt x="55" y="408"/>
                  </a:lnTo>
                  <a:lnTo>
                    <a:pt x="55" y="408"/>
                  </a:lnTo>
                  <a:lnTo>
                    <a:pt x="69" y="420"/>
                  </a:lnTo>
                  <a:lnTo>
                    <a:pt x="69" y="420"/>
                  </a:lnTo>
                  <a:lnTo>
                    <a:pt x="73" y="426"/>
                  </a:lnTo>
                  <a:lnTo>
                    <a:pt x="73" y="430"/>
                  </a:lnTo>
                  <a:lnTo>
                    <a:pt x="81" y="450"/>
                  </a:lnTo>
                  <a:lnTo>
                    <a:pt x="81" y="450"/>
                  </a:lnTo>
                  <a:lnTo>
                    <a:pt x="85" y="458"/>
                  </a:lnTo>
                  <a:lnTo>
                    <a:pt x="89" y="462"/>
                  </a:lnTo>
                  <a:lnTo>
                    <a:pt x="89" y="466"/>
                  </a:lnTo>
                  <a:lnTo>
                    <a:pt x="89" y="466"/>
                  </a:lnTo>
                  <a:lnTo>
                    <a:pt x="89" y="474"/>
                  </a:lnTo>
                  <a:lnTo>
                    <a:pt x="89" y="480"/>
                  </a:lnTo>
                  <a:lnTo>
                    <a:pt x="89" y="480"/>
                  </a:lnTo>
                  <a:lnTo>
                    <a:pt x="101" y="518"/>
                  </a:lnTo>
                  <a:lnTo>
                    <a:pt x="101" y="518"/>
                  </a:lnTo>
                  <a:lnTo>
                    <a:pt x="111" y="535"/>
                  </a:lnTo>
                  <a:lnTo>
                    <a:pt x="111" y="535"/>
                  </a:lnTo>
                  <a:lnTo>
                    <a:pt x="127" y="543"/>
                  </a:lnTo>
                  <a:lnTo>
                    <a:pt x="127" y="543"/>
                  </a:lnTo>
                  <a:lnTo>
                    <a:pt x="139" y="551"/>
                  </a:lnTo>
                  <a:lnTo>
                    <a:pt x="167" y="543"/>
                  </a:lnTo>
                  <a:lnTo>
                    <a:pt x="167" y="543"/>
                  </a:lnTo>
                  <a:lnTo>
                    <a:pt x="191" y="545"/>
                  </a:lnTo>
                  <a:lnTo>
                    <a:pt x="191" y="545"/>
                  </a:lnTo>
                  <a:lnTo>
                    <a:pt x="211" y="539"/>
                  </a:lnTo>
                  <a:lnTo>
                    <a:pt x="211" y="539"/>
                  </a:lnTo>
                  <a:lnTo>
                    <a:pt x="225" y="535"/>
                  </a:lnTo>
                  <a:lnTo>
                    <a:pt x="225" y="535"/>
                  </a:lnTo>
                  <a:lnTo>
                    <a:pt x="240" y="551"/>
                  </a:lnTo>
                  <a:lnTo>
                    <a:pt x="240" y="551"/>
                  </a:lnTo>
                  <a:lnTo>
                    <a:pt x="254" y="569"/>
                  </a:lnTo>
                  <a:lnTo>
                    <a:pt x="254" y="569"/>
                  </a:lnTo>
                  <a:lnTo>
                    <a:pt x="264" y="575"/>
                  </a:lnTo>
                  <a:lnTo>
                    <a:pt x="274" y="579"/>
                  </a:lnTo>
                  <a:lnTo>
                    <a:pt x="274" y="579"/>
                  </a:lnTo>
                  <a:lnTo>
                    <a:pt x="292" y="605"/>
                  </a:lnTo>
                  <a:lnTo>
                    <a:pt x="292" y="605"/>
                  </a:lnTo>
                  <a:lnTo>
                    <a:pt x="300" y="611"/>
                  </a:lnTo>
                  <a:lnTo>
                    <a:pt x="308" y="615"/>
                  </a:lnTo>
                  <a:lnTo>
                    <a:pt x="322" y="605"/>
                  </a:lnTo>
                  <a:lnTo>
                    <a:pt x="342" y="611"/>
                  </a:lnTo>
                  <a:lnTo>
                    <a:pt x="398" y="621"/>
                  </a:lnTo>
                  <a:lnTo>
                    <a:pt x="398" y="621"/>
                  </a:lnTo>
                  <a:lnTo>
                    <a:pt x="376" y="575"/>
                  </a:lnTo>
                  <a:lnTo>
                    <a:pt x="370" y="522"/>
                  </a:lnTo>
                  <a:lnTo>
                    <a:pt x="404" y="482"/>
                  </a:lnTo>
                  <a:lnTo>
                    <a:pt x="404" y="418"/>
                  </a:lnTo>
                  <a:lnTo>
                    <a:pt x="451" y="320"/>
                  </a:lnTo>
                  <a:lnTo>
                    <a:pt x="455" y="267"/>
                  </a:lnTo>
                  <a:lnTo>
                    <a:pt x="565" y="171"/>
                  </a:lnTo>
                  <a:lnTo>
                    <a:pt x="473" y="53"/>
                  </a:lnTo>
                  <a:lnTo>
                    <a:pt x="471" y="13"/>
                  </a:lnTo>
                  <a:lnTo>
                    <a:pt x="475" y="0"/>
                  </a:lnTo>
                  <a:lnTo>
                    <a:pt x="445" y="0"/>
                  </a:lnTo>
                  <a:lnTo>
                    <a:pt x="425" y="9"/>
                  </a:lnTo>
                  <a:lnTo>
                    <a:pt x="406" y="45"/>
                  </a:lnTo>
                  <a:lnTo>
                    <a:pt x="380" y="77"/>
                  </a:lnTo>
                  <a:lnTo>
                    <a:pt x="344" y="99"/>
                  </a:lnTo>
                  <a:lnTo>
                    <a:pt x="314" y="99"/>
                  </a:lnTo>
                  <a:lnTo>
                    <a:pt x="274" y="119"/>
                  </a:lnTo>
                  <a:lnTo>
                    <a:pt x="244" y="119"/>
                  </a:lnTo>
                  <a:lnTo>
                    <a:pt x="223" y="119"/>
                  </a:lnTo>
                  <a:lnTo>
                    <a:pt x="195" y="89"/>
                  </a:lnTo>
                  <a:lnTo>
                    <a:pt x="159" y="107"/>
                  </a:lnTo>
                  <a:lnTo>
                    <a:pt x="127" y="127"/>
                  </a:lnTo>
                  <a:lnTo>
                    <a:pt x="113" y="133"/>
                  </a:lnTo>
                  <a:lnTo>
                    <a:pt x="113" y="133"/>
                  </a:lnTo>
                  <a:lnTo>
                    <a:pt x="113" y="141"/>
                  </a:lnTo>
                  <a:lnTo>
                    <a:pt x="109" y="183"/>
                  </a:lnTo>
                  <a:lnTo>
                    <a:pt x="95" y="193"/>
                  </a:lnTo>
                  <a:lnTo>
                    <a:pt x="95" y="193"/>
                  </a:lnTo>
                  <a:lnTo>
                    <a:pt x="45" y="219"/>
                  </a:lnTo>
                  <a:lnTo>
                    <a:pt x="45" y="219"/>
                  </a:lnTo>
                  <a:lnTo>
                    <a:pt x="14" y="239"/>
                  </a:lnTo>
                  <a:lnTo>
                    <a:pt x="0" y="261"/>
                  </a:lnTo>
                  <a:lnTo>
                    <a:pt x="8" y="280"/>
                  </a:lnTo>
                  <a:lnTo>
                    <a:pt x="16" y="286"/>
                  </a:lnTo>
                  <a:lnTo>
                    <a:pt x="26" y="304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75" name="Freeform 97">
              <a:extLst>
                <a:ext uri="{FF2B5EF4-FFF2-40B4-BE49-F238E27FC236}">
                  <a16:creationId xmlns:a16="http://schemas.microsoft.com/office/drawing/2014/main" id="{7A75EDDD-1690-94E4-A4EA-5C38B45D0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7138" y="11534775"/>
              <a:ext cx="1104900" cy="1038225"/>
            </a:xfrm>
            <a:custGeom>
              <a:avLst/>
              <a:gdLst>
                <a:gd name="T0" fmla="*/ 668 w 696"/>
                <a:gd name="T1" fmla="*/ 70 h 654"/>
                <a:gd name="T2" fmla="*/ 646 w 696"/>
                <a:gd name="T3" fmla="*/ 68 h 654"/>
                <a:gd name="T4" fmla="*/ 609 w 696"/>
                <a:gd name="T5" fmla="*/ 68 h 654"/>
                <a:gd name="T6" fmla="*/ 593 w 696"/>
                <a:gd name="T7" fmla="*/ 48 h 654"/>
                <a:gd name="T8" fmla="*/ 577 w 696"/>
                <a:gd name="T9" fmla="*/ 36 h 654"/>
                <a:gd name="T10" fmla="*/ 535 w 696"/>
                <a:gd name="T11" fmla="*/ 36 h 654"/>
                <a:gd name="T12" fmla="*/ 497 w 696"/>
                <a:gd name="T13" fmla="*/ 16 h 654"/>
                <a:gd name="T14" fmla="*/ 473 w 696"/>
                <a:gd name="T15" fmla="*/ 0 h 654"/>
                <a:gd name="T16" fmla="*/ 451 w 696"/>
                <a:gd name="T17" fmla="*/ 4 h 654"/>
                <a:gd name="T18" fmla="*/ 425 w 696"/>
                <a:gd name="T19" fmla="*/ 10 h 654"/>
                <a:gd name="T20" fmla="*/ 406 w 696"/>
                <a:gd name="T21" fmla="*/ 30 h 654"/>
                <a:gd name="T22" fmla="*/ 344 w 696"/>
                <a:gd name="T23" fmla="*/ 22 h 654"/>
                <a:gd name="T24" fmla="*/ 326 w 696"/>
                <a:gd name="T25" fmla="*/ 12 h 654"/>
                <a:gd name="T26" fmla="*/ 308 w 696"/>
                <a:gd name="T27" fmla="*/ 26 h 654"/>
                <a:gd name="T28" fmla="*/ 302 w 696"/>
                <a:gd name="T29" fmla="*/ 32 h 654"/>
                <a:gd name="T30" fmla="*/ 266 w 696"/>
                <a:gd name="T31" fmla="*/ 32 h 654"/>
                <a:gd name="T32" fmla="*/ 215 w 696"/>
                <a:gd name="T33" fmla="*/ 40 h 654"/>
                <a:gd name="T34" fmla="*/ 193 w 696"/>
                <a:gd name="T35" fmla="*/ 36 h 654"/>
                <a:gd name="T36" fmla="*/ 159 w 696"/>
                <a:gd name="T37" fmla="*/ 30 h 654"/>
                <a:gd name="T38" fmla="*/ 135 w 696"/>
                <a:gd name="T39" fmla="*/ 28 h 654"/>
                <a:gd name="T40" fmla="*/ 107 w 696"/>
                <a:gd name="T41" fmla="*/ 20 h 654"/>
                <a:gd name="T42" fmla="*/ 85 w 696"/>
                <a:gd name="T43" fmla="*/ 18 h 654"/>
                <a:gd name="T44" fmla="*/ 75 w 696"/>
                <a:gd name="T45" fmla="*/ 46 h 654"/>
                <a:gd name="T46" fmla="*/ 63 w 696"/>
                <a:gd name="T47" fmla="*/ 88 h 654"/>
                <a:gd name="T48" fmla="*/ 45 w 696"/>
                <a:gd name="T49" fmla="*/ 78 h 654"/>
                <a:gd name="T50" fmla="*/ 36 w 696"/>
                <a:gd name="T51" fmla="*/ 100 h 654"/>
                <a:gd name="T52" fmla="*/ 30 w 696"/>
                <a:gd name="T53" fmla="*/ 140 h 654"/>
                <a:gd name="T54" fmla="*/ 37 w 696"/>
                <a:gd name="T55" fmla="*/ 174 h 654"/>
                <a:gd name="T56" fmla="*/ 32 w 696"/>
                <a:gd name="T57" fmla="*/ 190 h 654"/>
                <a:gd name="T58" fmla="*/ 14 w 696"/>
                <a:gd name="T59" fmla="*/ 188 h 654"/>
                <a:gd name="T60" fmla="*/ 18 w 696"/>
                <a:gd name="T61" fmla="*/ 206 h 654"/>
                <a:gd name="T62" fmla="*/ 22 w 696"/>
                <a:gd name="T63" fmla="*/ 236 h 654"/>
                <a:gd name="T64" fmla="*/ 10 w 696"/>
                <a:gd name="T65" fmla="*/ 265 h 654"/>
                <a:gd name="T66" fmla="*/ 0 w 696"/>
                <a:gd name="T67" fmla="*/ 289 h 654"/>
                <a:gd name="T68" fmla="*/ 26 w 696"/>
                <a:gd name="T69" fmla="*/ 305 h 654"/>
                <a:gd name="T70" fmla="*/ 43 w 696"/>
                <a:gd name="T71" fmla="*/ 315 h 654"/>
                <a:gd name="T72" fmla="*/ 67 w 696"/>
                <a:gd name="T73" fmla="*/ 335 h 654"/>
                <a:gd name="T74" fmla="*/ 67 w 696"/>
                <a:gd name="T75" fmla="*/ 357 h 654"/>
                <a:gd name="T76" fmla="*/ 65 w 696"/>
                <a:gd name="T77" fmla="*/ 373 h 654"/>
                <a:gd name="T78" fmla="*/ 75 w 696"/>
                <a:gd name="T79" fmla="*/ 401 h 654"/>
                <a:gd name="T80" fmla="*/ 67 w 696"/>
                <a:gd name="T81" fmla="*/ 433 h 654"/>
                <a:gd name="T82" fmla="*/ 115 w 696"/>
                <a:gd name="T83" fmla="*/ 441 h 654"/>
                <a:gd name="T84" fmla="*/ 205 w 696"/>
                <a:gd name="T85" fmla="*/ 521 h 654"/>
                <a:gd name="T86" fmla="*/ 286 w 696"/>
                <a:gd name="T87" fmla="*/ 574 h 654"/>
                <a:gd name="T88" fmla="*/ 338 w 696"/>
                <a:gd name="T89" fmla="*/ 646 h 654"/>
                <a:gd name="T90" fmla="*/ 398 w 696"/>
                <a:gd name="T91" fmla="*/ 654 h 654"/>
                <a:gd name="T92" fmla="*/ 477 w 696"/>
                <a:gd name="T93" fmla="*/ 630 h 654"/>
                <a:gd name="T94" fmla="*/ 587 w 696"/>
                <a:gd name="T95" fmla="*/ 507 h 654"/>
                <a:gd name="T96" fmla="*/ 658 w 696"/>
                <a:gd name="T97" fmla="*/ 409 h 654"/>
                <a:gd name="T98" fmla="*/ 670 w 696"/>
                <a:gd name="T99" fmla="*/ 281 h 654"/>
                <a:gd name="T100" fmla="*/ 658 w 696"/>
                <a:gd name="T101" fmla="*/ 186 h 654"/>
                <a:gd name="T102" fmla="*/ 692 w 696"/>
                <a:gd name="T103" fmla="*/ 76 h 654"/>
                <a:gd name="T104" fmla="*/ 680 w 696"/>
                <a:gd name="T105" fmla="*/ 68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96" h="654">
                  <a:moveTo>
                    <a:pt x="680" y="68"/>
                  </a:moveTo>
                  <a:lnTo>
                    <a:pt x="668" y="70"/>
                  </a:lnTo>
                  <a:lnTo>
                    <a:pt x="668" y="70"/>
                  </a:lnTo>
                  <a:lnTo>
                    <a:pt x="654" y="70"/>
                  </a:lnTo>
                  <a:lnTo>
                    <a:pt x="654" y="70"/>
                  </a:lnTo>
                  <a:lnTo>
                    <a:pt x="646" y="68"/>
                  </a:lnTo>
                  <a:lnTo>
                    <a:pt x="630" y="66"/>
                  </a:lnTo>
                  <a:lnTo>
                    <a:pt x="630" y="66"/>
                  </a:lnTo>
                  <a:lnTo>
                    <a:pt x="609" y="68"/>
                  </a:lnTo>
                  <a:lnTo>
                    <a:pt x="609" y="68"/>
                  </a:lnTo>
                  <a:lnTo>
                    <a:pt x="597" y="60"/>
                  </a:lnTo>
                  <a:lnTo>
                    <a:pt x="593" y="48"/>
                  </a:lnTo>
                  <a:lnTo>
                    <a:pt x="593" y="48"/>
                  </a:lnTo>
                  <a:lnTo>
                    <a:pt x="577" y="36"/>
                  </a:lnTo>
                  <a:lnTo>
                    <a:pt x="577" y="36"/>
                  </a:lnTo>
                  <a:lnTo>
                    <a:pt x="567" y="38"/>
                  </a:lnTo>
                  <a:lnTo>
                    <a:pt x="559" y="34"/>
                  </a:lnTo>
                  <a:lnTo>
                    <a:pt x="535" y="36"/>
                  </a:lnTo>
                  <a:lnTo>
                    <a:pt x="517" y="24"/>
                  </a:lnTo>
                  <a:lnTo>
                    <a:pt x="511" y="18"/>
                  </a:lnTo>
                  <a:lnTo>
                    <a:pt x="497" y="16"/>
                  </a:lnTo>
                  <a:lnTo>
                    <a:pt x="497" y="16"/>
                  </a:lnTo>
                  <a:lnTo>
                    <a:pt x="473" y="0"/>
                  </a:lnTo>
                  <a:lnTo>
                    <a:pt x="473" y="0"/>
                  </a:lnTo>
                  <a:lnTo>
                    <a:pt x="467" y="4"/>
                  </a:lnTo>
                  <a:lnTo>
                    <a:pt x="467" y="4"/>
                  </a:lnTo>
                  <a:lnTo>
                    <a:pt x="451" y="4"/>
                  </a:lnTo>
                  <a:lnTo>
                    <a:pt x="433" y="4"/>
                  </a:lnTo>
                  <a:lnTo>
                    <a:pt x="433" y="4"/>
                  </a:lnTo>
                  <a:lnTo>
                    <a:pt x="425" y="10"/>
                  </a:lnTo>
                  <a:lnTo>
                    <a:pt x="425" y="10"/>
                  </a:lnTo>
                  <a:lnTo>
                    <a:pt x="418" y="24"/>
                  </a:lnTo>
                  <a:lnTo>
                    <a:pt x="406" y="30"/>
                  </a:lnTo>
                  <a:lnTo>
                    <a:pt x="368" y="38"/>
                  </a:lnTo>
                  <a:lnTo>
                    <a:pt x="360" y="36"/>
                  </a:lnTo>
                  <a:lnTo>
                    <a:pt x="344" y="22"/>
                  </a:lnTo>
                  <a:lnTo>
                    <a:pt x="336" y="16"/>
                  </a:lnTo>
                  <a:lnTo>
                    <a:pt x="330" y="12"/>
                  </a:lnTo>
                  <a:lnTo>
                    <a:pt x="326" y="12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08" y="26"/>
                  </a:lnTo>
                  <a:lnTo>
                    <a:pt x="308" y="26"/>
                  </a:lnTo>
                  <a:lnTo>
                    <a:pt x="302" y="32"/>
                  </a:lnTo>
                  <a:lnTo>
                    <a:pt x="302" y="32"/>
                  </a:lnTo>
                  <a:lnTo>
                    <a:pt x="286" y="36"/>
                  </a:lnTo>
                  <a:lnTo>
                    <a:pt x="278" y="32"/>
                  </a:lnTo>
                  <a:lnTo>
                    <a:pt x="266" y="32"/>
                  </a:lnTo>
                  <a:lnTo>
                    <a:pt x="238" y="40"/>
                  </a:lnTo>
                  <a:lnTo>
                    <a:pt x="238" y="40"/>
                  </a:lnTo>
                  <a:lnTo>
                    <a:pt x="215" y="40"/>
                  </a:lnTo>
                  <a:lnTo>
                    <a:pt x="215" y="40"/>
                  </a:lnTo>
                  <a:lnTo>
                    <a:pt x="193" y="36"/>
                  </a:lnTo>
                  <a:lnTo>
                    <a:pt x="193" y="36"/>
                  </a:lnTo>
                  <a:lnTo>
                    <a:pt x="171" y="32"/>
                  </a:lnTo>
                  <a:lnTo>
                    <a:pt x="171" y="32"/>
                  </a:lnTo>
                  <a:lnTo>
                    <a:pt x="159" y="30"/>
                  </a:lnTo>
                  <a:lnTo>
                    <a:pt x="149" y="30"/>
                  </a:lnTo>
                  <a:lnTo>
                    <a:pt x="149" y="30"/>
                  </a:lnTo>
                  <a:lnTo>
                    <a:pt x="135" y="28"/>
                  </a:lnTo>
                  <a:lnTo>
                    <a:pt x="135" y="28"/>
                  </a:lnTo>
                  <a:lnTo>
                    <a:pt x="119" y="26"/>
                  </a:lnTo>
                  <a:lnTo>
                    <a:pt x="107" y="20"/>
                  </a:lnTo>
                  <a:lnTo>
                    <a:pt x="107" y="20"/>
                  </a:lnTo>
                  <a:lnTo>
                    <a:pt x="85" y="18"/>
                  </a:lnTo>
                  <a:lnTo>
                    <a:pt x="85" y="18"/>
                  </a:lnTo>
                  <a:lnTo>
                    <a:pt x="75" y="22"/>
                  </a:lnTo>
                  <a:lnTo>
                    <a:pt x="67" y="26"/>
                  </a:lnTo>
                  <a:lnTo>
                    <a:pt x="75" y="46"/>
                  </a:lnTo>
                  <a:lnTo>
                    <a:pt x="85" y="76"/>
                  </a:lnTo>
                  <a:lnTo>
                    <a:pt x="77" y="82"/>
                  </a:lnTo>
                  <a:lnTo>
                    <a:pt x="63" y="88"/>
                  </a:lnTo>
                  <a:lnTo>
                    <a:pt x="53" y="86"/>
                  </a:lnTo>
                  <a:lnTo>
                    <a:pt x="47" y="74"/>
                  </a:lnTo>
                  <a:lnTo>
                    <a:pt x="45" y="78"/>
                  </a:lnTo>
                  <a:lnTo>
                    <a:pt x="37" y="82"/>
                  </a:lnTo>
                  <a:lnTo>
                    <a:pt x="34" y="90"/>
                  </a:lnTo>
                  <a:lnTo>
                    <a:pt x="36" y="100"/>
                  </a:lnTo>
                  <a:lnTo>
                    <a:pt x="37" y="114"/>
                  </a:lnTo>
                  <a:lnTo>
                    <a:pt x="36" y="132"/>
                  </a:lnTo>
                  <a:lnTo>
                    <a:pt x="30" y="140"/>
                  </a:lnTo>
                  <a:lnTo>
                    <a:pt x="24" y="150"/>
                  </a:lnTo>
                  <a:lnTo>
                    <a:pt x="24" y="162"/>
                  </a:lnTo>
                  <a:lnTo>
                    <a:pt x="37" y="174"/>
                  </a:lnTo>
                  <a:lnTo>
                    <a:pt x="39" y="182"/>
                  </a:lnTo>
                  <a:lnTo>
                    <a:pt x="32" y="190"/>
                  </a:lnTo>
                  <a:lnTo>
                    <a:pt x="32" y="190"/>
                  </a:lnTo>
                  <a:lnTo>
                    <a:pt x="18" y="186"/>
                  </a:lnTo>
                  <a:lnTo>
                    <a:pt x="18" y="186"/>
                  </a:lnTo>
                  <a:lnTo>
                    <a:pt x="14" y="188"/>
                  </a:lnTo>
                  <a:lnTo>
                    <a:pt x="14" y="188"/>
                  </a:lnTo>
                  <a:lnTo>
                    <a:pt x="18" y="206"/>
                  </a:lnTo>
                  <a:lnTo>
                    <a:pt x="18" y="206"/>
                  </a:lnTo>
                  <a:lnTo>
                    <a:pt x="18" y="222"/>
                  </a:lnTo>
                  <a:lnTo>
                    <a:pt x="18" y="222"/>
                  </a:lnTo>
                  <a:lnTo>
                    <a:pt x="22" y="236"/>
                  </a:lnTo>
                  <a:lnTo>
                    <a:pt x="14" y="254"/>
                  </a:lnTo>
                  <a:lnTo>
                    <a:pt x="14" y="254"/>
                  </a:lnTo>
                  <a:lnTo>
                    <a:pt x="10" y="265"/>
                  </a:lnTo>
                  <a:lnTo>
                    <a:pt x="10" y="265"/>
                  </a:lnTo>
                  <a:lnTo>
                    <a:pt x="4" y="277"/>
                  </a:lnTo>
                  <a:lnTo>
                    <a:pt x="0" y="289"/>
                  </a:lnTo>
                  <a:lnTo>
                    <a:pt x="10" y="291"/>
                  </a:lnTo>
                  <a:lnTo>
                    <a:pt x="22" y="291"/>
                  </a:lnTo>
                  <a:lnTo>
                    <a:pt x="26" y="305"/>
                  </a:lnTo>
                  <a:lnTo>
                    <a:pt x="34" y="311"/>
                  </a:lnTo>
                  <a:lnTo>
                    <a:pt x="34" y="311"/>
                  </a:lnTo>
                  <a:lnTo>
                    <a:pt x="43" y="315"/>
                  </a:lnTo>
                  <a:lnTo>
                    <a:pt x="43" y="315"/>
                  </a:lnTo>
                  <a:lnTo>
                    <a:pt x="55" y="325"/>
                  </a:lnTo>
                  <a:lnTo>
                    <a:pt x="67" y="335"/>
                  </a:lnTo>
                  <a:lnTo>
                    <a:pt x="71" y="349"/>
                  </a:lnTo>
                  <a:lnTo>
                    <a:pt x="67" y="357"/>
                  </a:lnTo>
                  <a:lnTo>
                    <a:pt x="67" y="357"/>
                  </a:lnTo>
                  <a:lnTo>
                    <a:pt x="65" y="365"/>
                  </a:lnTo>
                  <a:lnTo>
                    <a:pt x="65" y="365"/>
                  </a:lnTo>
                  <a:lnTo>
                    <a:pt x="65" y="373"/>
                  </a:lnTo>
                  <a:lnTo>
                    <a:pt x="65" y="373"/>
                  </a:lnTo>
                  <a:lnTo>
                    <a:pt x="71" y="383"/>
                  </a:lnTo>
                  <a:lnTo>
                    <a:pt x="75" y="401"/>
                  </a:lnTo>
                  <a:lnTo>
                    <a:pt x="73" y="409"/>
                  </a:lnTo>
                  <a:lnTo>
                    <a:pt x="69" y="421"/>
                  </a:lnTo>
                  <a:lnTo>
                    <a:pt x="67" y="433"/>
                  </a:lnTo>
                  <a:lnTo>
                    <a:pt x="69" y="439"/>
                  </a:lnTo>
                  <a:lnTo>
                    <a:pt x="93" y="453"/>
                  </a:lnTo>
                  <a:lnTo>
                    <a:pt x="115" y="441"/>
                  </a:lnTo>
                  <a:lnTo>
                    <a:pt x="151" y="441"/>
                  </a:lnTo>
                  <a:lnTo>
                    <a:pt x="193" y="475"/>
                  </a:lnTo>
                  <a:lnTo>
                    <a:pt x="205" y="521"/>
                  </a:lnTo>
                  <a:lnTo>
                    <a:pt x="211" y="540"/>
                  </a:lnTo>
                  <a:lnTo>
                    <a:pt x="270" y="558"/>
                  </a:lnTo>
                  <a:lnTo>
                    <a:pt x="286" y="574"/>
                  </a:lnTo>
                  <a:lnTo>
                    <a:pt x="326" y="638"/>
                  </a:lnTo>
                  <a:lnTo>
                    <a:pt x="326" y="638"/>
                  </a:lnTo>
                  <a:lnTo>
                    <a:pt x="338" y="646"/>
                  </a:lnTo>
                  <a:lnTo>
                    <a:pt x="352" y="654"/>
                  </a:lnTo>
                  <a:lnTo>
                    <a:pt x="352" y="654"/>
                  </a:lnTo>
                  <a:lnTo>
                    <a:pt x="398" y="654"/>
                  </a:lnTo>
                  <a:lnTo>
                    <a:pt x="398" y="654"/>
                  </a:lnTo>
                  <a:lnTo>
                    <a:pt x="445" y="654"/>
                  </a:lnTo>
                  <a:lnTo>
                    <a:pt x="477" y="630"/>
                  </a:lnTo>
                  <a:lnTo>
                    <a:pt x="509" y="592"/>
                  </a:lnTo>
                  <a:lnTo>
                    <a:pt x="535" y="568"/>
                  </a:lnTo>
                  <a:lnTo>
                    <a:pt x="587" y="507"/>
                  </a:lnTo>
                  <a:lnTo>
                    <a:pt x="636" y="479"/>
                  </a:lnTo>
                  <a:lnTo>
                    <a:pt x="658" y="457"/>
                  </a:lnTo>
                  <a:lnTo>
                    <a:pt x="658" y="409"/>
                  </a:lnTo>
                  <a:lnTo>
                    <a:pt x="646" y="351"/>
                  </a:lnTo>
                  <a:lnTo>
                    <a:pt x="654" y="317"/>
                  </a:lnTo>
                  <a:lnTo>
                    <a:pt x="670" y="281"/>
                  </a:lnTo>
                  <a:lnTo>
                    <a:pt x="670" y="248"/>
                  </a:lnTo>
                  <a:lnTo>
                    <a:pt x="658" y="228"/>
                  </a:lnTo>
                  <a:lnTo>
                    <a:pt x="658" y="186"/>
                  </a:lnTo>
                  <a:lnTo>
                    <a:pt x="670" y="146"/>
                  </a:lnTo>
                  <a:lnTo>
                    <a:pt x="692" y="120"/>
                  </a:lnTo>
                  <a:lnTo>
                    <a:pt x="692" y="76"/>
                  </a:lnTo>
                  <a:lnTo>
                    <a:pt x="696" y="66"/>
                  </a:lnTo>
                  <a:lnTo>
                    <a:pt x="686" y="66"/>
                  </a:lnTo>
                  <a:lnTo>
                    <a:pt x="680" y="68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76" name="Freeform 98">
              <a:extLst>
                <a:ext uri="{FF2B5EF4-FFF2-40B4-BE49-F238E27FC236}">
                  <a16:creationId xmlns:a16="http://schemas.microsoft.com/office/drawing/2014/main" id="{691E3BD7-84B6-47EC-0A26-A390A58BA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113" y="11115675"/>
              <a:ext cx="1450975" cy="558800"/>
            </a:xfrm>
            <a:custGeom>
              <a:avLst/>
              <a:gdLst>
                <a:gd name="T0" fmla="*/ 888 w 914"/>
                <a:gd name="T1" fmla="*/ 253 h 352"/>
                <a:gd name="T2" fmla="*/ 914 w 914"/>
                <a:gd name="T3" fmla="*/ 223 h 352"/>
                <a:gd name="T4" fmla="*/ 830 w 914"/>
                <a:gd name="T5" fmla="*/ 223 h 352"/>
                <a:gd name="T6" fmla="*/ 717 w 914"/>
                <a:gd name="T7" fmla="*/ 179 h 352"/>
                <a:gd name="T8" fmla="*/ 699 w 914"/>
                <a:gd name="T9" fmla="*/ 153 h 352"/>
                <a:gd name="T10" fmla="*/ 645 w 914"/>
                <a:gd name="T11" fmla="*/ 103 h 352"/>
                <a:gd name="T12" fmla="*/ 573 w 914"/>
                <a:gd name="T13" fmla="*/ 75 h 352"/>
                <a:gd name="T14" fmla="*/ 551 w 914"/>
                <a:gd name="T15" fmla="*/ 85 h 352"/>
                <a:gd name="T16" fmla="*/ 538 w 914"/>
                <a:gd name="T17" fmla="*/ 83 h 352"/>
                <a:gd name="T18" fmla="*/ 452 w 914"/>
                <a:gd name="T19" fmla="*/ 73 h 352"/>
                <a:gd name="T20" fmla="*/ 362 w 914"/>
                <a:gd name="T21" fmla="*/ 47 h 352"/>
                <a:gd name="T22" fmla="*/ 287 w 914"/>
                <a:gd name="T23" fmla="*/ 0 h 352"/>
                <a:gd name="T24" fmla="*/ 163 w 914"/>
                <a:gd name="T25" fmla="*/ 29 h 352"/>
                <a:gd name="T26" fmla="*/ 72 w 914"/>
                <a:gd name="T27" fmla="*/ 97 h 352"/>
                <a:gd name="T28" fmla="*/ 0 w 914"/>
                <a:gd name="T29" fmla="*/ 115 h 352"/>
                <a:gd name="T30" fmla="*/ 24 w 914"/>
                <a:gd name="T31" fmla="*/ 135 h 352"/>
                <a:gd name="T32" fmla="*/ 64 w 914"/>
                <a:gd name="T33" fmla="*/ 175 h 352"/>
                <a:gd name="T34" fmla="*/ 82 w 914"/>
                <a:gd name="T35" fmla="*/ 211 h 352"/>
                <a:gd name="T36" fmla="*/ 144 w 914"/>
                <a:gd name="T37" fmla="*/ 231 h 352"/>
                <a:gd name="T38" fmla="*/ 162 w 914"/>
                <a:gd name="T39" fmla="*/ 257 h 352"/>
                <a:gd name="T40" fmla="*/ 152 w 914"/>
                <a:gd name="T41" fmla="*/ 290 h 352"/>
                <a:gd name="T42" fmla="*/ 167 w 914"/>
                <a:gd name="T43" fmla="*/ 316 h 352"/>
                <a:gd name="T44" fmla="*/ 179 w 914"/>
                <a:gd name="T45" fmla="*/ 350 h 352"/>
                <a:gd name="T46" fmla="*/ 211 w 914"/>
                <a:gd name="T47" fmla="*/ 340 h 352"/>
                <a:gd name="T48" fmla="*/ 201 w 914"/>
                <a:gd name="T49" fmla="*/ 286 h 352"/>
                <a:gd name="T50" fmla="*/ 211 w 914"/>
                <a:gd name="T51" fmla="*/ 282 h 352"/>
                <a:gd name="T52" fmla="*/ 245 w 914"/>
                <a:gd name="T53" fmla="*/ 290 h 352"/>
                <a:gd name="T54" fmla="*/ 275 w 914"/>
                <a:gd name="T55" fmla="*/ 294 h 352"/>
                <a:gd name="T56" fmla="*/ 297 w 914"/>
                <a:gd name="T57" fmla="*/ 296 h 352"/>
                <a:gd name="T58" fmla="*/ 319 w 914"/>
                <a:gd name="T59" fmla="*/ 300 h 352"/>
                <a:gd name="T60" fmla="*/ 364 w 914"/>
                <a:gd name="T61" fmla="*/ 304 h 352"/>
                <a:gd name="T62" fmla="*/ 412 w 914"/>
                <a:gd name="T63" fmla="*/ 300 h 352"/>
                <a:gd name="T64" fmla="*/ 428 w 914"/>
                <a:gd name="T65" fmla="*/ 296 h 352"/>
                <a:gd name="T66" fmla="*/ 442 w 914"/>
                <a:gd name="T67" fmla="*/ 288 h 352"/>
                <a:gd name="T68" fmla="*/ 462 w 914"/>
                <a:gd name="T69" fmla="*/ 280 h 352"/>
                <a:gd name="T70" fmla="*/ 494 w 914"/>
                <a:gd name="T71" fmla="*/ 302 h 352"/>
                <a:gd name="T72" fmla="*/ 544 w 914"/>
                <a:gd name="T73" fmla="*/ 288 h 352"/>
                <a:gd name="T74" fmla="*/ 559 w 914"/>
                <a:gd name="T75" fmla="*/ 268 h 352"/>
                <a:gd name="T76" fmla="*/ 593 w 914"/>
                <a:gd name="T77" fmla="*/ 268 h 352"/>
                <a:gd name="T78" fmla="*/ 599 w 914"/>
                <a:gd name="T79" fmla="*/ 264 h 352"/>
                <a:gd name="T80" fmla="*/ 643 w 914"/>
                <a:gd name="T81" fmla="*/ 288 h 352"/>
                <a:gd name="T82" fmla="*/ 693 w 914"/>
                <a:gd name="T83" fmla="*/ 302 h 352"/>
                <a:gd name="T84" fmla="*/ 703 w 914"/>
                <a:gd name="T85" fmla="*/ 300 h 352"/>
                <a:gd name="T86" fmla="*/ 723 w 914"/>
                <a:gd name="T87" fmla="*/ 324 h 352"/>
                <a:gd name="T88" fmla="*/ 756 w 914"/>
                <a:gd name="T89" fmla="*/ 330 h 352"/>
                <a:gd name="T90" fmla="*/ 780 w 914"/>
                <a:gd name="T91" fmla="*/ 334 h 352"/>
                <a:gd name="T92" fmla="*/ 806 w 914"/>
                <a:gd name="T93" fmla="*/ 332 h 352"/>
                <a:gd name="T94" fmla="*/ 830 w 914"/>
                <a:gd name="T95" fmla="*/ 314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14" h="352">
                  <a:moveTo>
                    <a:pt x="878" y="282"/>
                  </a:moveTo>
                  <a:lnTo>
                    <a:pt x="896" y="272"/>
                  </a:lnTo>
                  <a:lnTo>
                    <a:pt x="888" y="253"/>
                  </a:lnTo>
                  <a:lnTo>
                    <a:pt x="902" y="231"/>
                  </a:lnTo>
                  <a:lnTo>
                    <a:pt x="902" y="231"/>
                  </a:lnTo>
                  <a:lnTo>
                    <a:pt x="914" y="223"/>
                  </a:lnTo>
                  <a:lnTo>
                    <a:pt x="914" y="223"/>
                  </a:lnTo>
                  <a:lnTo>
                    <a:pt x="872" y="231"/>
                  </a:lnTo>
                  <a:lnTo>
                    <a:pt x="830" y="223"/>
                  </a:lnTo>
                  <a:lnTo>
                    <a:pt x="804" y="201"/>
                  </a:lnTo>
                  <a:lnTo>
                    <a:pt x="756" y="187"/>
                  </a:lnTo>
                  <a:lnTo>
                    <a:pt x="717" y="179"/>
                  </a:lnTo>
                  <a:lnTo>
                    <a:pt x="717" y="179"/>
                  </a:lnTo>
                  <a:lnTo>
                    <a:pt x="699" y="153"/>
                  </a:lnTo>
                  <a:lnTo>
                    <a:pt x="699" y="153"/>
                  </a:lnTo>
                  <a:lnTo>
                    <a:pt x="687" y="141"/>
                  </a:lnTo>
                  <a:lnTo>
                    <a:pt x="679" y="131"/>
                  </a:lnTo>
                  <a:lnTo>
                    <a:pt x="645" y="103"/>
                  </a:lnTo>
                  <a:lnTo>
                    <a:pt x="639" y="69"/>
                  </a:lnTo>
                  <a:lnTo>
                    <a:pt x="615" y="61"/>
                  </a:lnTo>
                  <a:lnTo>
                    <a:pt x="573" y="75"/>
                  </a:lnTo>
                  <a:lnTo>
                    <a:pt x="573" y="75"/>
                  </a:lnTo>
                  <a:lnTo>
                    <a:pt x="565" y="79"/>
                  </a:lnTo>
                  <a:lnTo>
                    <a:pt x="551" y="85"/>
                  </a:lnTo>
                  <a:lnTo>
                    <a:pt x="551" y="85"/>
                  </a:lnTo>
                  <a:lnTo>
                    <a:pt x="546" y="85"/>
                  </a:lnTo>
                  <a:lnTo>
                    <a:pt x="538" y="83"/>
                  </a:lnTo>
                  <a:lnTo>
                    <a:pt x="528" y="81"/>
                  </a:lnTo>
                  <a:lnTo>
                    <a:pt x="474" y="75"/>
                  </a:lnTo>
                  <a:lnTo>
                    <a:pt x="452" y="73"/>
                  </a:lnTo>
                  <a:lnTo>
                    <a:pt x="422" y="47"/>
                  </a:lnTo>
                  <a:lnTo>
                    <a:pt x="392" y="33"/>
                  </a:lnTo>
                  <a:lnTo>
                    <a:pt x="362" y="47"/>
                  </a:lnTo>
                  <a:lnTo>
                    <a:pt x="331" y="37"/>
                  </a:lnTo>
                  <a:lnTo>
                    <a:pt x="307" y="7"/>
                  </a:lnTo>
                  <a:lnTo>
                    <a:pt x="287" y="0"/>
                  </a:lnTo>
                  <a:lnTo>
                    <a:pt x="249" y="7"/>
                  </a:lnTo>
                  <a:lnTo>
                    <a:pt x="205" y="21"/>
                  </a:lnTo>
                  <a:lnTo>
                    <a:pt x="163" y="29"/>
                  </a:lnTo>
                  <a:lnTo>
                    <a:pt x="142" y="49"/>
                  </a:lnTo>
                  <a:lnTo>
                    <a:pt x="130" y="75"/>
                  </a:lnTo>
                  <a:lnTo>
                    <a:pt x="72" y="97"/>
                  </a:lnTo>
                  <a:lnTo>
                    <a:pt x="32" y="115"/>
                  </a:lnTo>
                  <a:lnTo>
                    <a:pt x="0" y="115"/>
                  </a:lnTo>
                  <a:lnTo>
                    <a:pt x="0" y="115"/>
                  </a:lnTo>
                  <a:lnTo>
                    <a:pt x="8" y="125"/>
                  </a:lnTo>
                  <a:lnTo>
                    <a:pt x="8" y="125"/>
                  </a:lnTo>
                  <a:lnTo>
                    <a:pt x="24" y="135"/>
                  </a:lnTo>
                  <a:lnTo>
                    <a:pt x="32" y="147"/>
                  </a:lnTo>
                  <a:lnTo>
                    <a:pt x="52" y="157"/>
                  </a:lnTo>
                  <a:lnTo>
                    <a:pt x="64" y="175"/>
                  </a:lnTo>
                  <a:lnTo>
                    <a:pt x="64" y="193"/>
                  </a:lnTo>
                  <a:lnTo>
                    <a:pt x="72" y="205"/>
                  </a:lnTo>
                  <a:lnTo>
                    <a:pt x="82" y="211"/>
                  </a:lnTo>
                  <a:lnTo>
                    <a:pt x="104" y="213"/>
                  </a:lnTo>
                  <a:lnTo>
                    <a:pt x="124" y="219"/>
                  </a:lnTo>
                  <a:lnTo>
                    <a:pt x="144" y="231"/>
                  </a:lnTo>
                  <a:lnTo>
                    <a:pt x="152" y="245"/>
                  </a:lnTo>
                  <a:lnTo>
                    <a:pt x="152" y="245"/>
                  </a:lnTo>
                  <a:lnTo>
                    <a:pt x="162" y="257"/>
                  </a:lnTo>
                  <a:lnTo>
                    <a:pt x="162" y="257"/>
                  </a:lnTo>
                  <a:lnTo>
                    <a:pt x="162" y="272"/>
                  </a:lnTo>
                  <a:lnTo>
                    <a:pt x="152" y="290"/>
                  </a:lnTo>
                  <a:lnTo>
                    <a:pt x="154" y="300"/>
                  </a:lnTo>
                  <a:lnTo>
                    <a:pt x="158" y="312"/>
                  </a:lnTo>
                  <a:lnTo>
                    <a:pt x="167" y="316"/>
                  </a:lnTo>
                  <a:lnTo>
                    <a:pt x="173" y="328"/>
                  </a:lnTo>
                  <a:lnTo>
                    <a:pt x="173" y="338"/>
                  </a:lnTo>
                  <a:lnTo>
                    <a:pt x="179" y="350"/>
                  </a:lnTo>
                  <a:lnTo>
                    <a:pt x="189" y="352"/>
                  </a:lnTo>
                  <a:lnTo>
                    <a:pt x="203" y="346"/>
                  </a:lnTo>
                  <a:lnTo>
                    <a:pt x="211" y="340"/>
                  </a:lnTo>
                  <a:lnTo>
                    <a:pt x="201" y="310"/>
                  </a:lnTo>
                  <a:lnTo>
                    <a:pt x="193" y="290"/>
                  </a:lnTo>
                  <a:lnTo>
                    <a:pt x="201" y="286"/>
                  </a:lnTo>
                  <a:lnTo>
                    <a:pt x="201" y="286"/>
                  </a:lnTo>
                  <a:lnTo>
                    <a:pt x="211" y="282"/>
                  </a:lnTo>
                  <a:lnTo>
                    <a:pt x="211" y="282"/>
                  </a:lnTo>
                  <a:lnTo>
                    <a:pt x="233" y="284"/>
                  </a:lnTo>
                  <a:lnTo>
                    <a:pt x="245" y="290"/>
                  </a:lnTo>
                  <a:lnTo>
                    <a:pt x="245" y="290"/>
                  </a:lnTo>
                  <a:lnTo>
                    <a:pt x="261" y="292"/>
                  </a:lnTo>
                  <a:lnTo>
                    <a:pt x="261" y="292"/>
                  </a:lnTo>
                  <a:lnTo>
                    <a:pt x="275" y="294"/>
                  </a:lnTo>
                  <a:lnTo>
                    <a:pt x="285" y="294"/>
                  </a:lnTo>
                  <a:lnTo>
                    <a:pt x="285" y="294"/>
                  </a:lnTo>
                  <a:lnTo>
                    <a:pt x="297" y="296"/>
                  </a:lnTo>
                  <a:lnTo>
                    <a:pt x="297" y="296"/>
                  </a:lnTo>
                  <a:lnTo>
                    <a:pt x="319" y="300"/>
                  </a:lnTo>
                  <a:lnTo>
                    <a:pt x="319" y="300"/>
                  </a:lnTo>
                  <a:lnTo>
                    <a:pt x="341" y="304"/>
                  </a:lnTo>
                  <a:lnTo>
                    <a:pt x="341" y="304"/>
                  </a:lnTo>
                  <a:lnTo>
                    <a:pt x="364" y="304"/>
                  </a:lnTo>
                  <a:lnTo>
                    <a:pt x="392" y="296"/>
                  </a:lnTo>
                  <a:lnTo>
                    <a:pt x="404" y="296"/>
                  </a:lnTo>
                  <a:lnTo>
                    <a:pt x="412" y="300"/>
                  </a:lnTo>
                  <a:lnTo>
                    <a:pt x="412" y="300"/>
                  </a:lnTo>
                  <a:lnTo>
                    <a:pt x="428" y="296"/>
                  </a:lnTo>
                  <a:lnTo>
                    <a:pt x="428" y="296"/>
                  </a:lnTo>
                  <a:lnTo>
                    <a:pt x="434" y="290"/>
                  </a:lnTo>
                  <a:lnTo>
                    <a:pt x="434" y="290"/>
                  </a:lnTo>
                  <a:lnTo>
                    <a:pt x="442" y="288"/>
                  </a:lnTo>
                  <a:lnTo>
                    <a:pt x="452" y="276"/>
                  </a:lnTo>
                  <a:lnTo>
                    <a:pt x="456" y="276"/>
                  </a:lnTo>
                  <a:lnTo>
                    <a:pt x="462" y="280"/>
                  </a:lnTo>
                  <a:lnTo>
                    <a:pt x="470" y="286"/>
                  </a:lnTo>
                  <a:lnTo>
                    <a:pt x="486" y="300"/>
                  </a:lnTo>
                  <a:lnTo>
                    <a:pt x="494" y="302"/>
                  </a:lnTo>
                  <a:lnTo>
                    <a:pt x="532" y="294"/>
                  </a:lnTo>
                  <a:lnTo>
                    <a:pt x="544" y="288"/>
                  </a:lnTo>
                  <a:lnTo>
                    <a:pt x="544" y="288"/>
                  </a:lnTo>
                  <a:lnTo>
                    <a:pt x="551" y="274"/>
                  </a:lnTo>
                  <a:lnTo>
                    <a:pt x="551" y="274"/>
                  </a:lnTo>
                  <a:lnTo>
                    <a:pt x="559" y="268"/>
                  </a:lnTo>
                  <a:lnTo>
                    <a:pt x="559" y="268"/>
                  </a:lnTo>
                  <a:lnTo>
                    <a:pt x="577" y="268"/>
                  </a:lnTo>
                  <a:lnTo>
                    <a:pt x="593" y="268"/>
                  </a:lnTo>
                  <a:lnTo>
                    <a:pt x="593" y="268"/>
                  </a:lnTo>
                  <a:lnTo>
                    <a:pt x="599" y="264"/>
                  </a:lnTo>
                  <a:lnTo>
                    <a:pt x="599" y="264"/>
                  </a:lnTo>
                  <a:lnTo>
                    <a:pt x="623" y="280"/>
                  </a:lnTo>
                  <a:lnTo>
                    <a:pt x="637" y="282"/>
                  </a:lnTo>
                  <a:lnTo>
                    <a:pt x="643" y="288"/>
                  </a:lnTo>
                  <a:lnTo>
                    <a:pt x="661" y="300"/>
                  </a:lnTo>
                  <a:lnTo>
                    <a:pt x="685" y="298"/>
                  </a:lnTo>
                  <a:lnTo>
                    <a:pt x="693" y="302"/>
                  </a:lnTo>
                  <a:lnTo>
                    <a:pt x="693" y="302"/>
                  </a:lnTo>
                  <a:lnTo>
                    <a:pt x="703" y="300"/>
                  </a:lnTo>
                  <a:lnTo>
                    <a:pt x="703" y="300"/>
                  </a:lnTo>
                  <a:lnTo>
                    <a:pt x="719" y="312"/>
                  </a:lnTo>
                  <a:lnTo>
                    <a:pt x="723" y="324"/>
                  </a:lnTo>
                  <a:lnTo>
                    <a:pt x="723" y="324"/>
                  </a:lnTo>
                  <a:lnTo>
                    <a:pt x="735" y="332"/>
                  </a:lnTo>
                  <a:lnTo>
                    <a:pt x="735" y="332"/>
                  </a:lnTo>
                  <a:lnTo>
                    <a:pt x="756" y="330"/>
                  </a:lnTo>
                  <a:lnTo>
                    <a:pt x="772" y="332"/>
                  </a:lnTo>
                  <a:lnTo>
                    <a:pt x="772" y="332"/>
                  </a:lnTo>
                  <a:lnTo>
                    <a:pt x="780" y="334"/>
                  </a:lnTo>
                  <a:lnTo>
                    <a:pt x="780" y="334"/>
                  </a:lnTo>
                  <a:lnTo>
                    <a:pt x="794" y="334"/>
                  </a:lnTo>
                  <a:lnTo>
                    <a:pt x="806" y="332"/>
                  </a:lnTo>
                  <a:lnTo>
                    <a:pt x="812" y="330"/>
                  </a:lnTo>
                  <a:lnTo>
                    <a:pt x="822" y="330"/>
                  </a:lnTo>
                  <a:lnTo>
                    <a:pt x="830" y="314"/>
                  </a:lnTo>
                  <a:lnTo>
                    <a:pt x="878" y="282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77" name="Freeform 99">
              <a:extLst>
                <a:ext uri="{FF2B5EF4-FFF2-40B4-BE49-F238E27FC236}">
                  <a16:creationId xmlns:a16="http://schemas.microsoft.com/office/drawing/2014/main" id="{F086C11B-E4B5-0EBB-C222-18CD63CE7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125" y="10874375"/>
              <a:ext cx="903287" cy="847725"/>
            </a:xfrm>
            <a:custGeom>
              <a:avLst/>
              <a:gdLst>
                <a:gd name="T0" fmla="*/ 521 w 569"/>
                <a:gd name="T1" fmla="*/ 365 h 534"/>
                <a:gd name="T2" fmla="*/ 481 w 569"/>
                <a:gd name="T3" fmla="*/ 345 h 534"/>
                <a:gd name="T4" fmla="*/ 449 w 569"/>
                <a:gd name="T5" fmla="*/ 299 h 534"/>
                <a:gd name="T6" fmla="*/ 425 w 569"/>
                <a:gd name="T7" fmla="*/ 277 h 534"/>
                <a:gd name="T8" fmla="*/ 423 w 569"/>
                <a:gd name="T9" fmla="*/ 273 h 534"/>
                <a:gd name="T10" fmla="*/ 370 w 569"/>
                <a:gd name="T11" fmla="*/ 291 h 534"/>
                <a:gd name="T12" fmla="*/ 348 w 569"/>
                <a:gd name="T13" fmla="*/ 295 h 534"/>
                <a:gd name="T14" fmla="*/ 288 w 569"/>
                <a:gd name="T15" fmla="*/ 287 h 534"/>
                <a:gd name="T16" fmla="*/ 254 w 569"/>
                <a:gd name="T17" fmla="*/ 291 h 534"/>
                <a:gd name="T18" fmla="*/ 212 w 569"/>
                <a:gd name="T19" fmla="*/ 255 h 534"/>
                <a:gd name="T20" fmla="*/ 214 w 569"/>
                <a:gd name="T21" fmla="*/ 211 h 534"/>
                <a:gd name="T22" fmla="*/ 212 w 569"/>
                <a:gd name="T23" fmla="*/ 193 h 534"/>
                <a:gd name="T24" fmla="*/ 224 w 569"/>
                <a:gd name="T25" fmla="*/ 157 h 534"/>
                <a:gd name="T26" fmla="*/ 220 w 569"/>
                <a:gd name="T27" fmla="*/ 144 h 534"/>
                <a:gd name="T28" fmla="*/ 206 w 569"/>
                <a:gd name="T29" fmla="*/ 159 h 534"/>
                <a:gd name="T30" fmla="*/ 204 w 569"/>
                <a:gd name="T31" fmla="*/ 150 h 534"/>
                <a:gd name="T32" fmla="*/ 202 w 569"/>
                <a:gd name="T33" fmla="*/ 140 h 534"/>
                <a:gd name="T34" fmla="*/ 200 w 569"/>
                <a:gd name="T35" fmla="*/ 120 h 534"/>
                <a:gd name="T36" fmla="*/ 197 w 569"/>
                <a:gd name="T37" fmla="*/ 102 h 534"/>
                <a:gd name="T38" fmla="*/ 177 w 569"/>
                <a:gd name="T39" fmla="*/ 84 h 534"/>
                <a:gd name="T40" fmla="*/ 177 w 569"/>
                <a:gd name="T41" fmla="*/ 42 h 534"/>
                <a:gd name="T42" fmla="*/ 169 w 569"/>
                <a:gd name="T43" fmla="*/ 0 h 534"/>
                <a:gd name="T44" fmla="*/ 121 w 569"/>
                <a:gd name="T45" fmla="*/ 24 h 534"/>
                <a:gd name="T46" fmla="*/ 67 w 569"/>
                <a:gd name="T47" fmla="*/ 124 h 534"/>
                <a:gd name="T48" fmla="*/ 57 w 569"/>
                <a:gd name="T49" fmla="*/ 150 h 534"/>
                <a:gd name="T50" fmla="*/ 0 w 569"/>
                <a:gd name="T51" fmla="*/ 231 h 534"/>
                <a:gd name="T52" fmla="*/ 49 w 569"/>
                <a:gd name="T53" fmla="*/ 273 h 534"/>
                <a:gd name="T54" fmla="*/ 81 w 569"/>
                <a:gd name="T55" fmla="*/ 323 h 534"/>
                <a:gd name="T56" fmla="*/ 137 w 569"/>
                <a:gd name="T57" fmla="*/ 359 h 534"/>
                <a:gd name="T58" fmla="*/ 153 w 569"/>
                <a:gd name="T59" fmla="*/ 359 h 534"/>
                <a:gd name="T60" fmla="*/ 167 w 569"/>
                <a:gd name="T61" fmla="*/ 355 h 534"/>
                <a:gd name="T62" fmla="*/ 175 w 569"/>
                <a:gd name="T63" fmla="*/ 367 h 534"/>
                <a:gd name="T64" fmla="*/ 183 w 569"/>
                <a:gd name="T65" fmla="*/ 403 h 534"/>
                <a:gd name="T66" fmla="*/ 185 w 569"/>
                <a:gd name="T67" fmla="*/ 420 h 534"/>
                <a:gd name="T68" fmla="*/ 179 w 569"/>
                <a:gd name="T69" fmla="*/ 432 h 534"/>
                <a:gd name="T70" fmla="*/ 169 w 569"/>
                <a:gd name="T71" fmla="*/ 462 h 534"/>
                <a:gd name="T72" fmla="*/ 175 w 569"/>
                <a:gd name="T73" fmla="*/ 482 h 534"/>
                <a:gd name="T74" fmla="*/ 183 w 569"/>
                <a:gd name="T75" fmla="*/ 506 h 534"/>
                <a:gd name="T76" fmla="*/ 177 w 569"/>
                <a:gd name="T77" fmla="*/ 516 h 534"/>
                <a:gd name="T78" fmla="*/ 195 w 569"/>
                <a:gd name="T79" fmla="*/ 526 h 534"/>
                <a:gd name="T80" fmla="*/ 230 w 569"/>
                <a:gd name="T81" fmla="*/ 534 h 534"/>
                <a:gd name="T82" fmla="*/ 256 w 569"/>
                <a:gd name="T83" fmla="*/ 528 h 534"/>
                <a:gd name="T84" fmla="*/ 266 w 569"/>
                <a:gd name="T85" fmla="*/ 522 h 534"/>
                <a:gd name="T86" fmla="*/ 292 w 569"/>
                <a:gd name="T87" fmla="*/ 508 h 534"/>
                <a:gd name="T88" fmla="*/ 306 w 569"/>
                <a:gd name="T89" fmla="*/ 502 h 534"/>
                <a:gd name="T90" fmla="*/ 342 w 569"/>
                <a:gd name="T91" fmla="*/ 498 h 534"/>
                <a:gd name="T92" fmla="*/ 356 w 569"/>
                <a:gd name="T93" fmla="*/ 504 h 534"/>
                <a:gd name="T94" fmla="*/ 399 w 569"/>
                <a:gd name="T95" fmla="*/ 496 h 534"/>
                <a:gd name="T96" fmla="*/ 429 w 569"/>
                <a:gd name="T97" fmla="*/ 496 h 534"/>
                <a:gd name="T98" fmla="*/ 447 w 569"/>
                <a:gd name="T99" fmla="*/ 500 h 534"/>
                <a:gd name="T100" fmla="*/ 481 w 569"/>
                <a:gd name="T101" fmla="*/ 510 h 534"/>
                <a:gd name="T102" fmla="*/ 489 w 569"/>
                <a:gd name="T103" fmla="*/ 508 h 534"/>
                <a:gd name="T104" fmla="*/ 487 w 569"/>
                <a:gd name="T105" fmla="*/ 486 h 534"/>
                <a:gd name="T106" fmla="*/ 485 w 569"/>
                <a:gd name="T107" fmla="*/ 482 h 534"/>
                <a:gd name="T108" fmla="*/ 475 w 569"/>
                <a:gd name="T109" fmla="*/ 456 h 534"/>
                <a:gd name="T110" fmla="*/ 507 w 569"/>
                <a:gd name="T111" fmla="*/ 432 h 534"/>
                <a:gd name="T112" fmla="*/ 519 w 569"/>
                <a:gd name="T113" fmla="*/ 422 h 534"/>
                <a:gd name="T114" fmla="*/ 539 w 569"/>
                <a:gd name="T115" fmla="*/ 407 h 534"/>
                <a:gd name="T116" fmla="*/ 563 w 569"/>
                <a:gd name="T117" fmla="*/ 399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69" h="534">
                  <a:moveTo>
                    <a:pt x="561" y="383"/>
                  </a:moveTo>
                  <a:lnTo>
                    <a:pt x="541" y="371"/>
                  </a:lnTo>
                  <a:lnTo>
                    <a:pt x="521" y="365"/>
                  </a:lnTo>
                  <a:lnTo>
                    <a:pt x="499" y="363"/>
                  </a:lnTo>
                  <a:lnTo>
                    <a:pt x="489" y="357"/>
                  </a:lnTo>
                  <a:lnTo>
                    <a:pt x="481" y="345"/>
                  </a:lnTo>
                  <a:lnTo>
                    <a:pt x="481" y="327"/>
                  </a:lnTo>
                  <a:lnTo>
                    <a:pt x="469" y="309"/>
                  </a:lnTo>
                  <a:lnTo>
                    <a:pt x="449" y="299"/>
                  </a:lnTo>
                  <a:lnTo>
                    <a:pt x="441" y="287"/>
                  </a:lnTo>
                  <a:lnTo>
                    <a:pt x="441" y="287"/>
                  </a:lnTo>
                  <a:lnTo>
                    <a:pt x="425" y="277"/>
                  </a:lnTo>
                  <a:lnTo>
                    <a:pt x="425" y="277"/>
                  </a:lnTo>
                  <a:lnTo>
                    <a:pt x="423" y="273"/>
                  </a:lnTo>
                  <a:lnTo>
                    <a:pt x="423" y="273"/>
                  </a:lnTo>
                  <a:lnTo>
                    <a:pt x="391" y="291"/>
                  </a:lnTo>
                  <a:lnTo>
                    <a:pt x="370" y="291"/>
                  </a:lnTo>
                  <a:lnTo>
                    <a:pt x="370" y="291"/>
                  </a:lnTo>
                  <a:lnTo>
                    <a:pt x="364" y="297"/>
                  </a:lnTo>
                  <a:lnTo>
                    <a:pt x="364" y="297"/>
                  </a:lnTo>
                  <a:lnTo>
                    <a:pt x="348" y="295"/>
                  </a:lnTo>
                  <a:lnTo>
                    <a:pt x="316" y="297"/>
                  </a:lnTo>
                  <a:lnTo>
                    <a:pt x="296" y="291"/>
                  </a:lnTo>
                  <a:lnTo>
                    <a:pt x="288" y="287"/>
                  </a:lnTo>
                  <a:lnTo>
                    <a:pt x="280" y="289"/>
                  </a:lnTo>
                  <a:lnTo>
                    <a:pt x="264" y="287"/>
                  </a:lnTo>
                  <a:lnTo>
                    <a:pt x="254" y="291"/>
                  </a:lnTo>
                  <a:lnTo>
                    <a:pt x="244" y="283"/>
                  </a:lnTo>
                  <a:lnTo>
                    <a:pt x="234" y="273"/>
                  </a:lnTo>
                  <a:lnTo>
                    <a:pt x="212" y="255"/>
                  </a:lnTo>
                  <a:lnTo>
                    <a:pt x="210" y="233"/>
                  </a:lnTo>
                  <a:lnTo>
                    <a:pt x="210" y="233"/>
                  </a:lnTo>
                  <a:lnTo>
                    <a:pt x="214" y="211"/>
                  </a:lnTo>
                  <a:lnTo>
                    <a:pt x="214" y="211"/>
                  </a:lnTo>
                  <a:lnTo>
                    <a:pt x="212" y="193"/>
                  </a:lnTo>
                  <a:lnTo>
                    <a:pt x="212" y="193"/>
                  </a:lnTo>
                  <a:lnTo>
                    <a:pt x="218" y="177"/>
                  </a:lnTo>
                  <a:lnTo>
                    <a:pt x="218" y="177"/>
                  </a:lnTo>
                  <a:lnTo>
                    <a:pt x="224" y="157"/>
                  </a:lnTo>
                  <a:lnTo>
                    <a:pt x="224" y="157"/>
                  </a:lnTo>
                  <a:lnTo>
                    <a:pt x="228" y="144"/>
                  </a:lnTo>
                  <a:lnTo>
                    <a:pt x="220" y="144"/>
                  </a:lnTo>
                  <a:lnTo>
                    <a:pt x="212" y="153"/>
                  </a:lnTo>
                  <a:lnTo>
                    <a:pt x="206" y="159"/>
                  </a:lnTo>
                  <a:lnTo>
                    <a:pt x="206" y="159"/>
                  </a:lnTo>
                  <a:lnTo>
                    <a:pt x="202" y="157"/>
                  </a:lnTo>
                  <a:lnTo>
                    <a:pt x="202" y="157"/>
                  </a:lnTo>
                  <a:lnTo>
                    <a:pt x="204" y="150"/>
                  </a:lnTo>
                  <a:lnTo>
                    <a:pt x="204" y="144"/>
                  </a:lnTo>
                  <a:lnTo>
                    <a:pt x="202" y="140"/>
                  </a:lnTo>
                  <a:lnTo>
                    <a:pt x="202" y="140"/>
                  </a:lnTo>
                  <a:lnTo>
                    <a:pt x="202" y="130"/>
                  </a:lnTo>
                  <a:lnTo>
                    <a:pt x="202" y="130"/>
                  </a:lnTo>
                  <a:lnTo>
                    <a:pt x="200" y="120"/>
                  </a:lnTo>
                  <a:lnTo>
                    <a:pt x="198" y="110"/>
                  </a:lnTo>
                  <a:lnTo>
                    <a:pt x="198" y="110"/>
                  </a:lnTo>
                  <a:lnTo>
                    <a:pt x="197" y="102"/>
                  </a:lnTo>
                  <a:lnTo>
                    <a:pt x="197" y="102"/>
                  </a:lnTo>
                  <a:lnTo>
                    <a:pt x="183" y="98"/>
                  </a:lnTo>
                  <a:lnTo>
                    <a:pt x="177" y="84"/>
                  </a:lnTo>
                  <a:lnTo>
                    <a:pt x="183" y="60"/>
                  </a:lnTo>
                  <a:lnTo>
                    <a:pt x="177" y="42"/>
                  </a:lnTo>
                  <a:lnTo>
                    <a:pt x="177" y="42"/>
                  </a:lnTo>
                  <a:lnTo>
                    <a:pt x="173" y="38"/>
                  </a:lnTo>
                  <a:lnTo>
                    <a:pt x="173" y="38"/>
                  </a:lnTo>
                  <a:lnTo>
                    <a:pt x="169" y="0"/>
                  </a:lnTo>
                  <a:lnTo>
                    <a:pt x="169" y="0"/>
                  </a:lnTo>
                  <a:lnTo>
                    <a:pt x="157" y="8"/>
                  </a:lnTo>
                  <a:lnTo>
                    <a:pt x="121" y="24"/>
                  </a:lnTo>
                  <a:lnTo>
                    <a:pt x="89" y="36"/>
                  </a:lnTo>
                  <a:lnTo>
                    <a:pt x="73" y="72"/>
                  </a:lnTo>
                  <a:lnTo>
                    <a:pt x="67" y="124"/>
                  </a:lnTo>
                  <a:lnTo>
                    <a:pt x="67" y="124"/>
                  </a:lnTo>
                  <a:lnTo>
                    <a:pt x="57" y="150"/>
                  </a:lnTo>
                  <a:lnTo>
                    <a:pt x="57" y="150"/>
                  </a:lnTo>
                  <a:lnTo>
                    <a:pt x="41" y="177"/>
                  </a:lnTo>
                  <a:lnTo>
                    <a:pt x="11" y="201"/>
                  </a:lnTo>
                  <a:lnTo>
                    <a:pt x="0" y="231"/>
                  </a:lnTo>
                  <a:lnTo>
                    <a:pt x="23" y="249"/>
                  </a:lnTo>
                  <a:lnTo>
                    <a:pt x="37" y="265"/>
                  </a:lnTo>
                  <a:lnTo>
                    <a:pt x="49" y="273"/>
                  </a:lnTo>
                  <a:lnTo>
                    <a:pt x="57" y="289"/>
                  </a:lnTo>
                  <a:lnTo>
                    <a:pt x="63" y="309"/>
                  </a:lnTo>
                  <a:lnTo>
                    <a:pt x="81" y="323"/>
                  </a:lnTo>
                  <a:lnTo>
                    <a:pt x="123" y="353"/>
                  </a:lnTo>
                  <a:lnTo>
                    <a:pt x="123" y="353"/>
                  </a:lnTo>
                  <a:lnTo>
                    <a:pt x="137" y="359"/>
                  </a:lnTo>
                  <a:lnTo>
                    <a:pt x="137" y="359"/>
                  </a:lnTo>
                  <a:lnTo>
                    <a:pt x="147" y="361"/>
                  </a:lnTo>
                  <a:lnTo>
                    <a:pt x="153" y="359"/>
                  </a:lnTo>
                  <a:lnTo>
                    <a:pt x="159" y="355"/>
                  </a:lnTo>
                  <a:lnTo>
                    <a:pt x="159" y="355"/>
                  </a:lnTo>
                  <a:lnTo>
                    <a:pt x="167" y="355"/>
                  </a:lnTo>
                  <a:lnTo>
                    <a:pt x="167" y="355"/>
                  </a:lnTo>
                  <a:lnTo>
                    <a:pt x="175" y="367"/>
                  </a:lnTo>
                  <a:lnTo>
                    <a:pt x="175" y="367"/>
                  </a:lnTo>
                  <a:lnTo>
                    <a:pt x="185" y="377"/>
                  </a:lnTo>
                  <a:lnTo>
                    <a:pt x="185" y="377"/>
                  </a:lnTo>
                  <a:lnTo>
                    <a:pt x="183" y="403"/>
                  </a:lnTo>
                  <a:lnTo>
                    <a:pt x="183" y="403"/>
                  </a:lnTo>
                  <a:lnTo>
                    <a:pt x="185" y="420"/>
                  </a:lnTo>
                  <a:lnTo>
                    <a:pt x="185" y="420"/>
                  </a:lnTo>
                  <a:lnTo>
                    <a:pt x="183" y="426"/>
                  </a:lnTo>
                  <a:lnTo>
                    <a:pt x="179" y="432"/>
                  </a:lnTo>
                  <a:lnTo>
                    <a:pt x="179" y="432"/>
                  </a:lnTo>
                  <a:lnTo>
                    <a:pt x="173" y="442"/>
                  </a:lnTo>
                  <a:lnTo>
                    <a:pt x="173" y="442"/>
                  </a:lnTo>
                  <a:lnTo>
                    <a:pt x="169" y="462"/>
                  </a:lnTo>
                  <a:lnTo>
                    <a:pt x="175" y="472"/>
                  </a:lnTo>
                  <a:lnTo>
                    <a:pt x="175" y="472"/>
                  </a:lnTo>
                  <a:lnTo>
                    <a:pt x="175" y="482"/>
                  </a:lnTo>
                  <a:lnTo>
                    <a:pt x="175" y="482"/>
                  </a:lnTo>
                  <a:lnTo>
                    <a:pt x="181" y="496"/>
                  </a:lnTo>
                  <a:lnTo>
                    <a:pt x="183" y="506"/>
                  </a:lnTo>
                  <a:lnTo>
                    <a:pt x="183" y="506"/>
                  </a:lnTo>
                  <a:lnTo>
                    <a:pt x="177" y="516"/>
                  </a:lnTo>
                  <a:lnTo>
                    <a:pt x="177" y="516"/>
                  </a:lnTo>
                  <a:lnTo>
                    <a:pt x="177" y="524"/>
                  </a:lnTo>
                  <a:lnTo>
                    <a:pt x="195" y="526"/>
                  </a:lnTo>
                  <a:lnTo>
                    <a:pt x="195" y="526"/>
                  </a:lnTo>
                  <a:lnTo>
                    <a:pt x="210" y="528"/>
                  </a:lnTo>
                  <a:lnTo>
                    <a:pt x="210" y="528"/>
                  </a:lnTo>
                  <a:lnTo>
                    <a:pt x="230" y="534"/>
                  </a:lnTo>
                  <a:lnTo>
                    <a:pt x="230" y="534"/>
                  </a:lnTo>
                  <a:lnTo>
                    <a:pt x="244" y="532"/>
                  </a:lnTo>
                  <a:lnTo>
                    <a:pt x="256" y="528"/>
                  </a:lnTo>
                  <a:lnTo>
                    <a:pt x="256" y="528"/>
                  </a:lnTo>
                  <a:lnTo>
                    <a:pt x="266" y="522"/>
                  </a:lnTo>
                  <a:lnTo>
                    <a:pt x="266" y="522"/>
                  </a:lnTo>
                  <a:lnTo>
                    <a:pt x="282" y="512"/>
                  </a:lnTo>
                  <a:lnTo>
                    <a:pt x="282" y="512"/>
                  </a:lnTo>
                  <a:lnTo>
                    <a:pt x="292" y="508"/>
                  </a:lnTo>
                  <a:lnTo>
                    <a:pt x="292" y="508"/>
                  </a:lnTo>
                  <a:lnTo>
                    <a:pt x="306" y="502"/>
                  </a:lnTo>
                  <a:lnTo>
                    <a:pt x="306" y="502"/>
                  </a:lnTo>
                  <a:lnTo>
                    <a:pt x="314" y="498"/>
                  </a:lnTo>
                  <a:lnTo>
                    <a:pt x="314" y="498"/>
                  </a:lnTo>
                  <a:lnTo>
                    <a:pt x="342" y="498"/>
                  </a:lnTo>
                  <a:lnTo>
                    <a:pt x="342" y="498"/>
                  </a:lnTo>
                  <a:lnTo>
                    <a:pt x="356" y="504"/>
                  </a:lnTo>
                  <a:lnTo>
                    <a:pt x="356" y="504"/>
                  </a:lnTo>
                  <a:lnTo>
                    <a:pt x="384" y="500"/>
                  </a:lnTo>
                  <a:lnTo>
                    <a:pt x="384" y="500"/>
                  </a:lnTo>
                  <a:lnTo>
                    <a:pt x="399" y="496"/>
                  </a:lnTo>
                  <a:lnTo>
                    <a:pt x="399" y="496"/>
                  </a:lnTo>
                  <a:lnTo>
                    <a:pt x="415" y="494"/>
                  </a:lnTo>
                  <a:lnTo>
                    <a:pt x="429" y="496"/>
                  </a:lnTo>
                  <a:lnTo>
                    <a:pt x="429" y="496"/>
                  </a:lnTo>
                  <a:lnTo>
                    <a:pt x="447" y="500"/>
                  </a:lnTo>
                  <a:lnTo>
                    <a:pt x="447" y="500"/>
                  </a:lnTo>
                  <a:lnTo>
                    <a:pt x="469" y="508"/>
                  </a:lnTo>
                  <a:lnTo>
                    <a:pt x="469" y="508"/>
                  </a:lnTo>
                  <a:lnTo>
                    <a:pt x="481" y="510"/>
                  </a:lnTo>
                  <a:lnTo>
                    <a:pt x="481" y="510"/>
                  </a:lnTo>
                  <a:lnTo>
                    <a:pt x="489" y="508"/>
                  </a:lnTo>
                  <a:lnTo>
                    <a:pt x="489" y="508"/>
                  </a:lnTo>
                  <a:lnTo>
                    <a:pt x="489" y="492"/>
                  </a:lnTo>
                  <a:lnTo>
                    <a:pt x="489" y="492"/>
                  </a:lnTo>
                  <a:lnTo>
                    <a:pt x="487" y="486"/>
                  </a:lnTo>
                  <a:lnTo>
                    <a:pt x="487" y="484"/>
                  </a:lnTo>
                  <a:lnTo>
                    <a:pt x="485" y="482"/>
                  </a:lnTo>
                  <a:lnTo>
                    <a:pt x="485" y="482"/>
                  </a:lnTo>
                  <a:lnTo>
                    <a:pt x="479" y="478"/>
                  </a:lnTo>
                  <a:lnTo>
                    <a:pt x="477" y="474"/>
                  </a:lnTo>
                  <a:lnTo>
                    <a:pt x="475" y="456"/>
                  </a:lnTo>
                  <a:lnTo>
                    <a:pt x="493" y="444"/>
                  </a:lnTo>
                  <a:lnTo>
                    <a:pt x="507" y="432"/>
                  </a:lnTo>
                  <a:lnTo>
                    <a:pt x="507" y="432"/>
                  </a:lnTo>
                  <a:lnTo>
                    <a:pt x="511" y="428"/>
                  </a:lnTo>
                  <a:lnTo>
                    <a:pt x="519" y="422"/>
                  </a:lnTo>
                  <a:lnTo>
                    <a:pt x="519" y="422"/>
                  </a:lnTo>
                  <a:lnTo>
                    <a:pt x="523" y="411"/>
                  </a:lnTo>
                  <a:lnTo>
                    <a:pt x="523" y="411"/>
                  </a:lnTo>
                  <a:lnTo>
                    <a:pt x="539" y="407"/>
                  </a:lnTo>
                  <a:lnTo>
                    <a:pt x="539" y="407"/>
                  </a:lnTo>
                  <a:lnTo>
                    <a:pt x="555" y="407"/>
                  </a:lnTo>
                  <a:lnTo>
                    <a:pt x="563" y="399"/>
                  </a:lnTo>
                  <a:lnTo>
                    <a:pt x="569" y="397"/>
                  </a:lnTo>
                  <a:lnTo>
                    <a:pt x="561" y="383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78" name="Freeform 100">
              <a:extLst>
                <a:ext uri="{FF2B5EF4-FFF2-40B4-BE49-F238E27FC236}">
                  <a16:creationId xmlns:a16="http://schemas.microsoft.com/office/drawing/2014/main" id="{9502BA84-B8A1-CAA2-903E-59ACFEBC8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3413" y="10631488"/>
              <a:ext cx="406400" cy="714375"/>
            </a:xfrm>
            <a:custGeom>
              <a:avLst/>
              <a:gdLst>
                <a:gd name="T0" fmla="*/ 4 w 256"/>
                <a:gd name="T1" fmla="*/ 191 h 450"/>
                <a:gd name="T2" fmla="*/ 14 w 256"/>
                <a:gd name="T3" fmla="*/ 213 h 450"/>
                <a:gd name="T4" fmla="*/ 14 w 256"/>
                <a:gd name="T5" fmla="*/ 251 h 450"/>
                <a:gd name="T6" fmla="*/ 28 w 256"/>
                <a:gd name="T7" fmla="*/ 255 h 450"/>
                <a:gd name="T8" fmla="*/ 29 w 256"/>
                <a:gd name="T9" fmla="*/ 263 h 450"/>
                <a:gd name="T10" fmla="*/ 31 w 256"/>
                <a:gd name="T11" fmla="*/ 273 h 450"/>
                <a:gd name="T12" fmla="*/ 33 w 256"/>
                <a:gd name="T13" fmla="*/ 283 h 450"/>
                <a:gd name="T14" fmla="*/ 35 w 256"/>
                <a:gd name="T15" fmla="*/ 297 h 450"/>
                <a:gd name="T16" fmla="*/ 35 w 256"/>
                <a:gd name="T17" fmla="*/ 303 h 450"/>
                <a:gd name="T18" fmla="*/ 33 w 256"/>
                <a:gd name="T19" fmla="*/ 310 h 450"/>
                <a:gd name="T20" fmla="*/ 43 w 256"/>
                <a:gd name="T21" fmla="*/ 306 h 450"/>
                <a:gd name="T22" fmla="*/ 59 w 256"/>
                <a:gd name="T23" fmla="*/ 297 h 450"/>
                <a:gd name="T24" fmla="*/ 55 w 256"/>
                <a:gd name="T25" fmla="*/ 310 h 450"/>
                <a:gd name="T26" fmla="*/ 49 w 256"/>
                <a:gd name="T27" fmla="*/ 330 h 450"/>
                <a:gd name="T28" fmla="*/ 43 w 256"/>
                <a:gd name="T29" fmla="*/ 346 h 450"/>
                <a:gd name="T30" fmla="*/ 45 w 256"/>
                <a:gd name="T31" fmla="*/ 364 h 450"/>
                <a:gd name="T32" fmla="*/ 41 w 256"/>
                <a:gd name="T33" fmla="*/ 386 h 450"/>
                <a:gd name="T34" fmla="*/ 65 w 256"/>
                <a:gd name="T35" fmla="*/ 426 h 450"/>
                <a:gd name="T36" fmla="*/ 85 w 256"/>
                <a:gd name="T37" fmla="*/ 444 h 450"/>
                <a:gd name="T38" fmla="*/ 111 w 256"/>
                <a:gd name="T39" fmla="*/ 442 h 450"/>
                <a:gd name="T40" fmla="*/ 127 w 256"/>
                <a:gd name="T41" fmla="*/ 444 h 450"/>
                <a:gd name="T42" fmla="*/ 179 w 256"/>
                <a:gd name="T43" fmla="*/ 448 h 450"/>
                <a:gd name="T44" fmla="*/ 195 w 256"/>
                <a:gd name="T45" fmla="*/ 450 h 450"/>
                <a:gd name="T46" fmla="*/ 201 w 256"/>
                <a:gd name="T47" fmla="*/ 444 h 450"/>
                <a:gd name="T48" fmla="*/ 254 w 256"/>
                <a:gd name="T49" fmla="*/ 426 h 450"/>
                <a:gd name="T50" fmla="*/ 254 w 256"/>
                <a:gd name="T51" fmla="*/ 426 h 450"/>
                <a:gd name="T52" fmla="*/ 236 w 256"/>
                <a:gd name="T53" fmla="*/ 420 h 450"/>
                <a:gd name="T54" fmla="*/ 215 w 256"/>
                <a:gd name="T55" fmla="*/ 388 h 450"/>
                <a:gd name="T56" fmla="*/ 195 w 256"/>
                <a:gd name="T57" fmla="*/ 346 h 450"/>
                <a:gd name="T58" fmla="*/ 183 w 256"/>
                <a:gd name="T59" fmla="*/ 271 h 450"/>
                <a:gd name="T60" fmla="*/ 224 w 256"/>
                <a:gd name="T61" fmla="*/ 173 h 450"/>
                <a:gd name="T62" fmla="*/ 252 w 256"/>
                <a:gd name="T63" fmla="*/ 143 h 450"/>
                <a:gd name="T64" fmla="*/ 254 w 256"/>
                <a:gd name="T65" fmla="*/ 127 h 450"/>
                <a:gd name="T66" fmla="*/ 226 w 256"/>
                <a:gd name="T67" fmla="*/ 71 h 450"/>
                <a:gd name="T68" fmla="*/ 137 w 256"/>
                <a:gd name="T69" fmla="*/ 32 h 450"/>
                <a:gd name="T70" fmla="*/ 71 w 256"/>
                <a:gd name="T71" fmla="*/ 0 h 450"/>
                <a:gd name="T72" fmla="*/ 47 w 256"/>
                <a:gd name="T73" fmla="*/ 40 h 450"/>
                <a:gd name="T74" fmla="*/ 43 w 256"/>
                <a:gd name="T75" fmla="*/ 75 h 450"/>
                <a:gd name="T76" fmla="*/ 41 w 256"/>
                <a:gd name="T77" fmla="*/ 103 h 450"/>
                <a:gd name="T78" fmla="*/ 0 w 256"/>
                <a:gd name="T79" fmla="*/ 153 h 450"/>
                <a:gd name="T80" fmla="*/ 0 w 256"/>
                <a:gd name="T81" fmla="*/ 153 h 450"/>
                <a:gd name="T82" fmla="*/ 4 w 256"/>
                <a:gd name="T83" fmla="*/ 191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6" h="450">
                  <a:moveTo>
                    <a:pt x="4" y="191"/>
                  </a:moveTo>
                  <a:lnTo>
                    <a:pt x="4" y="191"/>
                  </a:lnTo>
                  <a:lnTo>
                    <a:pt x="8" y="195"/>
                  </a:lnTo>
                  <a:lnTo>
                    <a:pt x="14" y="213"/>
                  </a:lnTo>
                  <a:lnTo>
                    <a:pt x="8" y="237"/>
                  </a:lnTo>
                  <a:lnTo>
                    <a:pt x="14" y="251"/>
                  </a:lnTo>
                  <a:lnTo>
                    <a:pt x="14" y="251"/>
                  </a:lnTo>
                  <a:lnTo>
                    <a:pt x="28" y="255"/>
                  </a:lnTo>
                  <a:lnTo>
                    <a:pt x="28" y="255"/>
                  </a:lnTo>
                  <a:lnTo>
                    <a:pt x="29" y="263"/>
                  </a:lnTo>
                  <a:lnTo>
                    <a:pt x="29" y="263"/>
                  </a:lnTo>
                  <a:lnTo>
                    <a:pt x="31" y="273"/>
                  </a:lnTo>
                  <a:lnTo>
                    <a:pt x="33" y="283"/>
                  </a:lnTo>
                  <a:lnTo>
                    <a:pt x="33" y="283"/>
                  </a:lnTo>
                  <a:lnTo>
                    <a:pt x="33" y="293"/>
                  </a:lnTo>
                  <a:lnTo>
                    <a:pt x="35" y="297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33" y="310"/>
                  </a:lnTo>
                  <a:lnTo>
                    <a:pt x="33" y="310"/>
                  </a:lnTo>
                  <a:lnTo>
                    <a:pt x="37" y="312"/>
                  </a:lnTo>
                  <a:lnTo>
                    <a:pt x="43" y="306"/>
                  </a:lnTo>
                  <a:lnTo>
                    <a:pt x="51" y="297"/>
                  </a:lnTo>
                  <a:lnTo>
                    <a:pt x="59" y="297"/>
                  </a:lnTo>
                  <a:lnTo>
                    <a:pt x="59" y="297"/>
                  </a:lnTo>
                  <a:lnTo>
                    <a:pt x="55" y="310"/>
                  </a:lnTo>
                  <a:lnTo>
                    <a:pt x="55" y="310"/>
                  </a:lnTo>
                  <a:lnTo>
                    <a:pt x="49" y="330"/>
                  </a:lnTo>
                  <a:lnTo>
                    <a:pt x="49" y="330"/>
                  </a:lnTo>
                  <a:lnTo>
                    <a:pt x="43" y="346"/>
                  </a:lnTo>
                  <a:lnTo>
                    <a:pt x="43" y="346"/>
                  </a:lnTo>
                  <a:lnTo>
                    <a:pt x="45" y="364"/>
                  </a:lnTo>
                  <a:lnTo>
                    <a:pt x="45" y="364"/>
                  </a:lnTo>
                  <a:lnTo>
                    <a:pt x="41" y="386"/>
                  </a:lnTo>
                  <a:lnTo>
                    <a:pt x="43" y="408"/>
                  </a:lnTo>
                  <a:lnTo>
                    <a:pt x="65" y="426"/>
                  </a:lnTo>
                  <a:lnTo>
                    <a:pt x="75" y="436"/>
                  </a:lnTo>
                  <a:lnTo>
                    <a:pt x="85" y="444"/>
                  </a:lnTo>
                  <a:lnTo>
                    <a:pt x="95" y="440"/>
                  </a:lnTo>
                  <a:lnTo>
                    <a:pt x="111" y="442"/>
                  </a:lnTo>
                  <a:lnTo>
                    <a:pt x="119" y="440"/>
                  </a:lnTo>
                  <a:lnTo>
                    <a:pt x="127" y="444"/>
                  </a:lnTo>
                  <a:lnTo>
                    <a:pt x="147" y="450"/>
                  </a:lnTo>
                  <a:lnTo>
                    <a:pt x="179" y="448"/>
                  </a:lnTo>
                  <a:lnTo>
                    <a:pt x="179" y="448"/>
                  </a:lnTo>
                  <a:lnTo>
                    <a:pt x="195" y="450"/>
                  </a:lnTo>
                  <a:lnTo>
                    <a:pt x="195" y="450"/>
                  </a:lnTo>
                  <a:lnTo>
                    <a:pt x="201" y="444"/>
                  </a:lnTo>
                  <a:lnTo>
                    <a:pt x="222" y="444"/>
                  </a:lnTo>
                  <a:lnTo>
                    <a:pt x="254" y="426"/>
                  </a:lnTo>
                  <a:lnTo>
                    <a:pt x="254" y="426"/>
                  </a:lnTo>
                  <a:lnTo>
                    <a:pt x="254" y="426"/>
                  </a:lnTo>
                  <a:lnTo>
                    <a:pt x="248" y="420"/>
                  </a:lnTo>
                  <a:lnTo>
                    <a:pt x="236" y="420"/>
                  </a:lnTo>
                  <a:lnTo>
                    <a:pt x="236" y="420"/>
                  </a:lnTo>
                  <a:lnTo>
                    <a:pt x="215" y="388"/>
                  </a:lnTo>
                  <a:lnTo>
                    <a:pt x="215" y="388"/>
                  </a:lnTo>
                  <a:lnTo>
                    <a:pt x="195" y="346"/>
                  </a:lnTo>
                  <a:lnTo>
                    <a:pt x="183" y="314"/>
                  </a:lnTo>
                  <a:lnTo>
                    <a:pt x="183" y="271"/>
                  </a:lnTo>
                  <a:lnTo>
                    <a:pt x="207" y="225"/>
                  </a:lnTo>
                  <a:lnTo>
                    <a:pt x="224" y="173"/>
                  </a:lnTo>
                  <a:lnTo>
                    <a:pt x="224" y="173"/>
                  </a:lnTo>
                  <a:lnTo>
                    <a:pt x="252" y="143"/>
                  </a:lnTo>
                  <a:lnTo>
                    <a:pt x="252" y="143"/>
                  </a:lnTo>
                  <a:lnTo>
                    <a:pt x="254" y="127"/>
                  </a:lnTo>
                  <a:lnTo>
                    <a:pt x="256" y="111"/>
                  </a:lnTo>
                  <a:lnTo>
                    <a:pt x="226" y="71"/>
                  </a:lnTo>
                  <a:lnTo>
                    <a:pt x="193" y="36"/>
                  </a:lnTo>
                  <a:lnTo>
                    <a:pt x="137" y="32"/>
                  </a:lnTo>
                  <a:lnTo>
                    <a:pt x="79" y="14"/>
                  </a:lnTo>
                  <a:lnTo>
                    <a:pt x="71" y="0"/>
                  </a:lnTo>
                  <a:lnTo>
                    <a:pt x="55" y="16"/>
                  </a:lnTo>
                  <a:lnTo>
                    <a:pt x="47" y="40"/>
                  </a:lnTo>
                  <a:lnTo>
                    <a:pt x="43" y="75"/>
                  </a:lnTo>
                  <a:lnTo>
                    <a:pt x="43" y="75"/>
                  </a:lnTo>
                  <a:lnTo>
                    <a:pt x="41" y="103"/>
                  </a:lnTo>
                  <a:lnTo>
                    <a:pt x="41" y="103"/>
                  </a:lnTo>
                  <a:lnTo>
                    <a:pt x="29" y="129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4" y="191"/>
                  </a:lnTo>
                  <a:lnTo>
                    <a:pt x="4" y="191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79" name="Freeform 101">
              <a:extLst>
                <a:ext uri="{FF2B5EF4-FFF2-40B4-BE49-F238E27FC236}">
                  <a16:creationId xmlns:a16="http://schemas.microsoft.com/office/drawing/2014/main" id="{1A92A1C5-FDCF-5563-750F-0EE35011D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2938" y="11504613"/>
              <a:ext cx="741362" cy="1381125"/>
            </a:xfrm>
            <a:custGeom>
              <a:avLst/>
              <a:gdLst>
                <a:gd name="T0" fmla="*/ 437 w 467"/>
                <a:gd name="T1" fmla="*/ 458 h 870"/>
                <a:gd name="T2" fmla="*/ 443 w 467"/>
                <a:gd name="T3" fmla="*/ 420 h 870"/>
                <a:gd name="T4" fmla="*/ 433 w 467"/>
                <a:gd name="T5" fmla="*/ 392 h 870"/>
                <a:gd name="T6" fmla="*/ 439 w 467"/>
                <a:gd name="T7" fmla="*/ 368 h 870"/>
                <a:gd name="T8" fmla="*/ 411 w 467"/>
                <a:gd name="T9" fmla="*/ 334 h 870"/>
                <a:gd name="T10" fmla="*/ 390 w 467"/>
                <a:gd name="T11" fmla="*/ 310 h 870"/>
                <a:gd name="T12" fmla="*/ 372 w 467"/>
                <a:gd name="T13" fmla="*/ 296 h 870"/>
                <a:gd name="T14" fmla="*/ 390 w 467"/>
                <a:gd name="T15" fmla="*/ 255 h 870"/>
                <a:gd name="T16" fmla="*/ 386 w 467"/>
                <a:gd name="T17" fmla="*/ 225 h 870"/>
                <a:gd name="T18" fmla="*/ 386 w 467"/>
                <a:gd name="T19" fmla="*/ 205 h 870"/>
                <a:gd name="T20" fmla="*/ 405 w 467"/>
                <a:gd name="T21" fmla="*/ 193 h 870"/>
                <a:gd name="T22" fmla="*/ 404 w 467"/>
                <a:gd name="T23" fmla="*/ 151 h 870"/>
                <a:gd name="T24" fmla="*/ 405 w 467"/>
                <a:gd name="T25" fmla="*/ 101 h 870"/>
                <a:gd name="T26" fmla="*/ 409 w 467"/>
                <a:gd name="T27" fmla="*/ 71 h 870"/>
                <a:gd name="T28" fmla="*/ 404 w 467"/>
                <a:gd name="T29" fmla="*/ 27 h 870"/>
                <a:gd name="T30" fmla="*/ 394 w 467"/>
                <a:gd name="T31" fmla="*/ 0 h 870"/>
                <a:gd name="T32" fmla="*/ 364 w 467"/>
                <a:gd name="T33" fmla="*/ 10 h 870"/>
                <a:gd name="T34" fmla="*/ 344 w 467"/>
                <a:gd name="T35" fmla="*/ 25 h 870"/>
                <a:gd name="T36" fmla="*/ 318 w 467"/>
                <a:gd name="T37" fmla="*/ 47 h 870"/>
                <a:gd name="T38" fmla="*/ 304 w 467"/>
                <a:gd name="T39" fmla="*/ 81 h 870"/>
                <a:gd name="T40" fmla="*/ 312 w 467"/>
                <a:gd name="T41" fmla="*/ 89 h 870"/>
                <a:gd name="T42" fmla="*/ 314 w 467"/>
                <a:gd name="T43" fmla="*/ 111 h 870"/>
                <a:gd name="T44" fmla="*/ 294 w 467"/>
                <a:gd name="T45" fmla="*/ 111 h 870"/>
                <a:gd name="T46" fmla="*/ 254 w 467"/>
                <a:gd name="T47" fmla="*/ 99 h 870"/>
                <a:gd name="T48" fmla="*/ 209 w 467"/>
                <a:gd name="T49" fmla="*/ 103 h 870"/>
                <a:gd name="T50" fmla="*/ 167 w 467"/>
                <a:gd name="T51" fmla="*/ 101 h 870"/>
                <a:gd name="T52" fmla="*/ 131 w 467"/>
                <a:gd name="T53" fmla="*/ 105 h 870"/>
                <a:gd name="T54" fmla="*/ 107 w 467"/>
                <a:gd name="T55" fmla="*/ 115 h 870"/>
                <a:gd name="T56" fmla="*/ 81 w 467"/>
                <a:gd name="T57" fmla="*/ 131 h 870"/>
                <a:gd name="T58" fmla="*/ 55 w 467"/>
                <a:gd name="T59" fmla="*/ 137 h 870"/>
                <a:gd name="T60" fmla="*/ 2 w 467"/>
                <a:gd name="T61" fmla="*/ 127 h 870"/>
                <a:gd name="T62" fmla="*/ 0 w 467"/>
                <a:gd name="T63" fmla="*/ 133 h 870"/>
                <a:gd name="T64" fmla="*/ 10 w 467"/>
                <a:gd name="T65" fmla="*/ 151 h 870"/>
                <a:gd name="T66" fmla="*/ 33 w 467"/>
                <a:gd name="T67" fmla="*/ 193 h 870"/>
                <a:gd name="T68" fmla="*/ 33 w 467"/>
                <a:gd name="T69" fmla="*/ 213 h 870"/>
                <a:gd name="T70" fmla="*/ 35 w 467"/>
                <a:gd name="T71" fmla="*/ 241 h 870"/>
                <a:gd name="T72" fmla="*/ 53 w 467"/>
                <a:gd name="T73" fmla="*/ 263 h 870"/>
                <a:gd name="T74" fmla="*/ 61 w 467"/>
                <a:gd name="T75" fmla="*/ 294 h 870"/>
                <a:gd name="T76" fmla="*/ 65 w 467"/>
                <a:gd name="T77" fmla="*/ 310 h 870"/>
                <a:gd name="T78" fmla="*/ 41 w 467"/>
                <a:gd name="T79" fmla="*/ 344 h 870"/>
                <a:gd name="T80" fmla="*/ 49 w 467"/>
                <a:gd name="T81" fmla="*/ 376 h 870"/>
                <a:gd name="T82" fmla="*/ 45 w 467"/>
                <a:gd name="T83" fmla="*/ 410 h 870"/>
                <a:gd name="T84" fmla="*/ 81 w 467"/>
                <a:gd name="T85" fmla="*/ 438 h 870"/>
                <a:gd name="T86" fmla="*/ 135 w 467"/>
                <a:gd name="T87" fmla="*/ 472 h 870"/>
                <a:gd name="T88" fmla="*/ 133 w 467"/>
                <a:gd name="T89" fmla="*/ 508 h 870"/>
                <a:gd name="T90" fmla="*/ 125 w 467"/>
                <a:gd name="T91" fmla="*/ 549 h 870"/>
                <a:gd name="T92" fmla="*/ 145 w 467"/>
                <a:gd name="T93" fmla="*/ 621 h 870"/>
                <a:gd name="T94" fmla="*/ 145 w 467"/>
                <a:gd name="T95" fmla="*/ 653 h 870"/>
                <a:gd name="T96" fmla="*/ 105 w 467"/>
                <a:gd name="T97" fmla="*/ 729 h 870"/>
                <a:gd name="T98" fmla="*/ 121 w 467"/>
                <a:gd name="T99" fmla="*/ 805 h 870"/>
                <a:gd name="T100" fmla="*/ 187 w 467"/>
                <a:gd name="T101" fmla="*/ 870 h 870"/>
                <a:gd name="T102" fmla="*/ 224 w 467"/>
                <a:gd name="T103" fmla="*/ 814 h 870"/>
                <a:gd name="T104" fmla="*/ 252 w 467"/>
                <a:gd name="T105" fmla="*/ 749 h 870"/>
                <a:gd name="T106" fmla="*/ 328 w 467"/>
                <a:gd name="T107" fmla="*/ 643 h 870"/>
                <a:gd name="T108" fmla="*/ 404 w 467"/>
                <a:gd name="T109" fmla="*/ 569 h 870"/>
                <a:gd name="T110" fmla="*/ 467 w 467"/>
                <a:gd name="T111" fmla="*/ 553 h 870"/>
                <a:gd name="T112" fmla="*/ 459 w 467"/>
                <a:gd name="T113" fmla="*/ 522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67" h="870">
                  <a:moveTo>
                    <a:pt x="459" y="522"/>
                  </a:moveTo>
                  <a:lnTo>
                    <a:pt x="459" y="472"/>
                  </a:lnTo>
                  <a:lnTo>
                    <a:pt x="461" y="472"/>
                  </a:lnTo>
                  <a:lnTo>
                    <a:pt x="437" y="458"/>
                  </a:lnTo>
                  <a:lnTo>
                    <a:pt x="435" y="452"/>
                  </a:lnTo>
                  <a:lnTo>
                    <a:pt x="437" y="440"/>
                  </a:lnTo>
                  <a:lnTo>
                    <a:pt x="441" y="428"/>
                  </a:lnTo>
                  <a:lnTo>
                    <a:pt x="443" y="420"/>
                  </a:lnTo>
                  <a:lnTo>
                    <a:pt x="439" y="402"/>
                  </a:lnTo>
                  <a:lnTo>
                    <a:pt x="439" y="402"/>
                  </a:lnTo>
                  <a:lnTo>
                    <a:pt x="433" y="392"/>
                  </a:lnTo>
                  <a:lnTo>
                    <a:pt x="433" y="392"/>
                  </a:lnTo>
                  <a:lnTo>
                    <a:pt x="433" y="384"/>
                  </a:lnTo>
                  <a:lnTo>
                    <a:pt x="433" y="384"/>
                  </a:lnTo>
                  <a:lnTo>
                    <a:pt x="435" y="376"/>
                  </a:lnTo>
                  <a:lnTo>
                    <a:pt x="439" y="368"/>
                  </a:lnTo>
                  <a:lnTo>
                    <a:pt x="435" y="354"/>
                  </a:lnTo>
                  <a:lnTo>
                    <a:pt x="423" y="344"/>
                  </a:lnTo>
                  <a:lnTo>
                    <a:pt x="423" y="344"/>
                  </a:lnTo>
                  <a:lnTo>
                    <a:pt x="411" y="334"/>
                  </a:lnTo>
                  <a:lnTo>
                    <a:pt x="411" y="334"/>
                  </a:lnTo>
                  <a:lnTo>
                    <a:pt x="402" y="330"/>
                  </a:lnTo>
                  <a:lnTo>
                    <a:pt x="394" y="324"/>
                  </a:lnTo>
                  <a:lnTo>
                    <a:pt x="390" y="310"/>
                  </a:lnTo>
                  <a:lnTo>
                    <a:pt x="378" y="310"/>
                  </a:lnTo>
                  <a:lnTo>
                    <a:pt x="368" y="308"/>
                  </a:lnTo>
                  <a:lnTo>
                    <a:pt x="372" y="296"/>
                  </a:lnTo>
                  <a:lnTo>
                    <a:pt x="372" y="296"/>
                  </a:lnTo>
                  <a:lnTo>
                    <a:pt x="378" y="284"/>
                  </a:lnTo>
                  <a:lnTo>
                    <a:pt x="378" y="284"/>
                  </a:lnTo>
                  <a:lnTo>
                    <a:pt x="382" y="273"/>
                  </a:lnTo>
                  <a:lnTo>
                    <a:pt x="390" y="255"/>
                  </a:lnTo>
                  <a:lnTo>
                    <a:pt x="390" y="255"/>
                  </a:lnTo>
                  <a:lnTo>
                    <a:pt x="386" y="241"/>
                  </a:lnTo>
                  <a:lnTo>
                    <a:pt x="386" y="241"/>
                  </a:lnTo>
                  <a:lnTo>
                    <a:pt x="386" y="225"/>
                  </a:lnTo>
                  <a:lnTo>
                    <a:pt x="386" y="225"/>
                  </a:lnTo>
                  <a:lnTo>
                    <a:pt x="382" y="207"/>
                  </a:lnTo>
                  <a:lnTo>
                    <a:pt x="382" y="207"/>
                  </a:lnTo>
                  <a:lnTo>
                    <a:pt x="386" y="205"/>
                  </a:lnTo>
                  <a:lnTo>
                    <a:pt x="386" y="205"/>
                  </a:lnTo>
                  <a:lnTo>
                    <a:pt x="400" y="209"/>
                  </a:lnTo>
                  <a:lnTo>
                    <a:pt x="407" y="201"/>
                  </a:lnTo>
                  <a:lnTo>
                    <a:pt x="405" y="193"/>
                  </a:lnTo>
                  <a:lnTo>
                    <a:pt x="392" y="181"/>
                  </a:lnTo>
                  <a:lnTo>
                    <a:pt x="392" y="169"/>
                  </a:lnTo>
                  <a:lnTo>
                    <a:pt x="398" y="159"/>
                  </a:lnTo>
                  <a:lnTo>
                    <a:pt x="404" y="151"/>
                  </a:lnTo>
                  <a:lnTo>
                    <a:pt x="405" y="133"/>
                  </a:lnTo>
                  <a:lnTo>
                    <a:pt x="404" y="119"/>
                  </a:lnTo>
                  <a:lnTo>
                    <a:pt x="402" y="109"/>
                  </a:lnTo>
                  <a:lnTo>
                    <a:pt x="405" y="101"/>
                  </a:lnTo>
                  <a:lnTo>
                    <a:pt x="413" y="97"/>
                  </a:lnTo>
                  <a:lnTo>
                    <a:pt x="415" y="93"/>
                  </a:lnTo>
                  <a:lnTo>
                    <a:pt x="415" y="83"/>
                  </a:lnTo>
                  <a:lnTo>
                    <a:pt x="409" y="71"/>
                  </a:lnTo>
                  <a:lnTo>
                    <a:pt x="400" y="67"/>
                  </a:lnTo>
                  <a:lnTo>
                    <a:pt x="396" y="55"/>
                  </a:lnTo>
                  <a:lnTo>
                    <a:pt x="394" y="45"/>
                  </a:lnTo>
                  <a:lnTo>
                    <a:pt x="404" y="27"/>
                  </a:lnTo>
                  <a:lnTo>
                    <a:pt x="404" y="27"/>
                  </a:lnTo>
                  <a:lnTo>
                    <a:pt x="404" y="12"/>
                  </a:lnTo>
                  <a:lnTo>
                    <a:pt x="404" y="12"/>
                  </a:lnTo>
                  <a:lnTo>
                    <a:pt x="394" y="0"/>
                  </a:lnTo>
                  <a:lnTo>
                    <a:pt x="388" y="2"/>
                  </a:lnTo>
                  <a:lnTo>
                    <a:pt x="380" y="10"/>
                  </a:lnTo>
                  <a:lnTo>
                    <a:pt x="380" y="10"/>
                  </a:lnTo>
                  <a:lnTo>
                    <a:pt x="364" y="10"/>
                  </a:lnTo>
                  <a:lnTo>
                    <a:pt x="364" y="10"/>
                  </a:lnTo>
                  <a:lnTo>
                    <a:pt x="348" y="14"/>
                  </a:lnTo>
                  <a:lnTo>
                    <a:pt x="348" y="14"/>
                  </a:lnTo>
                  <a:lnTo>
                    <a:pt x="344" y="25"/>
                  </a:lnTo>
                  <a:lnTo>
                    <a:pt x="344" y="25"/>
                  </a:lnTo>
                  <a:lnTo>
                    <a:pt x="336" y="31"/>
                  </a:lnTo>
                  <a:lnTo>
                    <a:pt x="332" y="35"/>
                  </a:lnTo>
                  <a:lnTo>
                    <a:pt x="318" y="47"/>
                  </a:lnTo>
                  <a:lnTo>
                    <a:pt x="300" y="59"/>
                  </a:lnTo>
                  <a:lnTo>
                    <a:pt x="302" y="77"/>
                  </a:lnTo>
                  <a:lnTo>
                    <a:pt x="302" y="77"/>
                  </a:lnTo>
                  <a:lnTo>
                    <a:pt x="304" y="81"/>
                  </a:lnTo>
                  <a:lnTo>
                    <a:pt x="310" y="85"/>
                  </a:lnTo>
                  <a:lnTo>
                    <a:pt x="310" y="85"/>
                  </a:lnTo>
                  <a:lnTo>
                    <a:pt x="312" y="87"/>
                  </a:lnTo>
                  <a:lnTo>
                    <a:pt x="312" y="89"/>
                  </a:lnTo>
                  <a:lnTo>
                    <a:pt x="314" y="95"/>
                  </a:lnTo>
                  <a:lnTo>
                    <a:pt x="314" y="95"/>
                  </a:lnTo>
                  <a:lnTo>
                    <a:pt x="314" y="111"/>
                  </a:lnTo>
                  <a:lnTo>
                    <a:pt x="314" y="111"/>
                  </a:lnTo>
                  <a:lnTo>
                    <a:pt x="306" y="113"/>
                  </a:lnTo>
                  <a:lnTo>
                    <a:pt x="306" y="113"/>
                  </a:lnTo>
                  <a:lnTo>
                    <a:pt x="294" y="111"/>
                  </a:lnTo>
                  <a:lnTo>
                    <a:pt x="294" y="111"/>
                  </a:lnTo>
                  <a:lnTo>
                    <a:pt x="272" y="103"/>
                  </a:lnTo>
                  <a:lnTo>
                    <a:pt x="272" y="103"/>
                  </a:lnTo>
                  <a:lnTo>
                    <a:pt x="254" y="99"/>
                  </a:lnTo>
                  <a:lnTo>
                    <a:pt x="254" y="99"/>
                  </a:lnTo>
                  <a:lnTo>
                    <a:pt x="240" y="97"/>
                  </a:lnTo>
                  <a:lnTo>
                    <a:pt x="224" y="99"/>
                  </a:lnTo>
                  <a:lnTo>
                    <a:pt x="224" y="99"/>
                  </a:lnTo>
                  <a:lnTo>
                    <a:pt x="209" y="103"/>
                  </a:lnTo>
                  <a:lnTo>
                    <a:pt x="209" y="103"/>
                  </a:lnTo>
                  <a:lnTo>
                    <a:pt x="181" y="107"/>
                  </a:lnTo>
                  <a:lnTo>
                    <a:pt x="181" y="107"/>
                  </a:lnTo>
                  <a:lnTo>
                    <a:pt x="167" y="101"/>
                  </a:lnTo>
                  <a:lnTo>
                    <a:pt x="167" y="101"/>
                  </a:lnTo>
                  <a:lnTo>
                    <a:pt x="139" y="101"/>
                  </a:lnTo>
                  <a:lnTo>
                    <a:pt x="139" y="101"/>
                  </a:lnTo>
                  <a:lnTo>
                    <a:pt x="131" y="105"/>
                  </a:lnTo>
                  <a:lnTo>
                    <a:pt x="131" y="105"/>
                  </a:lnTo>
                  <a:lnTo>
                    <a:pt x="117" y="111"/>
                  </a:lnTo>
                  <a:lnTo>
                    <a:pt x="117" y="111"/>
                  </a:lnTo>
                  <a:lnTo>
                    <a:pt x="107" y="115"/>
                  </a:lnTo>
                  <a:lnTo>
                    <a:pt x="107" y="115"/>
                  </a:lnTo>
                  <a:lnTo>
                    <a:pt x="91" y="125"/>
                  </a:lnTo>
                  <a:lnTo>
                    <a:pt x="91" y="125"/>
                  </a:lnTo>
                  <a:lnTo>
                    <a:pt x="81" y="131"/>
                  </a:lnTo>
                  <a:lnTo>
                    <a:pt x="69" y="135"/>
                  </a:lnTo>
                  <a:lnTo>
                    <a:pt x="69" y="135"/>
                  </a:lnTo>
                  <a:lnTo>
                    <a:pt x="55" y="137"/>
                  </a:lnTo>
                  <a:lnTo>
                    <a:pt x="55" y="137"/>
                  </a:lnTo>
                  <a:lnTo>
                    <a:pt x="35" y="131"/>
                  </a:lnTo>
                  <a:lnTo>
                    <a:pt x="35" y="131"/>
                  </a:lnTo>
                  <a:lnTo>
                    <a:pt x="20" y="129"/>
                  </a:lnTo>
                  <a:lnTo>
                    <a:pt x="2" y="127"/>
                  </a:lnTo>
                  <a:lnTo>
                    <a:pt x="2" y="127"/>
                  </a:lnTo>
                  <a:lnTo>
                    <a:pt x="2" y="127"/>
                  </a:lnTo>
                  <a:lnTo>
                    <a:pt x="0" y="133"/>
                  </a:lnTo>
                  <a:lnTo>
                    <a:pt x="0" y="133"/>
                  </a:lnTo>
                  <a:lnTo>
                    <a:pt x="4" y="141"/>
                  </a:lnTo>
                  <a:lnTo>
                    <a:pt x="4" y="141"/>
                  </a:lnTo>
                  <a:lnTo>
                    <a:pt x="10" y="151"/>
                  </a:lnTo>
                  <a:lnTo>
                    <a:pt x="10" y="151"/>
                  </a:lnTo>
                  <a:lnTo>
                    <a:pt x="12" y="163"/>
                  </a:lnTo>
                  <a:lnTo>
                    <a:pt x="27" y="187"/>
                  </a:lnTo>
                  <a:lnTo>
                    <a:pt x="33" y="193"/>
                  </a:lnTo>
                  <a:lnTo>
                    <a:pt x="33" y="193"/>
                  </a:lnTo>
                  <a:lnTo>
                    <a:pt x="33" y="207"/>
                  </a:lnTo>
                  <a:lnTo>
                    <a:pt x="33" y="207"/>
                  </a:lnTo>
                  <a:lnTo>
                    <a:pt x="33" y="213"/>
                  </a:lnTo>
                  <a:lnTo>
                    <a:pt x="33" y="213"/>
                  </a:lnTo>
                  <a:lnTo>
                    <a:pt x="39" y="227"/>
                  </a:lnTo>
                  <a:lnTo>
                    <a:pt x="39" y="227"/>
                  </a:lnTo>
                  <a:lnTo>
                    <a:pt x="35" y="241"/>
                  </a:lnTo>
                  <a:lnTo>
                    <a:pt x="35" y="241"/>
                  </a:lnTo>
                  <a:lnTo>
                    <a:pt x="35" y="249"/>
                  </a:lnTo>
                  <a:lnTo>
                    <a:pt x="35" y="249"/>
                  </a:lnTo>
                  <a:lnTo>
                    <a:pt x="53" y="263"/>
                  </a:lnTo>
                  <a:lnTo>
                    <a:pt x="53" y="263"/>
                  </a:lnTo>
                  <a:lnTo>
                    <a:pt x="59" y="273"/>
                  </a:lnTo>
                  <a:lnTo>
                    <a:pt x="59" y="273"/>
                  </a:lnTo>
                  <a:lnTo>
                    <a:pt x="61" y="294"/>
                  </a:lnTo>
                  <a:lnTo>
                    <a:pt x="61" y="294"/>
                  </a:lnTo>
                  <a:lnTo>
                    <a:pt x="63" y="302"/>
                  </a:lnTo>
                  <a:lnTo>
                    <a:pt x="63" y="302"/>
                  </a:lnTo>
                  <a:lnTo>
                    <a:pt x="65" y="310"/>
                  </a:lnTo>
                  <a:lnTo>
                    <a:pt x="65" y="310"/>
                  </a:lnTo>
                  <a:lnTo>
                    <a:pt x="59" y="318"/>
                  </a:lnTo>
                  <a:lnTo>
                    <a:pt x="59" y="318"/>
                  </a:lnTo>
                  <a:lnTo>
                    <a:pt x="47" y="322"/>
                  </a:lnTo>
                  <a:lnTo>
                    <a:pt x="41" y="344"/>
                  </a:lnTo>
                  <a:lnTo>
                    <a:pt x="41" y="344"/>
                  </a:lnTo>
                  <a:lnTo>
                    <a:pt x="45" y="362"/>
                  </a:lnTo>
                  <a:lnTo>
                    <a:pt x="45" y="362"/>
                  </a:lnTo>
                  <a:lnTo>
                    <a:pt x="49" y="376"/>
                  </a:lnTo>
                  <a:lnTo>
                    <a:pt x="45" y="398"/>
                  </a:lnTo>
                  <a:lnTo>
                    <a:pt x="45" y="398"/>
                  </a:lnTo>
                  <a:lnTo>
                    <a:pt x="45" y="410"/>
                  </a:lnTo>
                  <a:lnTo>
                    <a:pt x="45" y="410"/>
                  </a:lnTo>
                  <a:lnTo>
                    <a:pt x="51" y="418"/>
                  </a:lnTo>
                  <a:lnTo>
                    <a:pt x="51" y="418"/>
                  </a:lnTo>
                  <a:lnTo>
                    <a:pt x="61" y="430"/>
                  </a:lnTo>
                  <a:lnTo>
                    <a:pt x="81" y="438"/>
                  </a:lnTo>
                  <a:lnTo>
                    <a:pt x="93" y="454"/>
                  </a:lnTo>
                  <a:lnTo>
                    <a:pt x="99" y="460"/>
                  </a:lnTo>
                  <a:lnTo>
                    <a:pt x="113" y="464"/>
                  </a:lnTo>
                  <a:lnTo>
                    <a:pt x="135" y="472"/>
                  </a:lnTo>
                  <a:lnTo>
                    <a:pt x="141" y="484"/>
                  </a:lnTo>
                  <a:lnTo>
                    <a:pt x="141" y="498"/>
                  </a:lnTo>
                  <a:lnTo>
                    <a:pt x="133" y="508"/>
                  </a:lnTo>
                  <a:lnTo>
                    <a:pt x="133" y="508"/>
                  </a:lnTo>
                  <a:lnTo>
                    <a:pt x="125" y="534"/>
                  </a:lnTo>
                  <a:lnTo>
                    <a:pt x="125" y="534"/>
                  </a:lnTo>
                  <a:lnTo>
                    <a:pt x="127" y="544"/>
                  </a:lnTo>
                  <a:lnTo>
                    <a:pt x="125" y="549"/>
                  </a:lnTo>
                  <a:lnTo>
                    <a:pt x="129" y="563"/>
                  </a:lnTo>
                  <a:lnTo>
                    <a:pt x="133" y="591"/>
                  </a:lnTo>
                  <a:lnTo>
                    <a:pt x="141" y="605"/>
                  </a:lnTo>
                  <a:lnTo>
                    <a:pt x="145" y="621"/>
                  </a:lnTo>
                  <a:lnTo>
                    <a:pt x="145" y="621"/>
                  </a:lnTo>
                  <a:lnTo>
                    <a:pt x="147" y="645"/>
                  </a:lnTo>
                  <a:lnTo>
                    <a:pt x="147" y="645"/>
                  </a:lnTo>
                  <a:lnTo>
                    <a:pt x="145" y="653"/>
                  </a:lnTo>
                  <a:lnTo>
                    <a:pt x="139" y="681"/>
                  </a:lnTo>
                  <a:lnTo>
                    <a:pt x="133" y="693"/>
                  </a:lnTo>
                  <a:lnTo>
                    <a:pt x="119" y="711"/>
                  </a:lnTo>
                  <a:lnTo>
                    <a:pt x="105" y="729"/>
                  </a:lnTo>
                  <a:lnTo>
                    <a:pt x="95" y="743"/>
                  </a:lnTo>
                  <a:lnTo>
                    <a:pt x="87" y="771"/>
                  </a:lnTo>
                  <a:lnTo>
                    <a:pt x="103" y="781"/>
                  </a:lnTo>
                  <a:lnTo>
                    <a:pt x="121" y="805"/>
                  </a:lnTo>
                  <a:lnTo>
                    <a:pt x="125" y="830"/>
                  </a:lnTo>
                  <a:lnTo>
                    <a:pt x="147" y="844"/>
                  </a:lnTo>
                  <a:lnTo>
                    <a:pt x="179" y="858"/>
                  </a:lnTo>
                  <a:lnTo>
                    <a:pt x="187" y="870"/>
                  </a:lnTo>
                  <a:lnTo>
                    <a:pt x="187" y="870"/>
                  </a:lnTo>
                  <a:lnTo>
                    <a:pt x="203" y="862"/>
                  </a:lnTo>
                  <a:lnTo>
                    <a:pt x="216" y="854"/>
                  </a:lnTo>
                  <a:lnTo>
                    <a:pt x="224" y="814"/>
                  </a:lnTo>
                  <a:lnTo>
                    <a:pt x="224" y="814"/>
                  </a:lnTo>
                  <a:lnTo>
                    <a:pt x="238" y="765"/>
                  </a:lnTo>
                  <a:lnTo>
                    <a:pt x="238" y="765"/>
                  </a:lnTo>
                  <a:lnTo>
                    <a:pt x="252" y="749"/>
                  </a:lnTo>
                  <a:lnTo>
                    <a:pt x="266" y="737"/>
                  </a:lnTo>
                  <a:lnTo>
                    <a:pt x="308" y="717"/>
                  </a:lnTo>
                  <a:lnTo>
                    <a:pt x="322" y="685"/>
                  </a:lnTo>
                  <a:lnTo>
                    <a:pt x="328" y="643"/>
                  </a:lnTo>
                  <a:lnTo>
                    <a:pt x="336" y="589"/>
                  </a:lnTo>
                  <a:lnTo>
                    <a:pt x="360" y="567"/>
                  </a:lnTo>
                  <a:lnTo>
                    <a:pt x="390" y="559"/>
                  </a:lnTo>
                  <a:lnTo>
                    <a:pt x="404" y="569"/>
                  </a:lnTo>
                  <a:lnTo>
                    <a:pt x="435" y="573"/>
                  </a:lnTo>
                  <a:lnTo>
                    <a:pt x="435" y="573"/>
                  </a:lnTo>
                  <a:lnTo>
                    <a:pt x="451" y="563"/>
                  </a:lnTo>
                  <a:lnTo>
                    <a:pt x="467" y="553"/>
                  </a:lnTo>
                  <a:lnTo>
                    <a:pt x="467" y="553"/>
                  </a:lnTo>
                  <a:lnTo>
                    <a:pt x="463" y="536"/>
                  </a:lnTo>
                  <a:lnTo>
                    <a:pt x="459" y="522"/>
                  </a:lnTo>
                  <a:lnTo>
                    <a:pt x="459" y="522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80" name="Freeform 102">
              <a:extLst>
                <a:ext uri="{FF2B5EF4-FFF2-40B4-BE49-F238E27FC236}">
                  <a16:creationId xmlns:a16="http://schemas.microsoft.com/office/drawing/2014/main" id="{C63018C2-5D4C-19F2-571B-CB7C3B956A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9450" y="11547475"/>
              <a:ext cx="1228725" cy="1908175"/>
            </a:xfrm>
            <a:custGeom>
              <a:avLst/>
              <a:gdLst>
                <a:gd name="T0" fmla="*/ 711 w 774"/>
                <a:gd name="T1" fmla="*/ 355 h 1202"/>
                <a:gd name="T2" fmla="*/ 705 w 774"/>
                <a:gd name="T3" fmla="*/ 341 h 1202"/>
                <a:gd name="T4" fmla="*/ 629 w 774"/>
                <a:gd name="T5" fmla="*/ 325 h 1202"/>
                <a:gd name="T6" fmla="*/ 615 w 774"/>
                <a:gd name="T7" fmla="*/ 335 h 1202"/>
                <a:gd name="T8" fmla="*/ 599 w 774"/>
                <a:gd name="T9" fmla="*/ 325 h 1202"/>
                <a:gd name="T10" fmla="*/ 581 w 774"/>
                <a:gd name="T11" fmla="*/ 299 h 1202"/>
                <a:gd name="T12" fmla="*/ 571 w 774"/>
                <a:gd name="T13" fmla="*/ 295 h 1202"/>
                <a:gd name="T14" fmla="*/ 561 w 774"/>
                <a:gd name="T15" fmla="*/ 289 h 1202"/>
                <a:gd name="T16" fmla="*/ 547 w 774"/>
                <a:gd name="T17" fmla="*/ 271 h 1202"/>
                <a:gd name="T18" fmla="*/ 532 w 774"/>
                <a:gd name="T19" fmla="*/ 255 h 1202"/>
                <a:gd name="T20" fmla="*/ 518 w 774"/>
                <a:gd name="T21" fmla="*/ 259 h 1202"/>
                <a:gd name="T22" fmla="*/ 498 w 774"/>
                <a:gd name="T23" fmla="*/ 265 h 1202"/>
                <a:gd name="T24" fmla="*/ 446 w 774"/>
                <a:gd name="T25" fmla="*/ 271 h 1202"/>
                <a:gd name="T26" fmla="*/ 434 w 774"/>
                <a:gd name="T27" fmla="*/ 263 h 1202"/>
                <a:gd name="T28" fmla="*/ 418 w 774"/>
                <a:gd name="T29" fmla="*/ 255 h 1202"/>
                <a:gd name="T30" fmla="*/ 408 w 774"/>
                <a:gd name="T31" fmla="*/ 238 h 1202"/>
                <a:gd name="T32" fmla="*/ 396 w 774"/>
                <a:gd name="T33" fmla="*/ 200 h 1202"/>
                <a:gd name="T34" fmla="*/ 396 w 774"/>
                <a:gd name="T35" fmla="*/ 194 h 1202"/>
                <a:gd name="T36" fmla="*/ 396 w 774"/>
                <a:gd name="T37" fmla="*/ 186 h 1202"/>
                <a:gd name="T38" fmla="*/ 392 w 774"/>
                <a:gd name="T39" fmla="*/ 178 h 1202"/>
                <a:gd name="T40" fmla="*/ 380 w 774"/>
                <a:gd name="T41" fmla="*/ 150 h 1202"/>
                <a:gd name="T42" fmla="*/ 380 w 774"/>
                <a:gd name="T43" fmla="*/ 146 h 1202"/>
                <a:gd name="T44" fmla="*/ 376 w 774"/>
                <a:gd name="T45" fmla="*/ 140 h 1202"/>
                <a:gd name="T46" fmla="*/ 350 w 774"/>
                <a:gd name="T47" fmla="*/ 112 h 1202"/>
                <a:gd name="T48" fmla="*/ 333 w 774"/>
                <a:gd name="T49" fmla="*/ 58 h 1202"/>
                <a:gd name="T50" fmla="*/ 333 w 774"/>
                <a:gd name="T51" fmla="*/ 24 h 1202"/>
                <a:gd name="T52" fmla="*/ 315 w 774"/>
                <a:gd name="T53" fmla="*/ 0 h 1202"/>
                <a:gd name="T54" fmla="*/ 249 w 774"/>
                <a:gd name="T55" fmla="*/ 42 h 1202"/>
                <a:gd name="T56" fmla="*/ 237 w 774"/>
                <a:gd name="T57" fmla="*/ 112 h 1202"/>
                <a:gd name="T58" fmla="*/ 203 w 774"/>
                <a:gd name="T59" fmla="*/ 178 h 1202"/>
                <a:gd name="T60" fmla="*/ 215 w 774"/>
                <a:gd name="T61" fmla="*/ 240 h 1202"/>
                <a:gd name="T62" fmla="*/ 199 w 774"/>
                <a:gd name="T63" fmla="*/ 309 h 1202"/>
                <a:gd name="T64" fmla="*/ 203 w 774"/>
                <a:gd name="T65" fmla="*/ 401 h 1202"/>
                <a:gd name="T66" fmla="*/ 181 w 774"/>
                <a:gd name="T67" fmla="*/ 471 h 1202"/>
                <a:gd name="T68" fmla="*/ 80 w 774"/>
                <a:gd name="T69" fmla="*/ 560 h 1202"/>
                <a:gd name="T70" fmla="*/ 22 w 774"/>
                <a:gd name="T71" fmla="*/ 622 h 1202"/>
                <a:gd name="T72" fmla="*/ 18 w 774"/>
                <a:gd name="T73" fmla="*/ 656 h 1202"/>
                <a:gd name="T74" fmla="*/ 34 w 774"/>
                <a:gd name="T75" fmla="*/ 684 h 1202"/>
                <a:gd name="T76" fmla="*/ 48 w 774"/>
                <a:gd name="T77" fmla="*/ 710 h 1202"/>
                <a:gd name="T78" fmla="*/ 58 w 774"/>
                <a:gd name="T79" fmla="*/ 740 h 1202"/>
                <a:gd name="T80" fmla="*/ 58 w 774"/>
                <a:gd name="T81" fmla="*/ 774 h 1202"/>
                <a:gd name="T82" fmla="*/ 90 w 774"/>
                <a:gd name="T83" fmla="*/ 780 h 1202"/>
                <a:gd name="T84" fmla="*/ 144 w 774"/>
                <a:gd name="T85" fmla="*/ 843 h 1202"/>
                <a:gd name="T86" fmla="*/ 165 w 774"/>
                <a:gd name="T87" fmla="*/ 873 h 1202"/>
                <a:gd name="T88" fmla="*/ 165 w 774"/>
                <a:gd name="T89" fmla="*/ 911 h 1202"/>
                <a:gd name="T90" fmla="*/ 197 w 774"/>
                <a:gd name="T91" fmla="*/ 947 h 1202"/>
                <a:gd name="T92" fmla="*/ 181 w 774"/>
                <a:gd name="T93" fmla="*/ 975 h 1202"/>
                <a:gd name="T94" fmla="*/ 191 w 774"/>
                <a:gd name="T95" fmla="*/ 999 h 1202"/>
                <a:gd name="T96" fmla="*/ 225 w 774"/>
                <a:gd name="T97" fmla="*/ 1021 h 1202"/>
                <a:gd name="T98" fmla="*/ 335 w 774"/>
                <a:gd name="T99" fmla="*/ 1045 h 1202"/>
                <a:gd name="T100" fmla="*/ 368 w 774"/>
                <a:gd name="T101" fmla="*/ 1082 h 1202"/>
                <a:gd name="T102" fmla="*/ 444 w 774"/>
                <a:gd name="T103" fmla="*/ 1120 h 1202"/>
                <a:gd name="T104" fmla="*/ 496 w 774"/>
                <a:gd name="T105" fmla="*/ 1146 h 1202"/>
                <a:gd name="T106" fmla="*/ 575 w 774"/>
                <a:gd name="T107" fmla="*/ 1202 h 1202"/>
                <a:gd name="T108" fmla="*/ 595 w 774"/>
                <a:gd name="T109" fmla="*/ 1138 h 1202"/>
                <a:gd name="T110" fmla="*/ 673 w 774"/>
                <a:gd name="T111" fmla="*/ 1056 h 1202"/>
                <a:gd name="T112" fmla="*/ 671 w 774"/>
                <a:gd name="T113" fmla="*/ 1052 h 1202"/>
                <a:gd name="T114" fmla="*/ 647 w 774"/>
                <a:gd name="T115" fmla="*/ 1005 h 1202"/>
                <a:gd name="T116" fmla="*/ 762 w 774"/>
                <a:gd name="T117" fmla="*/ 756 h 1202"/>
                <a:gd name="T118" fmla="*/ 774 w 774"/>
                <a:gd name="T119" fmla="*/ 499 h 1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4" h="1202">
                  <a:moveTo>
                    <a:pt x="731" y="407"/>
                  </a:moveTo>
                  <a:lnTo>
                    <a:pt x="711" y="355"/>
                  </a:lnTo>
                  <a:lnTo>
                    <a:pt x="705" y="341"/>
                  </a:lnTo>
                  <a:lnTo>
                    <a:pt x="705" y="341"/>
                  </a:lnTo>
                  <a:lnTo>
                    <a:pt x="649" y="331"/>
                  </a:lnTo>
                  <a:lnTo>
                    <a:pt x="629" y="325"/>
                  </a:lnTo>
                  <a:lnTo>
                    <a:pt x="615" y="335"/>
                  </a:lnTo>
                  <a:lnTo>
                    <a:pt x="615" y="335"/>
                  </a:lnTo>
                  <a:lnTo>
                    <a:pt x="607" y="331"/>
                  </a:lnTo>
                  <a:lnTo>
                    <a:pt x="599" y="325"/>
                  </a:lnTo>
                  <a:lnTo>
                    <a:pt x="599" y="325"/>
                  </a:lnTo>
                  <a:lnTo>
                    <a:pt x="581" y="299"/>
                  </a:lnTo>
                  <a:lnTo>
                    <a:pt x="581" y="299"/>
                  </a:lnTo>
                  <a:lnTo>
                    <a:pt x="571" y="295"/>
                  </a:lnTo>
                  <a:lnTo>
                    <a:pt x="561" y="289"/>
                  </a:lnTo>
                  <a:lnTo>
                    <a:pt x="561" y="289"/>
                  </a:lnTo>
                  <a:lnTo>
                    <a:pt x="547" y="271"/>
                  </a:lnTo>
                  <a:lnTo>
                    <a:pt x="547" y="271"/>
                  </a:lnTo>
                  <a:lnTo>
                    <a:pt x="532" y="255"/>
                  </a:lnTo>
                  <a:lnTo>
                    <a:pt x="532" y="255"/>
                  </a:lnTo>
                  <a:lnTo>
                    <a:pt x="518" y="259"/>
                  </a:lnTo>
                  <a:lnTo>
                    <a:pt x="518" y="259"/>
                  </a:lnTo>
                  <a:lnTo>
                    <a:pt x="498" y="265"/>
                  </a:lnTo>
                  <a:lnTo>
                    <a:pt x="498" y="265"/>
                  </a:lnTo>
                  <a:lnTo>
                    <a:pt x="474" y="263"/>
                  </a:lnTo>
                  <a:lnTo>
                    <a:pt x="446" y="271"/>
                  </a:lnTo>
                  <a:lnTo>
                    <a:pt x="446" y="271"/>
                  </a:lnTo>
                  <a:lnTo>
                    <a:pt x="434" y="263"/>
                  </a:lnTo>
                  <a:lnTo>
                    <a:pt x="434" y="263"/>
                  </a:lnTo>
                  <a:lnTo>
                    <a:pt x="418" y="255"/>
                  </a:lnTo>
                  <a:lnTo>
                    <a:pt x="418" y="255"/>
                  </a:lnTo>
                  <a:lnTo>
                    <a:pt x="408" y="238"/>
                  </a:lnTo>
                  <a:lnTo>
                    <a:pt x="408" y="238"/>
                  </a:lnTo>
                  <a:lnTo>
                    <a:pt x="396" y="200"/>
                  </a:lnTo>
                  <a:lnTo>
                    <a:pt x="396" y="200"/>
                  </a:lnTo>
                  <a:lnTo>
                    <a:pt x="396" y="194"/>
                  </a:lnTo>
                  <a:lnTo>
                    <a:pt x="396" y="186"/>
                  </a:lnTo>
                  <a:lnTo>
                    <a:pt x="396" y="186"/>
                  </a:lnTo>
                  <a:lnTo>
                    <a:pt x="396" y="182"/>
                  </a:lnTo>
                  <a:lnTo>
                    <a:pt x="392" y="178"/>
                  </a:lnTo>
                  <a:lnTo>
                    <a:pt x="388" y="170"/>
                  </a:lnTo>
                  <a:lnTo>
                    <a:pt x="380" y="150"/>
                  </a:lnTo>
                  <a:lnTo>
                    <a:pt x="380" y="150"/>
                  </a:lnTo>
                  <a:lnTo>
                    <a:pt x="380" y="146"/>
                  </a:lnTo>
                  <a:lnTo>
                    <a:pt x="376" y="140"/>
                  </a:lnTo>
                  <a:lnTo>
                    <a:pt x="376" y="140"/>
                  </a:lnTo>
                  <a:lnTo>
                    <a:pt x="362" y="128"/>
                  </a:lnTo>
                  <a:lnTo>
                    <a:pt x="350" y="112"/>
                  </a:lnTo>
                  <a:lnTo>
                    <a:pt x="341" y="74"/>
                  </a:lnTo>
                  <a:lnTo>
                    <a:pt x="333" y="58"/>
                  </a:lnTo>
                  <a:lnTo>
                    <a:pt x="333" y="34"/>
                  </a:lnTo>
                  <a:lnTo>
                    <a:pt x="333" y="24"/>
                  </a:lnTo>
                  <a:lnTo>
                    <a:pt x="323" y="6"/>
                  </a:lnTo>
                  <a:lnTo>
                    <a:pt x="315" y="0"/>
                  </a:lnTo>
                  <a:lnTo>
                    <a:pt x="297" y="10"/>
                  </a:lnTo>
                  <a:lnTo>
                    <a:pt x="249" y="42"/>
                  </a:lnTo>
                  <a:lnTo>
                    <a:pt x="237" y="68"/>
                  </a:lnTo>
                  <a:lnTo>
                    <a:pt x="237" y="112"/>
                  </a:lnTo>
                  <a:lnTo>
                    <a:pt x="215" y="138"/>
                  </a:lnTo>
                  <a:lnTo>
                    <a:pt x="203" y="178"/>
                  </a:lnTo>
                  <a:lnTo>
                    <a:pt x="203" y="220"/>
                  </a:lnTo>
                  <a:lnTo>
                    <a:pt x="215" y="240"/>
                  </a:lnTo>
                  <a:lnTo>
                    <a:pt x="215" y="273"/>
                  </a:lnTo>
                  <a:lnTo>
                    <a:pt x="199" y="309"/>
                  </a:lnTo>
                  <a:lnTo>
                    <a:pt x="191" y="343"/>
                  </a:lnTo>
                  <a:lnTo>
                    <a:pt x="203" y="401"/>
                  </a:lnTo>
                  <a:lnTo>
                    <a:pt x="203" y="449"/>
                  </a:lnTo>
                  <a:lnTo>
                    <a:pt x="181" y="471"/>
                  </a:lnTo>
                  <a:lnTo>
                    <a:pt x="132" y="499"/>
                  </a:lnTo>
                  <a:lnTo>
                    <a:pt x="80" y="560"/>
                  </a:lnTo>
                  <a:lnTo>
                    <a:pt x="54" y="584"/>
                  </a:lnTo>
                  <a:lnTo>
                    <a:pt x="22" y="622"/>
                  </a:lnTo>
                  <a:lnTo>
                    <a:pt x="0" y="638"/>
                  </a:lnTo>
                  <a:lnTo>
                    <a:pt x="18" y="656"/>
                  </a:lnTo>
                  <a:lnTo>
                    <a:pt x="28" y="670"/>
                  </a:lnTo>
                  <a:lnTo>
                    <a:pt x="34" y="684"/>
                  </a:lnTo>
                  <a:lnTo>
                    <a:pt x="48" y="700"/>
                  </a:lnTo>
                  <a:lnTo>
                    <a:pt x="48" y="710"/>
                  </a:lnTo>
                  <a:lnTo>
                    <a:pt x="54" y="718"/>
                  </a:lnTo>
                  <a:lnTo>
                    <a:pt x="58" y="740"/>
                  </a:lnTo>
                  <a:lnTo>
                    <a:pt x="58" y="752"/>
                  </a:lnTo>
                  <a:lnTo>
                    <a:pt x="58" y="774"/>
                  </a:lnTo>
                  <a:lnTo>
                    <a:pt x="66" y="776"/>
                  </a:lnTo>
                  <a:lnTo>
                    <a:pt x="90" y="780"/>
                  </a:lnTo>
                  <a:lnTo>
                    <a:pt x="126" y="807"/>
                  </a:lnTo>
                  <a:lnTo>
                    <a:pt x="144" y="843"/>
                  </a:lnTo>
                  <a:lnTo>
                    <a:pt x="146" y="873"/>
                  </a:lnTo>
                  <a:lnTo>
                    <a:pt x="165" y="873"/>
                  </a:lnTo>
                  <a:lnTo>
                    <a:pt x="167" y="879"/>
                  </a:lnTo>
                  <a:lnTo>
                    <a:pt x="165" y="911"/>
                  </a:lnTo>
                  <a:lnTo>
                    <a:pt x="195" y="921"/>
                  </a:lnTo>
                  <a:lnTo>
                    <a:pt x="197" y="947"/>
                  </a:lnTo>
                  <a:lnTo>
                    <a:pt x="193" y="965"/>
                  </a:lnTo>
                  <a:lnTo>
                    <a:pt x="181" y="975"/>
                  </a:lnTo>
                  <a:lnTo>
                    <a:pt x="191" y="993"/>
                  </a:lnTo>
                  <a:lnTo>
                    <a:pt x="191" y="999"/>
                  </a:lnTo>
                  <a:lnTo>
                    <a:pt x="191" y="1011"/>
                  </a:lnTo>
                  <a:lnTo>
                    <a:pt x="225" y="1021"/>
                  </a:lnTo>
                  <a:lnTo>
                    <a:pt x="293" y="1033"/>
                  </a:lnTo>
                  <a:lnTo>
                    <a:pt x="335" y="1045"/>
                  </a:lnTo>
                  <a:lnTo>
                    <a:pt x="347" y="1058"/>
                  </a:lnTo>
                  <a:lnTo>
                    <a:pt x="368" y="1082"/>
                  </a:lnTo>
                  <a:lnTo>
                    <a:pt x="396" y="1102"/>
                  </a:lnTo>
                  <a:lnTo>
                    <a:pt x="444" y="1120"/>
                  </a:lnTo>
                  <a:lnTo>
                    <a:pt x="476" y="1142"/>
                  </a:lnTo>
                  <a:lnTo>
                    <a:pt x="496" y="1146"/>
                  </a:lnTo>
                  <a:lnTo>
                    <a:pt x="522" y="1170"/>
                  </a:lnTo>
                  <a:lnTo>
                    <a:pt x="575" y="1202"/>
                  </a:lnTo>
                  <a:lnTo>
                    <a:pt x="581" y="1194"/>
                  </a:lnTo>
                  <a:lnTo>
                    <a:pt x="595" y="1138"/>
                  </a:lnTo>
                  <a:lnTo>
                    <a:pt x="595" y="1138"/>
                  </a:lnTo>
                  <a:lnTo>
                    <a:pt x="673" y="1056"/>
                  </a:lnTo>
                  <a:lnTo>
                    <a:pt x="673" y="1056"/>
                  </a:lnTo>
                  <a:lnTo>
                    <a:pt x="671" y="1052"/>
                  </a:lnTo>
                  <a:lnTo>
                    <a:pt x="665" y="1041"/>
                  </a:lnTo>
                  <a:lnTo>
                    <a:pt x="647" y="1005"/>
                  </a:lnTo>
                  <a:lnTo>
                    <a:pt x="619" y="955"/>
                  </a:lnTo>
                  <a:lnTo>
                    <a:pt x="762" y="756"/>
                  </a:lnTo>
                  <a:lnTo>
                    <a:pt x="719" y="690"/>
                  </a:lnTo>
                  <a:lnTo>
                    <a:pt x="774" y="499"/>
                  </a:lnTo>
                  <a:lnTo>
                    <a:pt x="731" y="407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81" name="Freeform 103">
              <a:extLst>
                <a:ext uri="{FF2B5EF4-FFF2-40B4-BE49-F238E27FC236}">
                  <a16:creationId xmlns:a16="http://schemas.microsoft.com/office/drawing/2014/main" id="{A64DE018-837E-37A3-2EAE-8232DB554E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7875" y="12234863"/>
              <a:ext cx="1158875" cy="1208088"/>
            </a:xfrm>
            <a:custGeom>
              <a:avLst/>
              <a:gdLst>
                <a:gd name="T0" fmla="*/ 42 w 730"/>
                <a:gd name="T1" fmla="*/ 602 h 761"/>
                <a:gd name="T2" fmla="*/ 92 w 730"/>
                <a:gd name="T3" fmla="*/ 608 h 761"/>
                <a:gd name="T4" fmla="*/ 102 w 730"/>
                <a:gd name="T5" fmla="*/ 623 h 761"/>
                <a:gd name="T6" fmla="*/ 118 w 730"/>
                <a:gd name="T7" fmla="*/ 629 h 761"/>
                <a:gd name="T8" fmla="*/ 129 w 730"/>
                <a:gd name="T9" fmla="*/ 637 h 761"/>
                <a:gd name="T10" fmla="*/ 143 w 730"/>
                <a:gd name="T11" fmla="*/ 645 h 761"/>
                <a:gd name="T12" fmla="*/ 145 w 730"/>
                <a:gd name="T13" fmla="*/ 651 h 761"/>
                <a:gd name="T14" fmla="*/ 187 w 730"/>
                <a:gd name="T15" fmla="*/ 655 h 761"/>
                <a:gd name="T16" fmla="*/ 211 w 730"/>
                <a:gd name="T17" fmla="*/ 661 h 761"/>
                <a:gd name="T18" fmla="*/ 237 w 730"/>
                <a:gd name="T19" fmla="*/ 663 h 761"/>
                <a:gd name="T20" fmla="*/ 267 w 730"/>
                <a:gd name="T21" fmla="*/ 677 h 761"/>
                <a:gd name="T22" fmla="*/ 317 w 730"/>
                <a:gd name="T23" fmla="*/ 707 h 761"/>
                <a:gd name="T24" fmla="*/ 346 w 730"/>
                <a:gd name="T25" fmla="*/ 739 h 761"/>
                <a:gd name="T26" fmla="*/ 356 w 730"/>
                <a:gd name="T27" fmla="*/ 761 h 761"/>
                <a:gd name="T28" fmla="*/ 378 w 730"/>
                <a:gd name="T29" fmla="*/ 725 h 761"/>
                <a:gd name="T30" fmla="*/ 400 w 730"/>
                <a:gd name="T31" fmla="*/ 703 h 761"/>
                <a:gd name="T32" fmla="*/ 440 w 730"/>
                <a:gd name="T33" fmla="*/ 675 h 761"/>
                <a:gd name="T34" fmla="*/ 450 w 730"/>
                <a:gd name="T35" fmla="*/ 645 h 761"/>
                <a:gd name="T36" fmla="*/ 492 w 730"/>
                <a:gd name="T37" fmla="*/ 592 h 761"/>
                <a:gd name="T38" fmla="*/ 547 w 730"/>
                <a:gd name="T39" fmla="*/ 552 h 761"/>
                <a:gd name="T40" fmla="*/ 573 w 730"/>
                <a:gd name="T41" fmla="*/ 546 h 761"/>
                <a:gd name="T42" fmla="*/ 579 w 730"/>
                <a:gd name="T43" fmla="*/ 508 h 761"/>
                <a:gd name="T44" fmla="*/ 579 w 730"/>
                <a:gd name="T45" fmla="*/ 484 h 761"/>
                <a:gd name="T46" fmla="*/ 597 w 730"/>
                <a:gd name="T47" fmla="*/ 460 h 761"/>
                <a:gd name="T48" fmla="*/ 619 w 730"/>
                <a:gd name="T49" fmla="*/ 432 h 761"/>
                <a:gd name="T50" fmla="*/ 647 w 730"/>
                <a:gd name="T51" fmla="*/ 376 h 761"/>
                <a:gd name="T52" fmla="*/ 704 w 730"/>
                <a:gd name="T53" fmla="*/ 347 h 761"/>
                <a:gd name="T54" fmla="*/ 712 w 730"/>
                <a:gd name="T55" fmla="*/ 303 h 761"/>
                <a:gd name="T56" fmla="*/ 724 w 730"/>
                <a:gd name="T57" fmla="*/ 249 h 761"/>
                <a:gd name="T58" fmla="*/ 730 w 730"/>
                <a:gd name="T59" fmla="*/ 211 h 761"/>
                <a:gd name="T60" fmla="*/ 728 w 730"/>
                <a:gd name="T61" fmla="*/ 213 h 761"/>
                <a:gd name="T62" fmla="*/ 681 w 730"/>
                <a:gd name="T63" fmla="*/ 213 h 761"/>
                <a:gd name="T64" fmla="*/ 635 w 730"/>
                <a:gd name="T65" fmla="*/ 213 h 761"/>
                <a:gd name="T66" fmla="*/ 609 w 730"/>
                <a:gd name="T67" fmla="*/ 197 h 761"/>
                <a:gd name="T68" fmla="*/ 553 w 730"/>
                <a:gd name="T69" fmla="*/ 117 h 761"/>
                <a:gd name="T70" fmla="*/ 488 w 730"/>
                <a:gd name="T71" fmla="*/ 80 h 761"/>
                <a:gd name="T72" fmla="*/ 434 w 730"/>
                <a:gd name="T73" fmla="*/ 0 h 761"/>
                <a:gd name="T74" fmla="*/ 374 w 730"/>
                <a:gd name="T75" fmla="*/ 12 h 761"/>
                <a:gd name="T76" fmla="*/ 374 w 730"/>
                <a:gd name="T77" fmla="*/ 62 h 761"/>
                <a:gd name="T78" fmla="*/ 382 w 730"/>
                <a:gd name="T79" fmla="*/ 93 h 761"/>
                <a:gd name="T80" fmla="*/ 366 w 730"/>
                <a:gd name="T81" fmla="*/ 103 h 761"/>
                <a:gd name="T82" fmla="*/ 319 w 730"/>
                <a:gd name="T83" fmla="*/ 109 h 761"/>
                <a:gd name="T84" fmla="*/ 275 w 730"/>
                <a:gd name="T85" fmla="*/ 107 h 761"/>
                <a:gd name="T86" fmla="*/ 243 w 730"/>
                <a:gd name="T87" fmla="*/ 183 h 761"/>
                <a:gd name="T88" fmla="*/ 223 w 730"/>
                <a:gd name="T89" fmla="*/ 257 h 761"/>
                <a:gd name="T90" fmla="*/ 181 w 730"/>
                <a:gd name="T91" fmla="*/ 277 h 761"/>
                <a:gd name="T92" fmla="*/ 153 w 730"/>
                <a:gd name="T93" fmla="*/ 305 h 761"/>
                <a:gd name="T94" fmla="*/ 139 w 730"/>
                <a:gd name="T95" fmla="*/ 354 h 761"/>
                <a:gd name="T96" fmla="*/ 131 w 730"/>
                <a:gd name="T97" fmla="*/ 394 h 761"/>
                <a:gd name="T98" fmla="*/ 102 w 730"/>
                <a:gd name="T99" fmla="*/ 410 h 761"/>
                <a:gd name="T100" fmla="*/ 98 w 730"/>
                <a:gd name="T101" fmla="*/ 426 h 761"/>
                <a:gd name="T102" fmla="*/ 34 w 730"/>
                <a:gd name="T103" fmla="*/ 492 h 761"/>
                <a:gd name="T104" fmla="*/ 22 w 730"/>
                <a:gd name="T105" fmla="*/ 530 h 761"/>
                <a:gd name="T106" fmla="*/ 10 w 730"/>
                <a:gd name="T107" fmla="*/ 566 h 761"/>
                <a:gd name="T108" fmla="*/ 0 w 730"/>
                <a:gd name="T109" fmla="*/ 584 h 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30" h="761">
                  <a:moveTo>
                    <a:pt x="22" y="594"/>
                  </a:moveTo>
                  <a:lnTo>
                    <a:pt x="42" y="602"/>
                  </a:lnTo>
                  <a:lnTo>
                    <a:pt x="56" y="604"/>
                  </a:lnTo>
                  <a:lnTo>
                    <a:pt x="92" y="608"/>
                  </a:lnTo>
                  <a:lnTo>
                    <a:pt x="102" y="623"/>
                  </a:lnTo>
                  <a:lnTo>
                    <a:pt x="102" y="623"/>
                  </a:lnTo>
                  <a:lnTo>
                    <a:pt x="118" y="629"/>
                  </a:lnTo>
                  <a:lnTo>
                    <a:pt x="118" y="629"/>
                  </a:lnTo>
                  <a:lnTo>
                    <a:pt x="129" y="637"/>
                  </a:lnTo>
                  <a:lnTo>
                    <a:pt x="129" y="637"/>
                  </a:lnTo>
                  <a:lnTo>
                    <a:pt x="143" y="645"/>
                  </a:lnTo>
                  <a:lnTo>
                    <a:pt x="143" y="645"/>
                  </a:lnTo>
                  <a:lnTo>
                    <a:pt x="145" y="647"/>
                  </a:lnTo>
                  <a:lnTo>
                    <a:pt x="145" y="651"/>
                  </a:lnTo>
                  <a:lnTo>
                    <a:pt x="163" y="655"/>
                  </a:lnTo>
                  <a:lnTo>
                    <a:pt x="187" y="655"/>
                  </a:lnTo>
                  <a:lnTo>
                    <a:pt x="197" y="667"/>
                  </a:lnTo>
                  <a:lnTo>
                    <a:pt x="211" y="661"/>
                  </a:lnTo>
                  <a:lnTo>
                    <a:pt x="227" y="667"/>
                  </a:lnTo>
                  <a:lnTo>
                    <a:pt x="237" y="663"/>
                  </a:lnTo>
                  <a:lnTo>
                    <a:pt x="253" y="669"/>
                  </a:lnTo>
                  <a:lnTo>
                    <a:pt x="267" y="677"/>
                  </a:lnTo>
                  <a:lnTo>
                    <a:pt x="293" y="703"/>
                  </a:lnTo>
                  <a:lnTo>
                    <a:pt x="317" y="707"/>
                  </a:lnTo>
                  <a:lnTo>
                    <a:pt x="330" y="727"/>
                  </a:lnTo>
                  <a:lnTo>
                    <a:pt x="346" y="739"/>
                  </a:lnTo>
                  <a:lnTo>
                    <a:pt x="346" y="757"/>
                  </a:lnTo>
                  <a:lnTo>
                    <a:pt x="356" y="761"/>
                  </a:lnTo>
                  <a:lnTo>
                    <a:pt x="366" y="739"/>
                  </a:lnTo>
                  <a:lnTo>
                    <a:pt x="378" y="725"/>
                  </a:lnTo>
                  <a:lnTo>
                    <a:pt x="384" y="717"/>
                  </a:lnTo>
                  <a:lnTo>
                    <a:pt x="400" y="703"/>
                  </a:lnTo>
                  <a:lnTo>
                    <a:pt x="422" y="703"/>
                  </a:lnTo>
                  <a:lnTo>
                    <a:pt x="440" y="675"/>
                  </a:lnTo>
                  <a:lnTo>
                    <a:pt x="446" y="667"/>
                  </a:lnTo>
                  <a:lnTo>
                    <a:pt x="450" y="645"/>
                  </a:lnTo>
                  <a:lnTo>
                    <a:pt x="492" y="606"/>
                  </a:lnTo>
                  <a:lnTo>
                    <a:pt x="492" y="592"/>
                  </a:lnTo>
                  <a:lnTo>
                    <a:pt x="502" y="560"/>
                  </a:lnTo>
                  <a:lnTo>
                    <a:pt x="547" y="552"/>
                  </a:lnTo>
                  <a:lnTo>
                    <a:pt x="563" y="552"/>
                  </a:lnTo>
                  <a:lnTo>
                    <a:pt x="573" y="546"/>
                  </a:lnTo>
                  <a:lnTo>
                    <a:pt x="571" y="514"/>
                  </a:lnTo>
                  <a:lnTo>
                    <a:pt x="579" y="508"/>
                  </a:lnTo>
                  <a:lnTo>
                    <a:pt x="577" y="502"/>
                  </a:lnTo>
                  <a:lnTo>
                    <a:pt x="579" y="484"/>
                  </a:lnTo>
                  <a:lnTo>
                    <a:pt x="595" y="478"/>
                  </a:lnTo>
                  <a:lnTo>
                    <a:pt x="597" y="460"/>
                  </a:lnTo>
                  <a:lnTo>
                    <a:pt x="601" y="444"/>
                  </a:lnTo>
                  <a:lnTo>
                    <a:pt x="619" y="432"/>
                  </a:lnTo>
                  <a:lnTo>
                    <a:pt x="647" y="392"/>
                  </a:lnTo>
                  <a:lnTo>
                    <a:pt x="647" y="376"/>
                  </a:lnTo>
                  <a:lnTo>
                    <a:pt x="667" y="358"/>
                  </a:lnTo>
                  <a:lnTo>
                    <a:pt x="704" y="347"/>
                  </a:lnTo>
                  <a:lnTo>
                    <a:pt x="714" y="325"/>
                  </a:lnTo>
                  <a:lnTo>
                    <a:pt x="712" y="303"/>
                  </a:lnTo>
                  <a:lnTo>
                    <a:pt x="728" y="283"/>
                  </a:lnTo>
                  <a:lnTo>
                    <a:pt x="724" y="249"/>
                  </a:lnTo>
                  <a:lnTo>
                    <a:pt x="730" y="211"/>
                  </a:lnTo>
                  <a:lnTo>
                    <a:pt x="730" y="211"/>
                  </a:lnTo>
                  <a:lnTo>
                    <a:pt x="728" y="213"/>
                  </a:lnTo>
                  <a:lnTo>
                    <a:pt x="728" y="213"/>
                  </a:lnTo>
                  <a:lnTo>
                    <a:pt x="681" y="213"/>
                  </a:lnTo>
                  <a:lnTo>
                    <a:pt x="681" y="213"/>
                  </a:lnTo>
                  <a:lnTo>
                    <a:pt x="635" y="213"/>
                  </a:lnTo>
                  <a:lnTo>
                    <a:pt x="635" y="213"/>
                  </a:lnTo>
                  <a:lnTo>
                    <a:pt x="621" y="205"/>
                  </a:lnTo>
                  <a:lnTo>
                    <a:pt x="609" y="197"/>
                  </a:lnTo>
                  <a:lnTo>
                    <a:pt x="569" y="133"/>
                  </a:lnTo>
                  <a:lnTo>
                    <a:pt x="553" y="117"/>
                  </a:lnTo>
                  <a:lnTo>
                    <a:pt x="494" y="99"/>
                  </a:lnTo>
                  <a:lnTo>
                    <a:pt x="488" y="80"/>
                  </a:lnTo>
                  <a:lnTo>
                    <a:pt x="476" y="34"/>
                  </a:lnTo>
                  <a:lnTo>
                    <a:pt x="434" y="0"/>
                  </a:lnTo>
                  <a:lnTo>
                    <a:pt x="398" y="0"/>
                  </a:lnTo>
                  <a:lnTo>
                    <a:pt x="374" y="12"/>
                  </a:lnTo>
                  <a:lnTo>
                    <a:pt x="374" y="62"/>
                  </a:lnTo>
                  <a:lnTo>
                    <a:pt x="374" y="62"/>
                  </a:lnTo>
                  <a:lnTo>
                    <a:pt x="378" y="76"/>
                  </a:lnTo>
                  <a:lnTo>
                    <a:pt x="382" y="93"/>
                  </a:lnTo>
                  <a:lnTo>
                    <a:pt x="382" y="93"/>
                  </a:lnTo>
                  <a:lnTo>
                    <a:pt x="366" y="103"/>
                  </a:lnTo>
                  <a:lnTo>
                    <a:pt x="350" y="113"/>
                  </a:lnTo>
                  <a:lnTo>
                    <a:pt x="319" y="109"/>
                  </a:lnTo>
                  <a:lnTo>
                    <a:pt x="305" y="99"/>
                  </a:lnTo>
                  <a:lnTo>
                    <a:pt x="275" y="107"/>
                  </a:lnTo>
                  <a:lnTo>
                    <a:pt x="251" y="129"/>
                  </a:lnTo>
                  <a:lnTo>
                    <a:pt x="243" y="183"/>
                  </a:lnTo>
                  <a:lnTo>
                    <a:pt x="237" y="225"/>
                  </a:lnTo>
                  <a:lnTo>
                    <a:pt x="223" y="257"/>
                  </a:lnTo>
                  <a:lnTo>
                    <a:pt x="181" y="277"/>
                  </a:lnTo>
                  <a:lnTo>
                    <a:pt x="181" y="277"/>
                  </a:lnTo>
                  <a:lnTo>
                    <a:pt x="167" y="289"/>
                  </a:lnTo>
                  <a:lnTo>
                    <a:pt x="153" y="305"/>
                  </a:lnTo>
                  <a:lnTo>
                    <a:pt x="153" y="305"/>
                  </a:lnTo>
                  <a:lnTo>
                    <a:pt x="139" y="354"/>
                  </a:lnTo>
                  <a:lnTo>
                    <a:pt x="131" y="394"/>
                  </a:lnTo>
                  <a:lnTo>
                    <a:pt x="131" y="394"/>
                  </a:lnTo>
                  <a:lnTo>
                    <a:pt x="118" y="402"/>
                  </a:lnTo>
                  <a:lnTo>
                    <a:pt x="102" y="410"/>
                  </a:lnTo>
                  <a:lnTo>
                    <a:pt x="102" y="410"/>
                  </a:lnTo>
                  <a:lnTo>
                    <a:pt x="98" y="426"/>
                  </a:lnTo>
                  <a:lnTo>
                    <a:pt x="94" y="440"/>
                  </a:lnTo>
                  <a:lnTo>
                    <a:pt x="34" y="492"/>
                  </a:lnTo>
                  <a:lnTo>
                    <a:pt x="34" y="492"/>
                  </a:lnTo>
                  <a:lnTo>
                    <a:pt x="22" y="530"/>
                  </a:lnTo>
                  <a:lnTo>
                    <a:pt x="22" y="530"/>
                  </a:lnTo>
                  <a:lnTo>
                    <a:pt x="10" y="566"/>
                  </a:lnTo>
                  <a:lnTo>
                    <a:pt x="0" y="584"/>
                  </a:lnTo>
                  <a:lnTo>
                    <a:pt x="0" y="584"/>
                  </a:lnTo>
                  <a:lnTo>
                    <a:pt x="22" y="594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82" name="Freeform 104">
              <a:extLst>
                <a:ext uri="{FF2B5EF4-FFF2-40B4-BE49-F238E27FC236}">
                  <a16:creationId xmlns:a16="http://schemas.microsoft.com/office/drawing/2014/main" id="{3C8CAAA2-EE80-2142-72E8-72A768748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8238" y="12414250"/>
              <a:ext cx="1071562" cy="990600"/>
            </a:xfrm>
            <a:custGeom>
              <a:avLst/>
              <a:gdLst>
                <a:gd name="T0" fmla="*/ 635 w 675"/>
                <a:gd name="T1" fmla="*/ 271 h 624"/>
                <a:gd name="T2" fmla="*/ 609 w 675"/>
                <a:gd name="T3" fmla="*/ 232 h 624"/>
                <a:gd name="T4" fmla="*/ 563 w 675"/>
                <a:gd name="T5" fmla="*/ 188 h 624"/>
                <a:gd name="T6" fmla="*/ 484 w 675"/>
                <a:gd name="T7" fmla="*/ 180 h 624"/>
                <a:gd name="T8" fmla="*/ 436 w 675"/>
                <a:gd name="T9" fmla="*/ 146 h 624"/>
                <a:gd name="T10" fmla="*/ 434 w 675"/>
                <a:gd name="T11" fmla="*/ 70 h 624"/>
                <a:gd name="T12" fmla="*/ 402 w 675"/>
                <a:gd name="T13" fmla="*/ 72 h 624"/>
                <a:gd name="T14" fmla="*/ 378 w 675"/>
                <a:gd name="T15" fmla="*/ 130 h 624"/>
                <a:gd name="T16" fmla="*/ 352 w 675"/>
                <a:gd name="T17" fmla="*/ 102 h 624"/>
                <a:gd name="T18" fmla="*/ 330 w 675"/>
                <a:gd name="T19" fmla="*/ 56 h 624"/>
                <a:gd name="T20" fmla="*/ 307 w 675"/>
                <a:gd name="T21" fmla="*/ 8 h 624"/>
                <a:gd name="T22" fmla="*/ 277 w 675"/>
                <a:gd name="T23" fmla="*/ 0 h 624"/>
                <a:gd name="T24" fmla="*/ 247 w 675"/>
                <a:gd name="T25" fmla="*/ 2 h 624"/>
                <a:gd name="T26" fmla="*/ 235 w 675"/>
                <a:gd name="T27" fmla="*/ 8 h 624"/>
                <a:gd name="T28" fmla="*/ 215 w 675"/>
                <a:gd name="T29" fmla="*/ 6 h 624"/>
                <a:gd name="T30" fmla="*/ 197 w 675"/>
                <a:gd name="T31" fmla="*/ 10 h 624"/>
                <a:gd name="T32" fmla="*/ 175 w 675"/>
                <a:gd name="T33" fmla="*/ 14 h 624"/>
                <a:gd name="T34" fmla="*/ 159 w 675"/>
                <a:gd name="T35" fmla="*/ 16 h 624"/>
                <a:gd name="T36" fmla="*/ 165 w 675"/>
                <a:gd name="T37" fmla="*/ 36 h 624"/>
                <a:gd name="T38" fmla="*/ 169 w 675"/>
                <a:gd name="T39" fmla="*/ 42 h 624"/>
                <a:gd name="T40" fmla="*/ 169 w 675"/>
                <a:gd name="T41" fmla="*/ 46 h 624"/>
                <a:gd name="T42" fmla="*/ 179 w 675"/>
                <a:gd name="T43" fmla="*/ 62 h 624"/>
                <a:gd name="T44" fmla="*/ 151 w 675"/>
                <a:gd name="T45" fmla="*/ 74 h 624"/>
                <a:gd name="T46" fmla="*/ 147 w 675"/>
                <a:gd name="T47" fmla="*/ 120 h 624"/>
                <a:gd name="T48" fmla="*/ 161 w 675"/>
                <a:gd name="T49" fmla="*/ 142 h 624"/>
                <a:gd name="T50" fmla="*/ 153 w 675"/>
                <a:gd name="T51" fmla="*/ 164 h 624"/>
                <a:gd name="T52" fmla="*/ 135 w 675"/>
                <a:gd name="T53" fmla="*/ 176 h 624"/>
                <a:gd name="T54" fmla="*/ 84 w 675"/>
                <a:gd name="T55" fmla="*/ 204 h 624"/>
                <a:gd name="T56" fmla="*/ 68 w 675"/>
                <a:gd name="T57" fmla="*/ 216 h 624"/>
                <a:gd name="T58" fmla="*/ 50 w 675"/>
                <a:gd name="T59" fmla="*/ 253 h 624"/>
                <a:gd name="T60" fmla="*/ 14 w 675"/>
                <a:gd name="T61" fmla="*/ 267 h 624"/>
                <a:gd name="T62" fmla="*/ 0 w 675"/>
                <a:gd name="T63" fmla="*/ 277 h 624"/>
                <a:gd name="T64" fmla="*/ 8 w 675"/>
                <a:gd name="T65" fmla="*/ 307 h 624"/>
                <a:gd name="T66" fmla="*/ 2 w 675"/>
                <a:gd name="T67" fmla="*/ 345 h 624"/>
                <a:gd name="T68" fmla="*/ 0 w 675"/>
                <a:gd name="T69" fmla="*/ 371 h 624"/>
                <a:gd name="T70" fmla="*/ 8 w 675"/>
                <a:gd name="T71" fmla="*/ 389 h 624"/>
                <a:gd name="T72" fmla="*/ 12 w 675"/>
                <a:gd name="T73" fmla="*/ 401 h 624"/>
                <a:gd name="T74" fmla="*/ 50 w 675"/>
                <a:gd name="T75" fmla="*/ 417 h 624"/>
                <a:gd name="T76" fmla="*/ 60 w 675"/>
                <a:gd name="T77" fmla="*/ 427 h 624"/>
                <a:gd name="T78" fmla="*/ 90 w 675"/>
                <a:gd name="T79" fmla="*/ 457 h 624"/>
                <a:gd name="T80" fmla="*/ 110 w 675"/>
                <a:gd name="T81" fmla="*/ 485 h 624"/>
                <a:gd name="T82" fmla="*/ 122 w 675"/>
                <a:gd name="T83" fmla="*/ 528 h 624"/>
                <a:gd name="T84" fmla="*/ 175 w 675"/>
                <a:gd name="T85" fmla="*/ 564 h 624"/>
                <a:gd name="T86" fmla="*/ 217 w 675"/>
                <a:gd name="T87" fmla="*/ 570 h 624"/>
                <a:gd name="T88" fmla="*/ 247 w 675"/>
                <a:gd name="T89" fmla="*/ 592 h 624"/>
                <a:gd name="T90" fmla="*/ 293 w 675"/>
                <a:gd name="T91" fmla="*/ 592 h 624"/>
                <a:gd name="T92" fmla="*/ 336 w 675"/>
                <a:gd name="T93" fmla="*/ 604 h 624"/>
                <a:gd name="T94" fmla="*/ 374 w 675"/>
                <a:gd name="T95" fmla="*/ 594 h 624"/>
                <a:gd name="T96" fmla="*/ 470 w 675"/>
                <a:gd name="T97" fmla="*/ 602 h 624"/>
                <a:gd name="T98" fmla="*/ 515 w 675"/>
                <a:gd name="T99" fmla="*/ 604 h 624"/>
                <a:gd name="T100" fmla="*/ 551 w 675"/>
                <a:gd name="T101" fmla="*/ 532 h 624"/>
                <a:gd name="T102" fmla="*/ 583 w 675"/>
                <a:gd name="T103" fmla="*/ 453 h 624"/>
                <a:gd name="T104" fmla="*/ 595 w 675"/>
                <a:gd name="T105" fmla="*/ 417 h 624"/>
                <a:gd name="T106" fmla="*/ 607 w 675"/>
                <a:gd name="T107" fmla="*/ 379 h 624"/>
                <a:gd name="T108" fmla="*/ 667 w 675"/>
                <a:gd name="T109" fmla="*/ 327 h 624"/>
                <a:gd name="T110" fmla="*/ 675 w 675"/>
                <a:gd name="T111" fmla="*/ 297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75" h="624">
                  <a:moveTo>
                    <a:pt x="667" y="285"/>
                  </a:moveTo>
                  <a:lnTo>
                    <a:pt x="635" y="271"/>
                  </a:lnTo>
                  <a:lnTo>
                    <a:pt x="613" y="257"/>
                  </a:lnTo>
                  <a:lnTo>
                    <a:pt x="609" y="232"/>
                  </a:lnTo>
                  <a:lnTo>
                    <a:pt x="591" y="208"/>
                  </a:lnTo>
                  <a:lnTo>
                    <a:pt x="563" y="188"/>
                  </a:lnTo>
                  <a:lnTo>
                    <a:pt x="521" y="184"/>
                  </a:lnTo>
                  <a:lnTo>
                    <a:pt x="484" y="180"/>
                  </a:lnTo>
                  <a:lnTo>
                    <a:pt x="448" y="158"/>
                  </a:lnTo>
                  <a:lnTo>
                    <a:pt x="436" y="146"/>
                  </a:lnTo>
                  <a:lnTo>
                    <a:pt x="436" y="100"/>
                  </a:lnTo>
                  <a:lnTo>
                    <a:pt x="434" y="70"/>
                  </a:lnTo>
                  <a:lnTo>
                    <a:pt x="418" y="56"/>
                  </a:lnTo>
                  <a:lnTo>
                    <a:pt x="402" y="72"/>
                  </a:lnTo>
                  <a:lnTo>
                    <a:pt x="396" y="96"/>
                  </a:lnTo>
                  <a:lnTo>
                    <a:pt x="378" y="130"/>
                  </a:lnTo>
                  <a:lnTo>
                    <a:pt x="362" y="120"/>
                  </a:lnTo>
                  <a:lnTo>
                    <a:pt x="352" y="102"/>
                  </a:lnTo>
                  <a:lnTo>
                    <a:pt x="334" y="66"/>
                  </a:lnTo>
                  <a:lnTo>
                    <a:pt x="330" y="56"/>
                  </a:lnTo>
                  <a:lnTo>
                    <a:pt x="319" y="26"/>
                  </a:lnTo>
                  <a:lnTo>
                    <a:pt x="307" y="8"/>
                  </a:lnTo>
                  <a:lnTo>
                    <a:pt x="293" y="0"/>
                  </a:lnTo>
                  <a:lnTo>
                    <a:pt x="277" y="0"/>
                  </a:lnTo>
                  <a:lnTo>
                    <a:pt x="277" y="0"/>
                  </a:lnTo>
                  <a:lnTo>
                    <a:pt x="247" y="2"/>
                  </a:lnTo>
                  <a:lnTo>
                    <a:pt x="247" y="2"/>
                  </a:lnTo>
                  <a:lnTo>
                    <a:pt x="235" y="8"/>
                  </a:lnTo>
                  <a:lnTo>
                    <a:pt x="235" y="8"/>
                  </a:lnTo>
                  <a:lnTo>
                    <a:pt x="215" y="6"/>
                  </a:lnTo>
                  <a:lnTo>
                    <a:pt x="215" y="6"/>
                  </a:lnTo>
                  <a:lnTo>
                    <a:pt x="197" y="10"/>
                  </a:lnTo>
                  <a:lnTo>
                    <a:pt x="197" y="10"/>
                  </a:lnTo>
                  <a:lnTo>
                    <a:pt x="175" y="14"/>
                  </a:lnTo>
                  <a:lnTo>
                    <a:pt x="159" y="14"/>
                  </a:lnTo>
                  <a:lnTo>
                    <a:pt x="159" y="16"/>
                  </a:lnTo>
                  <a:lnTo>
                    <a:pt x="165" y="26"/>
                  </a:lnTo>
                  <a:lnTo>
                    <a:pt x="165" y="36"/>
                  </a:lnTo>
                  <a:lnTo>
                    <a:pt x="165" y="36"/>
                  </a:lnTo>
                  <a:lnTo>
                    <a:pt x="169" y="42"/>
                  </a:lnTo>
                  <a:lnTo>
                    <a:pt x="169" y="42"/>
                  </a:lnTo>
                  <a:lnTo>
                    <a:pt x="169" y="46"/>
                  </a:lnTo>
                  <a:lnTo>
                    <a:pt x="169" y="48"/>
                  </a:lnTo>
                  <a:lnTo>
                    <a:pt x="179" y="62"/>
                  </a:lnTo>
                  <a:lnTo>
                    <a:pt x="171" y="70"/>
                  </a:lnTo>
                  <a:lnTo>
                    <a:pt x="151" y="74"/>
                  </a:lnTo>
                  <a:lnTo>
                    <a:pt x="147" y="90"/>
                  </a:lnTo>
                  <a:lnTo>
                    <a:pt x="147" y="120"/>
                  </a:lnTo>
                  <a:lnTo>
                    <a:pt x="157" y="130"/>
                  </a:lnTo>
                  <a:lnTo>
                    <a:pt x="161" y="142"/>
                  </a:lnTo>
                  <a:lnTo>
                    <a:pt x="167" y="152"/>
                  </a:lnTo>
                  <a:lnTo>
                    <a:pt x="153" y="164"/>
                  </a:lnTo>
                  <a:lnTo>
                    <a:pt x="143" y="162"/>
                  </a:lnTo>
                  <a:lnTo>
                    <a:pt x="135" y="176"/>
                  </a:lnTo>
                  <a:lnTo>
                    <a:pt x="127" y="174"/>
                  </a:lnTo>
                  <a:lnTo>
                    <a:pt x="84" y="204"/>
                  </a:lnTo>
                  <a:lnTo>
                    <a:pt x="76" y="204"/>
                  </a:lnTo>
                  <a:lnTo>
                    <a:pt x="68" y="216"/>
                  </a:lnTo>
                  <a:lnTo>
                    <a:pt x="52" y="222"/>
                  </a:lnTo>
                  <a:lnTo>
                    <a:pt x="50" y="253"/>
                  </a:lnTo>
                  <a:lnTo>
                    <a:pt x="36" y="267"/>
                  </a:lnTo>
                  <a:lnTo>
                    <a:pt x="14" y="26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2" y="291"/>
                  </a:lnTo>
                  <a:lnTo>
                    <a:pt x="8" y="307"/>
                  </a:lnTo>
                  <a:lnTo>
                    <a:pt x="0" y="331"/>
                  </a:lnTo>
                  <a:lnTo>
                    <a:pt x="2" y="345"/>
                  </a:lnTo>
                  <a:lnTo>
                    <a:pt x="6" y="361"/>
                  </a:lnTo>
                  <a:lnTo>
                    <a:pt x="0" y="371"/>
                  </a:lnTo>
                  <a:lnTo>
                    <a:pt x="0" y="381"/>
                  </a:lnTo>
                  <a:lnTo>
                    <a:pt x="8" y="389"/>
                  </a:lnTo>
                  <a:lnTo>
                    <a:pt x="8" y="395"/>
                  </a:lnTo>
                  <a:lnTo>
                    <a:pt x="12" y="401"/>
                  </a:lnTo>
                  <a:lnTo>
                    <a:pt x="36" y="413"/>
                  </a:lnTo>
                  <a:lnTo>
                    <a:pt x="50" y="417"/>
                  </a:lnTo>
                  <a:lnTo>
                    <a:pt x="58" y="419"/>
                  </a:lnTo>
                  <a:lnTo>
                    <a:pt x="60" y="427"/>
                  </a:lnTo>
                  <a:lnTo>
                    <a:pt x="86" y="445"/>
                  </a:lnTo>
                  <a:lnTo>
                    <a:pt x="90" y="457"/>
                  </a:lnTo>
                  <a:lnTo>
                    <a:pt x="100" y="481"/>
                  </a:lnTo>
                  <a:lnTo>
                    <a:pt x="110" y="485"/>
                  </a:lnTo>
                  <a:lnTo>
                    <a:pt x="129" y="506"/>
                  </a:lnTo>
                  <a:lnTo>
                    <a:pt x="122" y="528"/>
                  </a:lnTo>
                  <a:lnTo>
                    <a:pt x="135" y="552"/>
                  </a:lnTo>
                  <a:lnTo>
                    <a:pt x="175" y="564"/>
                  </a:lnTo>
                  <a:lnTo>
                    <a:pt x="193" y="564"/>
                  </a:lnTo>
                  <a:lnTo>
                    <a:pt x="217" y="570"/>
                  </a:lnTo>
                  <a:lnTo>
                    <a:pt x="247" y="576"/>
                  </a:lnTo>
                  <a:lnTo>
                    <a:pt x="247" y="592"/>
                  </a:lnTo>
                  <a:lnTo>
                    <a:pt x="275" y="598"/>
                  </a:lnTo>
                  <a:lnTo>
                    <a:pt x="293" y="592"/>
                  </a:lnTo>
                  <a:lnTo>
                    <a:pt x="313" y="588"/>
                  </a:lnTo>
                  <a:lnTo>
                    <a:pt x="336" y="604"/>
                  </a:lnTo>
                  <a:lnTo>
                    <a:pt x="350" y="604"/>
                  </a:lnTo>
                  <a:lnTo>
                    <a:pt x="374" y="594"/>
                  </a:lnTo>
                  <a:lnTo>
                    <a:pt x="420" y="606"/>
                  </a:lnTo>
                  <a:lnTo>
                    <a:pt x="470" y="602"/>
                  </a:lnTo>
                  <a:lnTo>
                    <a:pt x="511" y="624"/>
                  </a:lnTo>
                  <a:lnTo>
                    <a:pt x="515" y="604"/>
                  </a:lnTo>
                  <a:lnTo>
                    <a:pt x="537" y="566"/>
                  </a:lnTo>
                  <a:lnTo>
                    <a:pt x="551" y="532"/>
                  </a:lnTo>
                  <a:lnTo>
                    <a:pt x="557" y="495"/>
                  </a:lnTo>
                  <a:lnTo>
                    <a:pt x="583" y="453"/>
                  </a:lnTo>
                  <a:lnTo>
                    <a:pt x="583" y="453"/>
                  </a:lnTo>
                  <a:lnTo>
                    <a:pt x="595" y="417"/>
                  </a:lnTo>
                  <a:lnTo>
                    <a:pt x="595" y="417"/>
                  </a:lnTo>
                  <a:lnTo>
                    <a:pt x="607" y="379"/>
                  </a:lnTo>
                  <a:lnTo>
                    <a:pt x="667" y="327"/>
                  </a:lnTo>
                  <a:lnTo>
                    <a:pt x="667" y="327"/>
                  </a:lnTo>
                  <a:lnTo>
                    <a:pt x="671" y="313"/>
                  </a:lnTo>
                  <a:lnTo>
                    <a:pt x="675" y="297"/>
                  </a:lnTo>
                  <a:lnTo>
                    <a:pt x="667" y="285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83" name="Freeform 105">
              <a:extLst>
                <a:ext uri="{FF2B5EF4-FFF2-40B4-BE49-F238E27FC236}">
                  <a16:creationId xmlns:a16="http://schemas.microsoft.com/office/drawing/2014/main" id="{ADE2B122-D2FC-E3A8-82D6-F87561492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0600" y="12050713"/>
              <a:ext cx="431800" cy="803275"/>
            </a:xfrm>
            <a:custGeom>
              <a:avLst/>
              <a:gdLst>
                <a:gd name="T0" fmla="*/ 129 w 272"/>
                <a:gd name="T1" fmla="*/ 496 h 506"/>
                <a:gd name="T2" fmla="*/ 145 w 272"/>
                <a:gd name="T3" fmla="*/ 451 h 506"/>
                <a:gd name="T4" fmla="*/ 169 w 272"/>
                <a:gd name="T5" fmla="*/ 433 h 506"/>
                <a:gd name="T6" fmla="*/ 220 w 272"/>
                <a:gd name="T7" fmla="*/ 403 h 506"/>
                <a:gd name="T8" fmla="*/ 236 w 272"/>
                <a:gd name="T9" fmla="*/ 391 h 506"/>
                <a:gd name="T10" fmla="*/ 260 w 272"/>
                <a:gd name="T11" fmla="*/ 381 h 506"/>
                <a:gd name="T12" fmla="*/ 250 w 272"/>
                <a:gd name="T13" fmla="*/ 359 h 506"/>
                <a:gd name="T14" fmla="*/ 240 w 272"/>
                <a:gd name="T15" fmla="*/ 319 h 506"/>
                <a:gd name="T16" fmla="*/ 264 w 272"/>
                <a:gd name="T17" fmla="*/ 299 h 506"/>
                <a:gd name="T18" fmla="*/ 262 w 272"/>
                <a:gd name="T19" fmla="*/ 277 h 506"/>
                <a:gd name="T20" fmla="*/ 262 w 272"/>
                <a:gd name="T21" fmla="*/ 275 h 506"/>
                <a:gd name="T22" fmla="*/ 262 w 272"/>
                <a:gd name="T23" fmla="*/ 271 h 506"/>
                <a:gd name="T24" fmla="*/ 258 w 272"/>
                <a:gd name="T25" fmla="*/ 255 h 506"/>
                <a:gd name="T26" fmla="*/ 244 w 272"/>
                <a:gd name="T27" fmla="*/ 227 h 506"/>
                <a:gd name="T28" fmla="*/ 226 w 272"/>
                <a:gd name="T29" fmla="*/ 194 h 506"/>
                <a:gd name="T30" fmla="*/ 191 w 272"/>
                <a:gd name="T31" fmla="*/ 142 h 506"/>
                <a:gd name="T32" fmla="*/ 169 w 272"/>
                <a:gd name="T33" fmla="*/ 120 h 506"/>
                <a:gd name="T34" fmla="*/ 141 w 272"/>
                <a:gd name="T35" fmla="*/ 104 h 506"/>
                <a:gd name="T36" fmla="*/ 137 w 272"/>
                <a:gd name="T37" fmla="*/ 98 h 506"/>
                <a:gd name="T38" fmla="*/ 129 w 272"/>
                <a:gd name="T39" fmla="*/ 88 h 506"/>
                <a:gd name="T40" fmla="*/ 115 w 272"/>
                <a:gd name="T41" fmla="*/ 52 h 506"/>
                <a:gd name="T42" fmla="*/ 111 w 272"/>
                <a:gd name="T43" fmla="*/ 32 h 506"/>
                <a:gd name="T44" fmla="*/ 97 w 272"/>
                <a:gd name="T45" fmla="*/ 20 h 506"/>
                <a:gd name="T46" fmla="*/ 97 w 272"/>
                <a:gd name="T47" fmla="*/ 10 h 506"/>
                <a:gd name="T48" fmla="*/ 99 w 272"/>
                <a:gd name="T49" fmla="*/ 0 h 506"/>
                <a:gd name="T50" fmla="*/ 71 w 272"/>
                <a:gd name="T51" fmla="*/ 10 h 506"/>
                <a:gd name="T52" fmla="*/ 57 w 272"/>
                <a:gd name="T53" fmla="*/ 50 h 506"/>
                <a:gd name="T54" fmla="*/ 31 w 272"/>
                <a:gd name="T55" fmla="*/ 74 h 506"/>
                <a:gd name="T56" fmla="*/ 12 w 272"/>
                <a:gd name="T57" fmla="*/ 152 h 506"/>
                <a:gd name="T58" fmla="*/ 18 w 272"/>
                <a:gd name="T59" fmla="*/ 160 h 506"/>
                <a:gd name="T60" fmla="*/ 22 w 272"/>
                <a:gd name="T61" fmla="*/ 174 h 506"/>
                <a:gd name="T62" fmla="*/ 28 w 272"/>
                <a:gd name="T63" fmla="*/ 196 h 506"/>
                <a:gd name="T64" fmla="*/ 39 w 272"/>
                <a:gd name="T65" fmla="*/ 221 h 506"/>
                <a:gd name="T66" fmla="*/ 65 w 272"/>
                <a:gd name="T67" fmla="*/ 241 h 506"/>
                <a:gd name="T68" fmla="*/ 75 w 272"/>
                <a:gd name="T69" fmla="*/ 257 h 506"/>
                <a:gd name="T70" fmla="*/ 81 w 272"/>
                <a:gd name="T71" fmla="*/ 267 h 506"/>
                <a:gd name="T72" fmla="*/ 95 w 272"/>
                <a:gd name="T73" fmla="*/ 299 h 506"/>
                <a:gd name="T74" fmla="*/ 101 w 272"/>
                <a:gd name="T75" fmla="*/ 333 h 506"/>
                <a:gd name="T76" fmla="*/ 99 w 272"/>
                <a:gd name="T77" fmla="*/ 353 h 506"/>
                <a:gd name="T78" fmla="*/ 101 w 272"/>
                <a:gd name="T79" fmla="*/ 379 h 506"/>
                <a:gd name="T80" fmla="*/ 95 w 272"/>
                <a:gd name="T81" fmla="*/ 403 h 506"/>
                <a:gd name="T82" fmla="*/ 85 w 272"/>
                <a:gd name="T83" fmla="*/ 423 h 506"/>
                <a:gd name="T84" fmla="*/ 69 w 272"/>
                <a:gd name="T85" fmla="*/ 435 h 506"/>
                <a:gd name="T86" fmla="*/ 55 w 272"/>
                <a:gd name="T87" fmla="*/ 466 h 506"/>
                <a:gd name="T88" fmla="*/ 47 w 272"/>
                <a:gd name="T89" fmla="*/ 488 h 506"/>
                <a:gd name="T90" fmla="*/ 69 w 272"/>
                <a:gd name="T91" fmla="*/ 494 h 506"/>
                <a:gd name="T92" fmla="*/ 93 w 272"/>
                <a:gd name="T93" fmla="*/ 504 h 506"/>
                <a:gd name="T94" fmla="*/ 93 w 272"/>
                <a:gd name="T95" fmla="*/ 506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72" h="506">
                  <a:moveTo>
                    <a:pt x="107" y="496"/>
                  </a:moveTo>
                  <a:lnTo>
                    <a:pt x="129" y="496"/>
                  </a:lnTo>
                  <a:lnTo>
                    <a:pt x="143" y="482"/>
                  </a:lnTo>
                  <a:lnTo>
                    <a:pt x="145" y="451"/>
                  </a:lnTo>
                  <a:lnTo>
                    <a:pt x="161" y="445"/>
                  </a:lnTo>
                  <a:lnTo>
                    <a:pt x="169" y="433"/>
                  </a:lnTo>
                  <a:lnTo>
                    <a:pt x="177" y="433"/>
                  </a:lnTo>
                  <a:lnTo>
                    <a:pt x="220" y="403"/>
                  </a:lnTo>
                  <a:lnTo>
                    <a:pt x="228" y="405"/>
                  </a:lnTo>
                  <a:lnTo>
                    <a:pt x="236" y="391"/>
                  </a:lnTo>
                  <a:lnTo>
                    <a:pt x="246" y="393"/>
                  </a:lnTo>
                  <a:lnTo>
                    <a:pt x="260" y="381"/>
                  </a:lnTo>
                  <a:lnTo>
                    <a:pt x="254" y="371"/>
                  </a:lnTo>
                  <a:lnTo>
                    <a:pt x="250" y="359"/>
                  </a:lnTo>
                  <a:lnTo>
                    <a:pt x="240" y="349"/>
                  </a:lnTo>
                  <a:lnTo>
                    <a:pt x="240" y="319"/>
                  </a:lnTo>
                  <a:lnTo>
                    <a:pt x="244" y="303"/>
                  </a:lnTo>
                  <a:lnTo>
                    <a:pt x="264" y="299"/>
                  </a:lnTo>
                  <a:lnTo>
                    <a:pt x="272" y="291"/>
                  </a:lnTo>
                  <a:lnTo>
                    <a:pt x="262" y="277"/>
                  </a:lnTo>
                  <a:lnTo>
                    <a:pt x="262" y="277"/>
                  </a:lnTo>
                  <a:lnTo>
                    <a:pt x="262" y="275"/>
                  </a:lnTo>
                  <a:lnTo>
                    <a:pt x="262" y="271"/>
                  </a:lnTo>
                  <a:lnTo>
                    <a:pt x="262" y="271"/>
                  </a:lnTo>
                  <a:lnTo>
                    <a:pt x="258" y="265"/>
                  </a:lnTo>
                  <a:lnTo>
                    <a:pt x="258" y="255"/>
                  </a:lnTo>
                  <a:lnTo>
                    <a:pt x="252" y="245"/>
                  </a:lnTo>
                  <a:lnTo>
                    <a:pt x="244" y="227"/>
                  </a:lnTo>
                  <a:lnTo>
                    <a:pt x="240" y="215"/>
                  </a:lnTo>
                  <a:lnTo>
                    <a:pt x="226" y="194"/>
                  </a:lnTo>
                  <a:lnTo>
                    <a:pt x="197" y="156"/>
                  </a:lnTo>
                  <a:lnTo>
                    <a:pt x="191" y="142"/>
                  </a:lnTo>
                  <a:lnTo>
                    <a:pt x="179" y="132"/>
                  </a:lnTo>
                  <a:lnTo>
                    <a:pt x="169" y="120"/>
                  </a:lnTo>
                  <a:lnTo>
                    <a:pt x="149" y="114"/>
                  </a:lnTo>
                  <a:lnTo>
                    <a:pt x="141" y="104"/>
                  </a:lnTo>
                  <a:lnTo>
                    <a:pt x="137" y="98"/>
                  </a:lnTo>
                  <a:lnTo>
                    <a:pt x="137" y="98"/>
                  </a:lnTo>
                  <a:lnTo>
                    <a:pt x="129" y="88"/>
                  </a:lnTo>
                  <a:lnTo>
                    <a:pt x="129" y="88"/>
                  </a:lnTo>
                  <a:lnTo>
                    <a:pt x="123" y="68"/>
                  </a:lnTo>
                  <a:lnTo>
                    <a:pt x="115" y="52"/>
                  </a:lnTo>
                  <a:lnTo>
                    <a:pt x="109" y="42"/>
                  </a:lnTo>
                  <a:lnTo>
                    <a:pt x="111" y="32"/>
                  </a:lnTo>
                  <a:lnTo>
                    <a:pt x="105" y="24"/>
                  </a:lnTo>
                  <a:lnTo>
                    <a:pt x="97" y="20"/>
                  </a:lnTo>
                  <a:lnTo>
                    <a:pt x="97" y="20"/>
                  </a:lnTo>
                  <a:lnTo>
                    <a:pt x="97" y="10"/>
                  </a:lnTo>
                  <a:lnTo>
                    <a:pt x="97" y="10"/>
                  </a:lnTo>
                  <a:lnTo>
                    <a:pt x="99" y="0"/>
                  </a:lnTo>
                  <a:lnTo>
                    <a:pt x="83" y="4"/>
                  </a:lnTo>
                  <a:lnTo>
                    <a:pt x="71" y="10"/>
                  </a:lnTo>
                  <a:lnTo>
                    <a:pt x="69" y="30"/>
                  </a:lnTo>
                  <a:lnTo>
                    <a:pt x="57" y="50"/>
                  </a:lnTo>
                  <a:lnTo>
                    <a:pt x="49" y="60"/>
                  </a:lnTo>
                  <a:lnTo>
                    <a:pt x="31" y="74"/>
                  </a:lnTo>
                  <a:lnTo>
                    <a:pt x="0" y="146"/>
                  </a:lnTo>
                  <a:lnTo>
                    <a:pt x="12" y="152"/>
                  </a:lnTo>
                  <a:lnTo>
                    <a:pt x="18" y="160"/>
                  </a:lnTo>
                  <a:lnTo>
                    <a:pt x="18" y="160"/>
                  </a:lnTo>
                  <a:lnTo>
                    <a:pt x="22" y="174"/>
                  </a:lnTo>
                  <a:lnTo>
                    <a:pt x="22" y="174"/>
                  </a:lnTo>
                  <a:lnTo>
                    <a:pt x="20" y="184"/>
                  </a:lnTo>
                  <a:lnTo>
                    <a:pt x="28" y="196"/>
                  </a:lnTo>
                  <a:lnTo>
                    <a:pt x="31" y="207"/>
                  </a:lnTo>
                  <a:lnTo>
                    <a:pt x="39" y="221"/>
                  </a:lnTo>
                  <a:lnTo>
                    <a:pt x="57" y="241"/>
                  </a:lnTo>
                  <a:lnTo>
                    <a:pt x="65" y="241"/>
                  </a:lnTo>
                  <a:lnTo>
                    <a:pt x="73" y="251"/>
                  </a:lnTo>
                  <a:lnTo>
                    <a:pt x="75" y="257"/>
                  </a:lnTo>
                  <a:lnTo>
                    <a:pt x="79" y="261"/>
                  </a:lnTo>
                  <a:lnTo>
                    <a:pt x="81" y="267"/>
                  </a:lnTo>
                  <a:lnTo>
                    <a:pt x="93" y="277"/>
                  </a:lnTo>
                  <a:lnTo>
                    <a:pt x="95" y="299"/>
                  </a:lnTo>
                  <a:lnTo>
                    <a:pt x="105" y="317"/>
                  </a:lnTo>
                  <a:lnTo>
                    <a:pt x="101" y="333"/>
                  </a:lnTo>
                  <a:lnTo>
                    <a:pt x="105" y="345"/>
                  </a:lnTo>
                  <a:lnTo>
                    <a:pt x="99" y="353"/>
                  </a:lnTo>
                  <a:lnTo>
                    <a:pt x="101" y="363"/>
                  </a:lnTo>
                  <a:lnTo>
                    <a:pt x="101" y="379"/>
                  </a:lnTo>
                  <a:lnTo>
                    <a:pt x="93" y="391"/>
                  </a:lnTo>
                  <a:lnTo>
                    <a:pt x="95" y="403"/>
                  </a:lnTo>
                  <a:lnTo>
                    <a:pt x="91" y="417"/>
                  </a:lnTo>
                  <a:lnTo>
                    <a:pt x="85" y="423"/>
                  </a:lnTo>
                  <a:lnTo>
                    <a:pt x="73" y="433"/>
                  </a:lnTo>
                  <a:lnTo>
                    <a:pt x="69" y="435"/>
                  </a:lnTo>
                  <a:lnTo>
                    <a:pt x="67" y="449"/>
                  </a:lnTo>
                  <a:lnTo>
                    <a:pt x="55" y="466"/>
                  </a:lnTo>
                  <a:lnTo>
                    <a:pt x="55" y="478"/>
                  </a:lnTo>
                  <a:lnTo>
                    <a:pt x="47" y="488"/>
                  </a:lnTo>
                  <a:lnTo>
                    <a:pt x="59" y="490"/>
                  </a:lnTo>
                  <a:lnTo>
                    <a:pt x="69" y="494"/>
                  </a:lnTo>
                  <a:lnTo>
                    <a:pt x="83" y="498"/>
                  </a:lnTo>
                  <a:lnTo>
                    <a:pt x="93" y="504"/>
                  </a:lnTo>
                  <a:lnTo>
                    <a:pt x="93" y="506"/>
                  </a:lnTo>
                  <a:lnTo>
                    <a:pt x="93" y="506"/>
                  </a:lnTo>
                  <a:lnTo>
                    <a:pt x="107" y="49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84" name="Freeform 106">
              <a:extLst>
                <a:ext uri="{FF2B5EF4-FFF2-40B4-BE49-F238E27FC236}">
                  <a16:creationId xmlns:a16="http://schemas.microsoft.com/office/drawing/2014/main" id="{9B435F18-9486-67A4-9BDC-8E489EED4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3200" y="11993563"/>
              <a:ext cx="673100" cy="735013"/>
            </a:xfrm>
            <a:custGeom>
              <a:avLst/>
              <a:gdLst>
                <a:gd name="T0" fmla="*/ 410 w 424"/>
                <a:gd name="T1" fmla="*/ 283 h 463"/>
                <a:gd name="T2" fmla="*/ 404 w 424"/>
                <a:gd name="T3" fmla="*/ 236 h 463"/>
                <a:gd name="T4" fmla="*/ 402 w 424"/>
                <a:gd name="T5" fmla="*/ 226 h 463"/>
                <a:gd name="T6" fmla="*/ 418 w 424"/>
                <a:gd name="T7" fmla="*/ 176 h 463"/>
                <a:gd name="T8" fmla="*/ 376 w 424"/>
                <a:gd name="T9" fmla="*/ 152 h 463"/>
                <a:gd name="T10" fmla="*/ 338 w 424"/>
                <a:gd name="T11" fmla="*/ 122 h 463"/>
                <a:gd name="T12" fmla="*/ 328 w 424"/>
                <a:gd name="T13" fmla="*/ 110 h 463"/>
                <a:gd name="T14" fmla="*/ 306 w 424"/>
                <a:gd name="T15" fmla="*/ 114 h 463"/>
                <a:gd name="T16" fmla="*/ 299 w 424"/>
                <a:gd name="T17" fmla="*/ 108 h 463"/>
                <a:gd name="T18" fmla="*/ 273 w 424"/>
                <a:gd name="T19" fmla="*/ 114 h 463"/>
                <a:gd name="T20" fmla="*/ 263 w 424"/>
                <a:gd name="T21" fmla="*/ 130 h 463"/>
                <a:gd name="T22" fmla="*/ 237 w 424"/>
                <a:gd name="T23" fmla="*/ 142 h 463"/>
                <a:gd name="T24" fmla="*/ 219 w 424"/>
                <a:gd name="T25" fmla="*/ 110 h 463"/>
                <a:gd name="T26" fmla="*/ 211 w 424"/>
                <a:gd name="T27" fmla="*/ 94 h 463"/>
                <a:gd name="T28" fmla="*/ 207 w 424"/>
                <a:gd name="T29" fmla="*/ 82 h 463"/>
                <a:gd name="T30" fmla="*/ 189 w 424"/>
                <a:gd name="T31" fmla="*/ 92 h 463"/>
                <a:gd name="T32" fmla="*/ 181 w 424"/>
                <a:gd name="T33" fmla="*/ 124 h 463"/>
                <a:gd name="T34" fmla="*/ 159 w 424"/>
                <a:gd name="T35" fmla="*/ 142 h 463"/>
                <a:gd name="T36" fmla="*/ 133 w 424"/>
                <a:gd name="T37" fmla="*/ 122 h 463"/>
                <a:gd name="T38" fmla="*/ 111 w 424"/>
                <a:gd name="T39" fmla="*/ 110 h 463"/>
                <a:gd name="T40" fmla="*/ 109 w 424"/>
                <a:gd name="T41" fmla="*/ 102 h 463"/>
                <a:gd name="T42" fmla="*/ 94 w 424"/>
                <a:gd name="T43" fmla="*/ 82 h 463"/>
                <a:gd name="T44" fmla="*/ 94 w 424"/>
                <a:gd name="T45" fmla="*/ 66 h 463"/>
                <a:gd name="T46" fmla="*/ 76 w 424"/>
                <a:gd name="T47" fmla="*/ 58 h 463"/>
                <a:gd name="T48" fmla="*/ 74 w 424"/>
                <a:gd name="T49" fmla="*/ 50 h 463"/>
                <a:gd name="T50" fmla="*/ 50 w 424"/>
                <a:gd name="T51" fmla="*/ 48 h 463"/>
                <a:gd name="T52" fmla="*/ 22 w 424"/>
                <a:gd name="T53" fmla="*/ 16 h 463"/>
                <a:gd name="T54" fmla="*/ 18 w 424"/>
                <a:gd name="T55" fmla="*/ 2 h 463"/>
                <a:gd name="T56" fmla="*/ 12 w 424"/>
                <a:gd name="T57" fmla="*/ 18 h 463"/>
                <a:gd name="T58" fmla="*/ 18 w 424"/>
                <a:gd name="T59" fmla="*/ 100 h 463"/>
                <a:gd name="T60" fmla="*/ 60 w 424"/>
                <a:gd name="T61" fmla="*/ 144 h 463"/>
                <a:gd name="T62" fmla="*/ 58 w 424"/>
                <a:gd name="T63" fmla="*/ 174 h 463"/>
                <a:gd name="T64" fmla="*/ 46 w 424"/>
                <a:gd name="T65" fmla="*/ 188 h 463"/>
                <a:gd name="T66" fmla="*/ 44 w 424"/>
                <a:gd name="T67" fmla="*/ 249 h 463"/>
                <a:gd name="T68" fmla="*/ 96 w 424"/>
                <a:gd name="T69" fmla="*/ 273 h 463"/>
                <a:gd name="T70" fmla="*/ 123 w 424"/>
                <a:gd name="T71" fmla="*/ 331 h 463"/>
                <a:gd name="T72" fmla="*/ 167 w 424"/>
                <a:gd name="T73" fmla="*/ 395 h 463"/>
                <a:gd name="T74" fmla="*/ 207 w 424"/>
                <a:gd name="T75" fmla="*/ 321 h 463"/>
                <a:gd name="T76" fmla="*/ 225 w 424"/>
                <a:gd name="T77" fmla="*/ 411 h 463"/>
                <a:gd name="T78" fmla="*/ 310 w 424"/>
                <a:gd name="T79" fmla="*/ 449 h 463"/>
                <a:gd name="T80" fmla="*/ 372 w 424"/>
                <a:gd name="T81" fmla="*/ 435 h 463"/>
                <a:gd name="T82" fmla="*/ 410 w 424"/>
                <a:gd name="T83" fmla="*/ 385 h 463"/>
                <a:gd name="T84" fmla="*/ 422 w 424"/>
                <a:gd name="T85" fmla="*/ 345 h 463"/>
                <a:gd name="T86" fmla="*/ 422 w 424"/>
                <a:gd name="T87" fmla="*/ 313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24" h="463">
                  <a:moveTo>
                    <a:pt x="422" y="313"/>
                  </a:moveTo>
                  <a:lnTo>
                    <a:pt x="418" y="297"/>
                  </a:lnTo>
                  <a:lnTo>
                    <a:pt x="410" y="283"/>
                  </a:lnTo>
                  <a:lnTo>
                    <a:pt x="406" y="255"/>
                  </a:lnTo>
                  <a:lnTo>
                    <a:pt x="402" y="241"/>
                  </a:lnTo>
                  <a:lnTo>
                    <a:pt x="404" y="236"/>
                  </a:lnTo>
                  <a:lnTo>
                    <a:pt x="404" y="236"/>
                  </a:lnTo>
                  <a:lnTo>
                    <a:pt x="402" y="226"/>
                  </a:lnTo>
                  <a:lnTo>
                    <a:pt x="402" y="226"/>
                  </a:lnTo>
                  <a:lnTo>
                    <a:pt x="410" y="200"/>
                  </a:lnTo>
                  <a:lnTo>
                    <a:pt x="418" y="190"/>
                  </a:lnTo>
                  <a:lnTo>
                    <a:pt x="418" y="176"/>
                  </a:lnTo>
                  <a:lnTo>
                    <a:pt x="412" y="164"/>
                  </a:lnTo>
                  <a:lnTo>
                    <a:pt x="390" y="156"/>
                  </a:lnTo>
                  <a:lnTo>
                    <a:pt x="376" y="152"/>
                  </a:lnTo>
                  <a:lnTo>
                    <a:pt x="370" y="146"/>
                  </a:lnTo>
                  <a:lnTo>
                    <a:pt x="358" y="130"/>
                  </a:lnTo>
                  <a:lnTo>
                    <a:pt x="338" y="122"/>
                  </a:lnTo>
                  <a:lnTo>
                    <a:pt x="338" y="122"/>
                  </a:lnTo>
                  <a:lnTo>
                    <a:pt x="328" y="110"/>
                  </a:lnTo>
                  <a:lnTo>
                    <a:pt x="328" y="110"/>
                  </a:lnTo>
                  <a:lnTo>
                    <a:pt x="322" y="104"/>
                  </a:lnTo>
                  <a:lnTo>
                    <a:pt x="322" y="104"/>
                  </a:lnTo>
                  <a:lnTo>
                    <a:pt x="306" y="114"/>
                  </a:lnTo>
                  <a:lnTo>
                    <a:pt x="306" y="114"/>
                  </a:lnTo>
                  <a:lnTo>
                    <a:pt x="299" y="108"/>
                  </a:lnTo>
                  <a:lnTo>
                    <a:pt x="299" y="108"/>
                  </a:lnTo>
                  <a:lnTo>
                    <a:pt x="287" y="108"/>
                  </a:lnTo>
                  <a:lnTo>
                    <a:pt x="277" y="104"/>
                  </a:lnTo>
                  <a:lnTo>
                    <a:pt x="273" y="114"/>
                  </a:lnTo>
                  <a:lnTo>
                    <a:pt x="273" y="120"/>
                  </a:lnTo>
                  <a:lnTo>
                    <a:pt x="273" y="126"/>
                  </a:lnTo>
                  <a:lnTo>
                    <a:pt x="263" y="130"/>
                  </a:lnTo>
                  <a:lnTo>
                    <a:pt x="259" y="140"/>
                  </a:lnTo>
                  <a:lnTo>
                    <a:pt x="251" y="146"/>
                  </a:lnTo>
                  <a:lnTo>
                    <a:pt x="237" y="142"/>
                  </a:lnTo>
                  <a:lnTo>
                    <a:pt x="231" y="124"/>
                  </a:lnTo>
                  <a:lnTo>
                    <a:pt x="219" y="110"/>
                  </a:lnTo>
                  <a:lnTo>
                    <a:pt x="219" y="110"/>
                  </a:lnTo>
                  <a:lnTo>
                    <a:pt x="219" y="98"/>
                  </a:lnTo>
                  <a:lnTo>
                    <a:pt x="219" y="98"/>
                  </a:lnTo>
                  <a:lnTo>
                    <a:pt x="211" y="94"/>
                  </a:lnTo>
                  <a:lnTo>
                    <a:pt x="211" y="94"/>
                  </a:lnTo>
                  <a:lnTo>
                    <a:pt x="207" y="82"/>
                  </a:lnTo>
                  <a:lnTo>
                    <a:pt x="207" y="82"/>
                  </a:lnTo>
                  <a:lnTo>
                    <a:pt x="197" y="78"/>
                  </a:lnTo>
                  <a:lnTo>
                    <a:pt x="189" y="78"/>
                  </a:lnTo>
                  <a:lnTo>
                    <a:pt x="189" y="92"/>
                  </a:lnTo>
                  <a:lnTo>
                    <a:pt x="191" y="98"/>
                  </a:lnTo>
                  <a:lnTo>
                    <a:pt x="183" y="112"/>
                  </a:lnTo>
                  <a:lnTo>
                    <a:pt x="181" y="124"/>
                  </a:lnTo>
                  <a:lnTo>
                    <a:pt x="173" y="140"/>
                  </a:lnTo>
                  <a:lnTo>
                    <a:pt x="159" y="142"/>
                  </a:lnTo>
                  <a:lnTo>
                    <a:pt x="159" y="142"/>
                  </a:lnTo>
                  <a:lnTo>
                    <a:pt x="149" y="132"/>
                  </a:lnTo>
                  <a:lnTo>
                    <a:pt x="149" y="132"/>
                  </a:lnTo>
                  <a:lnTo>
                    <a:pt x="133" y="122"/>
                  </a:lnTo>
                  <a:lnTo>
                    <a:pt x="117" y="116"/>
                  </a:lnTo>
                  <a:lnTo>
                    <a:pt x="111" y="110"/>
                  </a:lnTo>
                  <a:lnTo>
                    <a:pt x="111" y="110"/>
                  </a:lnTo>
                  <a:lnTo>
                    <a:pt x="111" y="106"/>
                  </a:lnTo>
                  <a:lnTo>
                    <a:pt x="109" y="102"/>
                  </a:lnTo>
                  <a:lnTo>
                    <a:pt x="109" y="102"/>
                  </a:lnTo>
                  <a:lnTo>
                    <a:pt x="102" y="94"/>
                  </a:lnTo>
                  <a:lnTo>
                    <a:pt x="94" y="82"/>
                  </a:lnTo>
                  <a:lnTo>
                    <a:pt x="94" y="82"/>
                  </a:lnTo>
                  <a:lnTo>
                    <a:pt x="98" y="70"/>
                  </a:lnTo>
                  <a:lnTo>
                    <a:pt x="98" y="70"/>
                  </a:lnTo>
                  <a:lnTo>
                    <a:pt x="94" y="66"/>
                  </a:lnTo>
                  <a:lnTo>
                    <a:pt x="82" y="64"/>
                  </a:lnTo>
                  <a:lnTo>
                    <a:pt x="82" y="64"/>
                  </a:lnTo>
                  <a:lnTo>
                    <a:pt x="76" y="58"/>
                  </a:lnTo>
                  <a:lnTo>
                    <a:pt x="76" y="58"/>
                  </a:lnTo>
                  <a:lnTo>
                    <a:pt x="76" y="54"/>
                  </a:lnTo>
                  <a:lnTo>
                    <a:pt x="74" y="50"/>
                  </a:lnTo>
                  <a:lnTo>
                    <a:pt x="74" y="50"/>
                  </a:lnTo>
                  <a:lnTo>
                    <a:pt x="58" y="50"/>
                  </a:lnTo>
                  <a:lnTo>
                    <a:pt x="50" y="48"/>
                  </a:lnTo>
                  <a:lnTo>
                    <a:pt x="32" y="30"/>
                  </a:lnTo>
                  <a:lnTo>
                    <a:pt x="32" y="30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2" y="18"/>
                  </a:lnTo>
                  <a:lnTo>
                    <a:pt x="0" y="30"/>
                  </a:lnTo>
                  <a:lnTo>
                    <a:pt x="2" y="62"/>
                  </a:lnTo>
                  <a:lnTo>
                    <a:pt x="18" y="100"/>
                  </a:lnTo>
                  <a:lnTo>
                    <a:pt x="36" y="124"/>
                  </a:lnTo>
                  <a:lnTo>
                    <a:pt x="60" y="144"/>
                  </a:lnTo>
                  <a:lnTo>
                    <a:pt x="60" y="144"/>
                  </a:lnTo>
                  <a:lnTo>
                    <a:pt x="66" y="160"/>
                  </a:lnTo>
                  <a:lnTo>
                    <a:pt x="66" y="160"/>
                  </a:lnTo>
                  <a:lnTo>
                    <a:pt x="58" y="174"/>
                  </a:lnTo>
                  <a:lnTo>
                    <a:pt x="58" y="174"/>
                  </a:lnTo>
                  <a:lnTo>
                    <a:pt x="46" y="188"/>
                  </a:lnTo>
                  <a:lnTo>
                    <a:pt x="46" y="188"/>
                  </a:lnTo>
                  <a:lnTo>
                    <a:pt x="42" y="204"/>
                  </a:lnTo>
                  <a:lnTo>
                    <a:pt x="42" y="234"/>
                  </a:lnTo>
                  <a:lnTo>
                    <a:pt x="44" y="249"/>
                  </a:lnTo>
                  <a:lnTo>
                    <a:pt x="62" y="265"/>
                  </a:lnTo>
                  <a:lnTo>
                    <a:pt x="82" y="265"/>
                  </a:lnTo>
                  <a:lnTo>
                    <a:pt x="96" y="273"/>
                  </a:lnTo>
                  <a:lnTo>
                    <a:pt x="108" y="291"/>
                  </a:lnTo>
                  <a:lnTo>
                    <a:pt x="119" y="321"/>
                  </a:lnTo>
                  <a:lnTo>
                    <a:pt x="123" y="331"/>
                  </a:lnTo>
                  <a:lnTo>
                    <a:pt x="141" y="367"/>
                  </a:lnTo>
                  <a:lnTo>
                    <a:pt x="151" y="385"/>
                  </a:lnTo>
                  <a:lnTo>
                    <a:pt x="167" y="395"/>
                  </a:lnTo>
                  <a:lnTo>
                    <a:pt x="185" y="361"/>
                  </a:lnTo>
                  <a:lnTo>
                    <a:pt x="191" y="337"/>
                  </a:lnTo>
                  <a:lnTo>
                    <a:pt x="207" y="321"/>
                  </a:lnTo>
                  <a:lnTo>
                    <a:pt x="223" y="335"/>
                  </a:lnTo>
                  <a:lnTo>
                    <a:pt x="225" y="365"/>
                  </a:lnTo>
                  <a:lnTo>
                    <a:pt x="225" y="411"/>
                  </a:lnTo>
                  <a:lnTo>
                    <a:pt x="237" y="423"/>
                  </a:lnTo>
                  <a:lnTo>
                    <a:pt x="273" y="445"/>
                  </a:lnTo>
                  <a:lnTo>
                    <a:pt x="310" y="449"/>
                  </a:lnTo>
                  <a:lnTo>
                    <a:pt x="352" y="453"/>
                  </a:lnTo>
                  <a:lnTo>
                    <a:pt x="364" y="463"/>
                  </a:lnTo>
                  <a:lnTo>
                    <a:pt x="372" y="435"/>
                  </a:lnTo>
                  <a:lnTo>
                    <a:pt x="382" y="421"/>
                  </a:lnTo>
                  <a:lnTo>
                    <a:pt x="396" y="403"/>
                  </a:lnTo>
                  <a:lnTo>
                    <a:pt x="410" y="385"/>
                  </a:lnTo>
                  <a:lnTo>
                    <a:pt x="416" y="373"/>
                  </a:lnTo>
                  <a:lnTo>
                    <a:pt x="422" y="345"/>
                  </a:lnTo>
                  <a:lnTo>
                    <a:pt x="422" y="345"/>
                  </a:lnTo>
                  <a:lnTo>
                    <a:pt x="424" y="337"/>
                  </a:lnTo>
                  <a:lnTo>
                    <a:pt x="424" y="337"/>
                  </a:lnTo>
                  <a:lnTo>
                    <a:pt x="422" y="313"/>
                  </a:lnTo>
                  <a:lnTo>
                    <a:pt x="422" y="313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85" name="Freeform 107">
              <a:extLst>
                <a:ext uri="{FF2B5EF4-FFF2-40B4-BE49-F238E27FC236}">
                  <a16:creationId xmlns:a16="http://schemas.microsoft.com/office/drawing/2014/main" id="{50F882E0-05E6-A514-1BEE-BA2400069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850" y="11722100"/>
              <a:ext cx="549275" cy="503238"/>
            </a:xfrm>
            <a:custGeom>
              <a:avLst/>
              <a:gdLst>
                <a:gd name="T0" fmla="*/ 267 w 346"/>
                <a:gd name="T1" fmla="*/ 10 h 317"/>
                <a:gd name="T2" fmla="*/ 245 w 346"/>
                <a:gd name="T3" fmla="*/ 22 h 317"/>
                <a:gd name="T4" fmla="*/ 229 w 346"/>
                <a:gd name="T5" fmla="*/ 28 h 317"/>
                <a:gd name="T6" fmla="*/ 205 w 346"/>
                <a:gd name="T7" fmla="*/ 38 h 317"/>
                <a:gd name="T8" fmla="*/ 201 w 346"/>
                <a:gd name="T9" fmla="*/ 28 h 317"/>
                <a:gd name="T10" fmla="*/ 191 w 346"/>
                <a:gd name="T11" fmla="*/ 10 h 317"/>
                <a:gd name="T12" fmla="*/ 153 w 346"/>
                <a:gd name="T13" fmla="*/ 0 h 317"/>
                <a:gd name="T14" fmla="*/ 131 w 346"/>
                <a:gd name="T15" fmla="*/ 4 h 317"/>
                <a:gd name="T16" fmla="*/ 113 w 346"/>
                <a:gd name="T17" fmla="*/ 16 h 317"/>
                <a:gd name="T18" fmla="*/ 92 w 346"/>
                <a:gd name="T19" fmla="*/ 28 h 317"/>
                <a:gd name="T20" fmla="*/ 74 w 346"/>
                <a:gd name="T21" fmla="*/ 24 h 317"/>
                <a:gd name="T22" fmla="*/ 40 w 346"/>
                <a:gd name="T23" fmla="*/ 20 h 317"/>
                <a:gd name="T24" fmla="*/ 32 w 346"/>
                <a:gd name="T25" fmla="*/ 24 h 317"/>
                <a:gd name="T26" fmla="*/ 22 w 346"/>
                <a:gd name="T27" fmla="*/ 44 h 317"/>
                <a:gd name="T28" fmla="*/ 0 w 346"/>
                <a:gd name="T29" fmla="*/ 64 h 317"/>
                <a:gd name="T30" fmla="*/ 10 w 346"/>
                <a:gd name="T31" fmla="*/ 126 h 317"/>
                <a:gd name="T32" fmla="*/ 12 w 346"/>
                <a:gd name="T33" fmla="*/ 142 h 317"/>
                <a:gd name="T34" fmla="*/ 26 w 346"/>
                <a:gd name="T35" fmla="*/ 187 h 317"/>
                <a:gd name="T36" fmla="*/ 54 w 346"/>
                <a:gd name="T37" fmla="*/ 219 h 317"/>
                <a:gd name="T38" fmla="*/ 78 w 346"/>
                <a:gd name="T39" fmla="*/ 221 h 317"/>
                <a:gd name="T40" fmla="*/ 80 w 346"/>
                <a:gd name="T41" fmla="*/ 229 h 317"/>
                <a:gd name="T42" fmla="*/ 98 w 346"/>
                <a:gd name="T43" fmla="*/ 237 h 317"/>
                <a:gd name="T44" fmla="*/ 102 w 346"/>
                <a:gd name="T45" fmla="*/ 241 h 317"/>
                <a:gd name="T46" fmla="*/ 106 w 346"/>
                <a:gd name="T47" fmla="*/ 265 h 317"/>
                <a:gd name="T48" fmla="*/ 115 w 346"/>
                <a:gd name="T49" fmla="*/ 277 h 317"/>
                <a:gd name="T50" fmla="*/ 137 w 346"/>
                <a:gd name="T51" fmla="*/ 293 h 317"/>
                <a:gd name="T52" fmla="*/ 153 w 346"/>
                <a:gd name="T53" fmla="*/ 303 h 317"/>
                <a:gd name="T54" fmla="*/ 185 w 346"/>
                <a:gd name="T55" fmla="*/ 295 h 317"/>
                <a:gd name="T56" fmla="*/ 193 w 346"/>
                <a:gd name="T57" fmla="*/ 263 h 317"/>
                <a:gd name="T58" fmla="*/ 201 w 346"/>
                <a:gd name="T59" fmla="*/ 249 h 317"/>
                <a:gd name="T60" fmla="*/ 215 w 346"/>
                <a:gd name="T61" fmla="*/ 265 h 317"/>
                <a:gd name="T62" fmla="*/ 223 w 346"/>
                <a:gd name="T63" fmla="*/ 269 h 317"/>
                <a:gd name="T64" fmla="*/ 241 w 346"/>
                <a:gd name="T65" fmla="*/ 313 h 317"/>
                <a:gd name="T66" fmla="*/ 267 w 346"/>
                <a:gd name="T67" fmla="*/ 301 h 317"/>
                <a:gd name="T68" fmla="*/ 277 w 346"/>
                <a:gd name="T69" fmla="*/ 285 h 317"/>
                <a:gd name="T70" fmla="*/ 291 w 346"/>
                <a:gd name="T71" fmla="*/ 279 h 317"/>
                <a:gd name="T72" fmla="*/ 310 w 346"/>
                <a:gd name="T73" fmla="*/ 285 h 317"/>
                <a:gd name="T74" fmla="*/ 326 w 346"/>
                <a:gd name="T75" fmla="*/ 275 h 317"/>
                <a:gd name="T76" fmla="*/ 326 w 346"/>
                <a:gd name="T77" fmla="*/ 261 h 317"/>
                <a:gd name="T78" fmla="*/ 326 w 346"/>
                <a:gd name="T79" fmla="*/ 225 h 317"/>
                <a:gd name="T80" fmla="*/ 328 w 346"/>
                <a:gd name="T81" fmla="*/ 185 h 317"/>
                <a:gd name="T82" fmla="*/ 340 w 346"/>
                <a:gd name="T83" fmla="*/ 181 h 317"/>
                <a:gd name="T84" fmla="*/ 344 w 346"/>
                <a:gd name="T85" fmla="*/ 165 h 317"/>
                <a:gd name="T86" fmla="*/ 342 w 346"/>
                <a:gd name="T87" fmla="*/ 157 h 317"/>
                <a:gd name="T88" fmla="*/ 334 w 346"/>
                <a:gd name="T89" fmla="*/ 126 h 317"/>
                <a:gd name="T90" fmla="*/ 316 w 346"/>
                <a:gd name="T91" fmla="*/ 112 h 317"/>
                <a:gd name="T92" fmla="*/ 320 w 346"/>
                <a:gd name="T93" fmla="*/ 90 h 317"/>
                <a:gd name="T94" fmla="*/ 314 w 346"/>
                <a:gd name="T95" fmla="*/ 76 h 317"/>
                <a:gd name="T96" fmla="*/ 314 w 346"/>
                <a:gd name="T97" fmla="*/ 56 h 317"/>
                <a:gd name="T98" fmla="*/ 293 w 346"/>
                <a:gd name="T99" fmla="*/ 26 h 317"/>
                <a:gd name="T100" fmla="*/ 285 w 346"/>
                <a:gd name="T101" fmla="*/ 4 h 317"/>
                <a:gd name="T102" fmla="*/ 285 w 346"/>
                <a:gd name="T103" fmla="*/ 2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46" h="317">
                  <a:moveTo>
                    <a:pt x="279" y="4"/>
                  </a:moveTo>
                  <a:lnTo>
                    <a:pt x="267" y="10"/>
                  </a:lnTo>
                  <a:lnTo>
                    <a:pt x="267" y="10"/>
                  </a:lnTo>
                  <a:lnTo>
                    <a:pt x="257" y="20"/>
                  </a:lnTo>
                  <a:lnTo>
                    <a:pt x="257" y="20"/>
                  </a:lnTo>
                  <a:lnTo>
                    <a:pt x="245" y="22"/>
                  </a:lnTo>
                  <a:lnTo>
                    <a:pt x="245" y="22"/>
                  </a:lnTo>
                  <a:lnTo>
                    <a:pt x="229" y="28"/>
                  </a:lnTo>
                  <a:lnTo>
                    <a:pt x="229" y="28"/>
                  </a:lnTo>
                  <a:lnTo>
                    <a:pt x="211" y="42"/>
                  </a:lnTo>
                  <a:lnTo>
                    <a:pt x="211" y="42"/>
                  </a:lnTo>
                  <a:lnTo>
                    <a:pt x="205" y="38"/>
                  </a:lnTo>
                  <a:lnTo>
                    <a:pt x="205" y="38"/>
                  </a:lnTo>
                  <a:lnTo>
                    <a:pt x="201" y="28"/>
                  </a:lnTo>
                  <a:lnTo>
                    <a:pt x="201" y="28"/>
                  </a:lnTo>
                  <a:lnTo>
                    <a:pt x="203" y="24"/>
                  </a:lnTo>
                  <a:lnTo>
                    <a:pt x="203" y="24"/>
                  </a:lnTo>
                  <a:lnTo>
                    <a:pt x="191" y="10"/>
                  </a:lnTo>
                  <a:lnTo>
                    <a:pt x="191" y="10"/>
                  </a:lnTo>
                  <a:lnTo>
                    <a:pt x="179" y="2"/>
                  </a:lnTo>
                  <a:lnTo>
                    <a:pt x="153" y="0"/>
                  </a:lnTo>
                  <a:lnTo>
                    <a:pt x="135" y="2"/>
                  </a:lnTo>
                  <a:lnTo>
                    <a:pt x="135" y="2"/>
                  </a:lnTo>
                  <a:lnTo>
                    <a:pt x="131" y="4"/>
                  </a:lnTo>
                  <a:lnTo>
                    <a:pt x="131" y="4"/>
                  </a:lnTo>
                  <a:lnTo>
                    <a:pt x="113" y="16"/>
                  </a:lnTo>
                  <a:lnTo>
                    <a:pt x="113" y="16"/>
                  </a:lnTo>
                  <a:lnTo>
                    <a:pt x="96" y="28"/>
                  </a:lnTo>
                  <a:lnTo>
                    <a:pt x="96" y="28"/>
                  </a:lnTo>
                  <a:lnTo>
                    <a:pt x="92" y="28"/>
                  </a:lnTo>
                  <a:lnTo>
                    <a:pt x="88" y="26"/>
                  </a:lnTo>
                  <a:lnTo>
                    <a:pt x="88" y="26"/>
                  </a:lnTo>
                  <a:lnTo>
                    <a:pt x="74" y="24"/>
                  </a:lnTo>
                  <a:lnTo>
                    <a:pt x="66" y="22"/>
                  </a:lnTo>
                  <a:lnTo>
                    <a:pt x="66" y="22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0" y="34"/>
                  </a:lnTo>
                  <a:lnTo>
                    <a:pt x="30" y="34"/>
                  </a:lnTo>
                  <a:lnTo>
                    <a:pt x="22" y="44"/>
                  </a:lnTo>
                  <a:lnTo>
                    <a:pt x="22" y="64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0" y="118"/>
                  </a:lnTo>
                  <a:lnTo>
                    <a:pt x="0" y="118"/>
                  </a:lnTo>
                  <a:lnTo>
                    <a:pt x="10" y="126"/>
                  </a:lnTo>
                  <a:lnTo>
                    <a:pt x="8" y="132"/>
                  </a:lnTo>
                  <a:lnTo>
                    <a:pt x="12" y="142"/>
                  </a:lnTo>
                  <a:lnTo>
                    <a:pt x="12" y="142"/>
                  </a:lnTo>
                  <a:lnTo>
                    <a:pt x="22" y="173"/>
                  </a:lnTo>
                  <a:lnTo>
                    <a:pt x="22" y="173"/>
                  </a:lnTo>
                  <a:lnTo>
                    <a:pt x="26" y="187"/>
                  </a:lnTo>
                  <a:lnTo>
                    <a:pt x="26" y="187"/>
                  </a:lnTo>
                  <a:lnTo>
                    <a:pt x="36" y="201"/>
                  </a:lnTo>
                  <a:lnTo>
                    <a:pt x="54" y="219"/>
                  </a:lnTo>
                  <a:lnTo>
                    <a:pt x="62" y="221"/>
                  </a:lnTo>
                  <a:lnTo>
                    <a:pt x="62" y="221"/>
                  </a:lnTo>
                  <a:lnTo>
                    <a:pt x="78" y="221"/>
                  </a:lnTo>
                  <a:lnTo>
                    <a:pt x="78" y="221"/>
                  </a:lnTo>
                  <a:lnTo>
                    <a:pt x="80" y="225"/>
                  </a:lnTo>
                  <a:lnTo>
                    <a:pt x="80" y="229"/>
                  </a:lnTo>
                  <a:lnTo>
                    <a:pt x="80" y="229"/>
                  </a:lnTo>
                  <a:lnTo>
                    <a:pt x="86" y="235"/>
                  </a:lnTo>
                  <a:lnTo>
                    <a:pt x="98" y="237"/>
                  </a:lnTo>
                  <a:lnTo>
                    <a:pt x="98" y="237"/>
                  </a:lnTo>
                  <a:lnTo>
                    <a:pt x="102" y="241"/>
                  </a:lnTo>
                  <a:lnTo>
                    <a:pt x="102" y="241"/>
                  </a:lnTo>
                  <a:lnTo>
                    <a:pt x="98" y="253"/>
                  </a:lnTo>
                  <a:lnTo>
                    <a:pt x="106" y="265"/>
                  </a:lnTo>
                  <a:lnTo>
                    <a:pt x="106" y="265"/>
                  </a:lnTo>
                  <a:lnTo>
                    <a:pt x="113" y="273"/>
                  </a:lnTo>
                  <a:lnTo>
                    <a:pt x="113" y="273"/>
                  </a:lnTo>
                  <a:lnTo>
                    <a:pt x="115" y="277"/>
                  </a:lnTo>
                  <a:lnTo>
                    <a:pt x="115" y="281"/>
                  </a:lnTo>
                  <a:lnTo>
                    <a:pt x="121" y="287"/>
                  </a:lnTo>
                  <a:lnTo>
                    <a:pt x="137" y="293"/>
                  </a:lnTo>
                  <a:lnTo>
                    <a:pt x="137" y="293"/>
                  </a:lnTo>
                  <a:lnTo>
                    <a:pt x="153" y="303"/>
                  </a:lnTo>
                  <a:lnTo>
                    <a:pt x="153" y="303"/>
                  </a:lnTo>
                  <a:lnTo>
                    <a:pt x="163" y="313"/>
                  </a:lnTo>
                  <a:lnTo>
                    <a:pt x="177" y="311"/>
                  </a:lnTo>
                  <a:lnTo>
                    <a:pt x="185" y="295"/>
                  </a:lnTo>
                  <a:lnTo>
                    <a:pt x="187" y="283"/>
                  </a:lnTo>
                  <a:lnTo>
                    <a:pt x="195" y="269"/>
                  </a:lnTo>
                  <a:lnTo>
                    <a:pt x="193" y="263"/>
                  </a:lnTo>
                  <a:lnTo>
                    <a:pt x="193" y="249"/>
                  </a:lnTo>
                  <a:lnTo>
                    <a:pt x="201" y="249"/>
                  </a:lnTo>
                  <a:lnTo>
                    <a:pt x="201" y="249"/>
                  </a:lnTo>
                  <a:lnTo>
                    <a:pt x="211" y="253"/>
                  </a:lnTo>
                  <a:lnTo>
                    <a:pt x="211" y="253"/>
                  </a:lnTo>
                  <a:lnTo>
                    <a:pt x="215" y="265"/>
                  </a:lnTo>
                  <a:lnTo>
                    <a:pt x="215" y="265"/>
                  </a:lnTo>
                  <a:lnTo>
                    <a:pt x="223" y="269"/>
                  </a:lnTo>
                  <a:lnTo>
                    <a:pt x="223" y="269"/>
                  </a:lnTo>
                  <a:lnTo>
                    <a:pt x="223" y="281"/>
                  </a:lnTo>
                  <a:lnTo>
                    <a:pt x="235" y="295"/>
                  </a:lnTo>
                  <a:lnTo>
                    <a:pt x="241" y="313"/>
                  </a:lnTo>
                  <a:lnTo>
                    <a:pt x="255" y="317"/>
                  </a:lnTo>
                  <a:lnTo>
                    <a:pt x="263" y="311"/>
                  </a:lnTo>
                  <a:lnTo>
                    <a:pt x="267" y="301"/>
                  </a:lnTo>
                  <a:lnTo>
                    <a:pt x="277" y="297"/>
                  </a:lnTo>
                  <a:lnTo>
                    <a:pt x="277" y="291"/>
                  </a:lnTo>
                  <a:lnTo>
                    <a:pt x="277" y="285"/>
                  </a:lnTo>
                  <a:lnTo>
                    <a:pt x="281" y="275"/>
                  </a:lnTo>
                  <a:lnTo>
                    <a:pt x="291" y="279"/>
                  </a:lnTo>
                  <a:lnTo>
                    <a:pt x="291" y="279"/>
                  </a:lnTo>
                  <a:lnTo>
                    <a:pt x="303" y="279"/>
                  </a:lnTo>
                  <a:lnTo>
                    <a:pt x="303" y="279"/>
                  </a:lnTo>
                  <a:lnTo>
                    <a:pt x="310" y="285"/>
                  </a:lnTo>
                  <a:lnTo>
                    <a:pt x="326" y="275"/>
                  </a:lnTo>
                  <a:lnTo>
                    <a:pt x="326" y="275"/>
                  </a:lnTo>
                  <a:lnTo>
                    <a:pt x="326" y="275"/>
                  </a:lnTo>
                  <a:lnTo>
                    <a:pt x="326" y="273"/>
                  </a:lnTo>
                  <a:lnTo>
                    <a:pt x="326" y="273"/>
                  </a:lnTo>
                  <a:lnTo>
                    <a:pt x="326" y="261"/>
                  </a:lnTo>
                  <a:lnTo>
                    <a:pt x="330" y="239"/>
                  </a:lnTo>
                  <a:lnTo>
                    <a:pt x="330" y="239"/>
                  </a:lnTo>
                  <a:lnTo>
                    <a:pt x="326" y="225"/>
                  </a:lnTo>
                  <a:lnTo>
                    <a:pt x="326" y="225"/>
                  </a:lnTo>
                  <a:lnTo>
                    <a:pt x="322" y="207"/>
                  </a:lnTo>
                  <a:lnTo>
                    <a:pt x="328" y="185"/>
                  </a:lnTo>
                  <a:lnTo>
                    <a:pt x="328" y="185"/>
                  </a:lnTo>
                  <a:lnTo>
                    <a:pt x="340" y="181"/>
                  </a:lnTo>
                  <a:lnTo>
                    <a:pt x="340" y="181"/>
                  </a:lnTo>
                  <a:lnTo>
                    <a:pt x="346" y="173"/>
                  </a:lnTo>
                  <a:lnTo>
                    <a:pt x="346" y="173"/>
                  </a:lnTo>
                  <a:lnTo>
                    <a:pt x="344" y="165"/>
                  </a:lnTo>
                  <a:lnTo>
                    <a:pt x="344" y="165"/>
                  </a:lnTo>
                  <a:lnTo>
                    <a:pt x="342" y="157"/>
                  </a:lnTo>
                  <a:lnTo>
                    <a:pt x="342" y="157"/>
                  </a:lnTo>
                  <a:lnTo>
                    <a:pt x="340" y="136"/>
                  </a:lnTo>
                  <a:lnTo>
                    <a:pt x="340" y="136"/>
                  </a:lnTo>
                  <a:lnTo>
                    <a:pt x="334" y="126"/>
                  </a:lnTo>
                  <a:lnTo>
                    <a:pt x="334" y="126"/>
                  </a:lnTo>
                  <a:lnTo>
                    <a:pt x="316" y="112"/>
                  </a:lnTo>
                  <a:lnTo>
                    <a:pt x="316" y="112"/>
                  </a:lnTo>
                  <a:lnTo>
                    <a:pt x="316" y="104"/>
                  </a:lnTo>
                  <a:lnTo>
                    <a:pt x="316" y="104"/>
                  </a:lnTo>
                  <a:lnTo>
                    <a:pt x="320" y="90"/>
                  </a:lnTo>
                  <a:lnTo>
                    <a:pt x="320" y="90"/>
                  </a:lnTo>
                  <a:lnTo>
                    <a:pt x="314" y="76"/>
                  </a:lnTo>
                  <a:lnTo>
                    <a:pt x="314" y="76"/>
                  </a:lnTo>
                  <a:lnTo>
                    <a:pt x="314" y="70"/>
                  </a:lnTo>
                  <a:lnTo>
                    <a:pt x="314" y="70"/>
                  </a:lnTo>
                  <a:lnTo>
                    <a:pt x="314" y="56"/>
                  </a:lnTo>
                  <a:lnTo>
                    <a:pt x="308" y="50"/>
                  </a:lnTo>
                  <a:lnTo>
                    <a:pt x="293" y="26"/>
                  </a:lnTo>
                  <a:lnTo>
                    <a:pt x="293" y="26"/>
                  </a:lnTo>
                  <a:lnTo>
                    <a:pt x="291" y="14"/>
                  </a:lnTo>
                  <a:lnTo>
                    <a:pt x="291" y="14"/>
                  </a:lnTo>
                  <a:lnTo>
                    <a:pt x="285" y="4"/>
                  </a:lnTo>
                  <a:lnTo>
                    <a:pt x="285" y="4"/>
                  </a:lnTo>
                  <a:lnTo>
                    <a:pt x="285" y="2"/>
                  </a:lnTo>
                  <a:lnTo>
                    <a:pt x="285" y="2"/>
                  </a:lnTo>
                  <a:lnTo>
                    <a:pt x="279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86" name="Freeform 108">
              <a:extLst>
                <a:ext uri="{FF2B5EF4-FFF2-40B4-BE49-F238E27FC236}">
                  <a16:creationId xmlns:a16="http://schemas.microsoft.com/office/drawing/2014/main" id="{E23EC883-320A-C2D2-222F-7F06A89F0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4588" y="11807825"/>
              <a:ext cx="433387" cy="628650"/>
            </a:xfrm>
            <a:custGeom>
              <a:avLst/>
              <a:gdLst>
                <a:gd name="T0" fmla="*/ 193 w 273"/>
                <a:gd name="T1" fmla="*/ 392 h 396"/>
                <a:gd name="T2" fmla="*/ 211 w 273"/>
                <a:gd name="T3" fmla="*/ 388 h 396"/>
                <a:gd name="T4" fmla="*/ 231 w 273"/>
                <a:gd name="T5" fmla="*/ 390 h 396"/>
                <a:gd name="T6" fmla="*/ 243 w 273"/>
                <a:gd name="T7" fmla="*/ 384 h 396"/>
                <a:gd name="T8" fmla="*/ 269 w 273"/>
                <a:gd name="T9" fmla="*/ 382 h 396"/>
                <a:gd name="T10" fmla="*/ 249 w 273"/>
                <a:gd name="T11" fmla="*/ 351 h 396"/>
                <a:gd name="T12" fmla="*/ 249 w 273"/>
                <a:gd name="T13" fmla="*/ 321 h 396"/>
                <a:gd name="T14" fmla="*/ 253 w 273"/>
                <a:gd name="T15" fmla="*/ 305 h 396"/>
                <a:gd name="T16" fmla="*/ 265 w 273"/>
                <a:gd name="T17" fmla="*/ 291 h 396"/>
                <a:gd name="T18" fmla="*/ 273 w 273"/>
                <a:gd name="T19" fmla="*/ 277 h 396"/>
                <a:gd name="T20" fmla="*/ 243 w 273"/>
                <a:gd name="T21" fmla="*/ 241 h 396"/>
                <a:gd name="T22" fmla="*/ 209 w 273"/>
                <a:gd name="T23" fmla="*/ 179 h 396"/>
                <a:gd name="T24" fmla="*/ 205 w 273"/>
                <a:gd name="T25" fmla="*/ 145 h 396"/>
                <a:gd name="T26" fmla="*/ 197 w 273"/>
                <a:gd name="T27" fmla="*/ 117 h 396"/>
                <a:gd name="T28" fmla="*/ 195 w 273"/>
                <a:gd name="T29" fmla="*/ 80 h 396"/>
                <a:gd name="T30" fmla="*/ 179 w 273"/>
                <a:gd name="T31" fmla="*/ 64 h 396"/>
                <a:gd name="T32" fmla="*/ 102 w 273"/>
                <a:gd name="T33" fmla="*/ 22 h 396"/>
                <a:gd name="T34" fmla="*/ 90 w 273"/>
                <a:gd name="T35" fmla="*/ 0 h 396"/>
                <a:gd name="T36" fmla="*/ 78 w 273"/>
                <a:gd name="T37" fmla="*/ 12 h 396"/>
                <a:gd name="T38" fmla="*/ 44 w 273"/>
                <a:gd name="T39" fmla="*/ 30 h 396"/>
                <a:gd name="T40" fmla="*/ 24 w 273"/>
                <a:gd name="T41" fmla="*/ 88 h 396"/>
                <a:gd name="T42" fmla="*/ 24 w 273"/>
                <a:gd name="T43" fmla="*/ 101 h 396"/>
                <a:gd name="T44" fmla="*/ 2 w 273"/>
                <a:gd name="T45" fmla="*/ 153 h 396"/>
                <a:gd name="T46" fmla="*/ 0 w 273"/>
                <a:gd name="T47" fmla="*/ 163 h 396"/>
                <a:gd name="T48" fmla="*/ 0 w 273"/>
                <a:gd name="T49" fmla="*/ 173 h 396"/>
                <a:gd name="T50" fmla="*/ 14 w 273"/>
                <a:gd name="T51" fmla="*/ 185 h 396"/>
                <a:gd name="T52" fmla="*/ 18 w 273"/>
                <a:gd name="T53" fmla="*/ 205 h 396"/>
                <a:gd name="T54" fmla="*/ 26 w 273"/>
                <a:gd name="T55" fmla="*/ 221 h 396"/>
                <a:gd name="T56" fmla="*/ 32 w 273"/>
                <a:gd name="T57" fmla="*/ 241 h 396"/>
                <a:gd name="T58" fmla="*/ 44 w 273"/>
                <a:gd name="T59" fmla="*/ 257 h 396"/>
                <a:gd name="T60" fmla="*/ 72 w 273"/>
                <a:gd name="T61" fmla="*/ 273 h 396"/>
                <a:gd name="T62" fmla="*/ 94 w 273"/>
                <a:gd name="T63" fmla="*/ 295 h 396"/>
                <a:gd name="T64" fmla="*/ 129 w 273"/>
                <a:gd name="T65" fmla="*/ 347 h 396"/>
                <a:gd name="T66" fmla="*/ 147 w 273"/>
                <a:gd name="T67" fmla="*/ 380 h 396"/>
                <a:gd name="T68" fmla="*/ 171 w 273"/>
                <a:gd name="T69" fmla="*/ 396 h 396"/>
                <a:gd name="T70" fmla="*/ 193 w 273"/>
                <a:gd name="T71" fmla="*/ 392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73" h="396">
                  <a:moveTo>
                    <a:pt x="193" y="392"/>
                  </a:moveTo>
                  <a:lnTo>
                    <a:pt x="193" y="392"/>
                  </a:lnTo>
                  <a:lnTo>
                    <a:pt x="211" y="388"/>
                  </a:lnTo>
                  <a:lnTo>
                    <a:pt x="211" y="388"/>
                  </a:lnTo>
                  <a:lnTo>
                    <a:pt x="231" y="390"/>
                  </a:lnTo>
                  <a:lnTo>
                    <a:pt x="231" y="390"/>
                  </a:lnTo>
                  <a:lnTo>
                    <a:pt x="243" y="384"/>
                  </a:lnTo>
                  <a:lnTo>
                    <a:pt x="243" y="384"/>
                  </a:lnTo>
                  <a:lnTo>
                    <a:pt x="273" y="382"/>
                  </a:lnTo>
                  <a:lnTo>
                    <a:pt x="269" y="382"/>
                  </a:lnTo>
                  <a:lnTo>
                    <a:pt x="251" y="366"/>
                  </a:lnTo>
                  <a:lnTo>
                    <a:pt x="249" y="351"/>
                  </a:lnTo>
                  <a:lnTo>
                    <a:pt x="249" y="321"/>
                  </a:lnTo>
                  <a:lnTo>
                    <a:pt x="249" y="321"/>
                  </a:lnTo>
                  <a:lnTo>
                    <a:pt x="253" y="305"/>
                  </a:lnTo>
                  <a:lnTo>
                    <a:pt x="253" y="305"/>
                  </a:lnTo>
                  <a:lnTo>
                    <a:pt x="265" y="291"/>
                  </a:lnTo>
                  <a:lnTo>
                    <a:pt x="265" y="291"/>
                  </a:lnTo>
                  <a:lnTo>
                    <a:pt x="273" y="277"/>
                  </a:lnTo>
                  <a:lnTo>
                    <a:pt x="273" y="277"/>
                  </a:lnTo>
                  <a:lnTo>
                    <a:pt x="267" y="261"/>
                  </a:lnTo>
                  <a:lnTo>
                    <a:pt x="243" y="241"/>
                  </a:lnTo>
                  <a:lnTo>
                    <a:pt x="225" y="217"/>
                  </a:lnTo>
                  <a:lnTo>
                    <a:pt x="209" y="179"/>
                  </a:lnTo>
                  <a:lnTo>
                    <a:pt x="205" y="145"/>
                  </a:lnTo>
                  <a:lnTo>
                    <a:pt x="205" y="145"/>
                  </a:lnTo>
                  <a:lnTo>
                    <a:pt x="197" y="117"/>
                  </a:lnTo>
                  <a:lnTo>
                    <a:pt x="197" y="117"/>
                  </a:lnTo>
                  <a:lnTo>
                    <a:pt x="195" y="80"/>
                  </a:lnTo>
                  <a:lnTo>
                    <a:pt x="195" y="80"/>
                  </a:lnTo>
                  <a:lnTo>
                    <a:pt x="179" y="64"/>
                  </a:lnTo>
                  <a:lnTo>
                    <a:pt x="179" y="64"/>
                  </a:lnTo>
                  <a:lnTo>
                    <a:pt x="145" y="44"/>
                  </a:lnTo>
                  <a:lnTo>
                    <a:pt x="102" y="22"/>
                  </a:lnTo>
                  <a:lnTo>
                    <a:pt x="92" y="4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78" y="12"/>
                  </a:lnTo>
                  <a:lnTo>
                    <a:pt x="44" y="30"/>
                  </a:lnTo>
                  <a:lnTo>
                    <a:pt x="44" y="30"/>
                  </a:lnTo>
                  <a:lnTo>
                    <a:pt x="24" y="88"/>
                  </a:lnTo>
                  <a:lnTo>
                    <a:pt x="24" y="88"/>
                  </a:lnTo>
                  <a:lnTo>
                    <a:pt x="24" y="95"/>
                  </a:lnTo>
                  <a:lnTo>
                    <a:pt x="24" y="101"/>
                  </a:lnTo>
                  <a:lnTo>
                    <a:pt x="20" y="117"/>
                  </a:lnTo>
                  <a:lnTo>
                    <a:pt x="2" y="153"/>
                  </a:lnTo>
                  <a:lnTo>
                    <a:pt x="2" y="153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73"/>
                  </a:lnTo>
                  <a:lnTo>
                    <a:pt x="8" y="177"/>
                  </a:lnTo>
                  <a:lnTo>
                    <a:pt x="14" y="185"/>
                  </a:lnTo>
                  <a:lnTo>
                    <a:pt x="12" y="195"/>
                  </a:lnTo>
                  <a:lnTo>
                    <a:pt x="18" y="205"/>
                  </a:lnTo>
                  <a:lnTo>
                    <a:pt x="26" y="221"/>
                  </a:lnTo>
                  <a:lnTo>
                    <a:pt x="26" y="221"/>
                  </a:lnTo>
                  <a:lnTo>
                    <a:pt x="32" y="241"/>
                  </a:lnTo>
                  <a:lnTo>
                    <a:pt x="32" y="241"/>
                  </a:lnTo>
                  <a:lnTo>
                    <a:pt x="40" y="251"/>
                  </a:lnTo>
                  <a:lnTo>
                    <a:pt x="44" y="257"/>
                  </a:lnTo>
                  <a:lnTo>
                    <a:pt x="52" y="267"/>
                  </a:lnTo>
                  <a:lnTo>
                    <a:pt x="72" y="273"/>
                  </a:lnTo>
                  <a:lnTo>
                    <a:pt x="82" y="285"/>
                  </a:lnTo>
                  <a:lnTo>
                    <a:pt x="94" y="295"/>
                  </a:lnTo>
                  <a:lnTo>
                    <a:pt x="100" y="309"/>
                  </a:lnTo>
                  <a:lnTo>
                    <a:pt x="129" y="347"/>
                  </a:lnTo>
                  <a:lnTo>
                    <a:pt x="143" y="368"/>
                  </a:lnTo>
                  <a:lnTo>
                    <a:pt x="147" y="380"/>
                  </a:lnTo>
                  <a:lnTo>
                    <a:pt x="155" y="396"/>
                  </a:lnTo>
                  <a:lnTo>
                    <a:pt x="171" y="396"/>
                  </a:lnTo>
                  <a:lnTo>
                    <a:pt x="171" y="396"/>
                  </a:lnTo>
                  <a:lnTo>
                    <a:pt x="193" y="392"/>
                  </a:lnTo>
                  <a:lnTo>
                    <a:pt x="193" y="392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87" name="Freeform 109">
              <a:extLst>
                <a:ext uri="{FF2B5EF4-FFF2-40B4-BE49-F238E27FC236}">
                  <a16:creationId xmlns:a16="http://schemas.microsoft.com/office/drawing/2014/main" id="{4D42C77E-BA27-00D0-BA5C-93EAF4E24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738" y="12282488"/>
              <a:ext cx="776287" cy="1185863"/>
            </a:xfrm>
            <a:custGeom>
              <a:avLst/>
              <a:gdLst>
                <a:gd name="T0" fmla="*/ 177 w 489"/>
                <a:gd name="T1" fmla="*/ 721 h 747"/>
                <a:gd name="T2" fmla="*/ 211 w 489"/>
                <a:gd name="T3" fmla="*/ 709 h 747"/>
                <a:gd name="T4" fmla="*/ 231 w 489"/>
                <a:gd name="T5" fmla="*/ 725 h 747"/>
                <a:gd name="T6" fmla="*/ 259 w 489"/>
                <a:gd name="T7" fmla="*/ 713 h 747"/>
                <a:gd name="T8" fmla="*/ 308 w 489"/>
                <a:gd name="T9" fmla="*/ 655 h 747"/>
                <a:gd name="T10" fmla="*/ 338 w 489"/>
                <a:gd name="T11" fmla="*/ 615 h 747"/>
                <a:gd name="T12" fmla="*/ 390 w 489"/>
                <a:gd name="T13" fmla="*/ 591 h 747"/>
                <a:gd name="T14" fmla="*/ 426 w 489"/>
                <a:gd name="T15" fmla="*/ 597 h 747"/>
                <a:gd name="T16" fmla="*/ 484 w 489"/>
                <a:gd name="T17" fmla="*/ 613 h 747"/>
                <a:gd name="T18" fmla="*/ 489 w 489"/>
                <a:gd name="T19" fmla="*/ 589 h 747"/>
                <a:gd name="T20" fmla="*/ 450 w 489"/>
                <a:gd name="T21" fmla="*/ 540 h 747"/>
                <a:gd name="T22" fmla="*/ 418 w 489"/>
                <a:gd name="T23" fmla="*/ 502 h 747"/>
                <a:gd name="T24" fmla="*/ 372 w 489"/>
                <a:gd name="T25" fmla="*/ 484 h 747"/>
                <a:gd name="T26" fmla="*/ 360 w 489"/>
                <a:gd name="T27" fmla="*/ 464 h 747"/>
                <a:gd name="T28" fmla="*/ 362 w 489"/>
                <a:gd name="T29" fmla="*/ 428 h 747"/>
                <a:gd name="T30" fmla="*/ 362 w 489"/>
                <a:gd name="T31" fmla="*/ 374 h 747"/>
                <a:gd name="T32" fmla="*/ 336 w 489"/>
                <a:gd name="T33" fmla="*/ 348 h 747"/>
                <a:gd name="T34" fmla="*/ 322 w 489"/>
                <a:gd name="T35" fmla="*/ 332 h 747"/>
                <a:gd name="T36" fmla="*/ 336 w 489"/>
                <a:gd name="T37" fmla="*/ 289 h 747"/>
                <a:gd name="T38" fmla="*/ 358 w 489"/>
                <a:gd name="T39" fmla="*/ 271 h 747"/>
                <a:gd name="T40" fmla="*/ 368 w 489"/>
                <a:gd name="T41" fmla="*/ 233 h 747"/>
                <a:gd name="T42" fmla="*/ 372 w 489"/>
                <a:gd name="T43" fmla="*/ 199 h 747"/>
                <a:gd name="T44" fmla="*/ 362 w 489"/>
                <a:gd name="T45" fmla="*/ 153 h 747"/>
                <a:gd name="T46" fmla="*/ 346 w 489"/>
                <a:gd name="T47" fmla="*/ 115 h 747"/>
                <a:gd name="T48" fmla="*/ 332 w 489"/>
                <a:gd name="T49" fmla="*/ 95 h 747"/>
                <a:gd name="T50" fmla="*/ 298 w 489"/>
                <a:gd name="T51" fmla="*/ 61 h 747"/>
                <a:gd name="T52" fmla="*/ 287 w 489"/>
                <a:gd name="T53" fmla="*/ 38 h 747"/>
                <a:gd name="T54" fmla="*/ 285 w 489"/>
                <a:gd name="T55" fmla="*/ 14 h 747"/>
                <a:gd name="T56" fmla="*/ 265 w 489"/>
                <a:gd name="T57" fmla="*/ 6 h 747"/>
                <a:gd name="T58" fmla="*/ 217 w 489"/>
                <a:gd name="T59" fmla="*/ 67 h 747"/>
                <a:gd name="T60" fmla="*/ 203 w 489"/>
                <a:gd name="T61" fmla="*/ 83 h 747"/>
                <a:gd name="T62" fmla="*/ 197 w 489"/>
                <a:gd name="T63" fmla="*/ 107 h 747"/>
                <a:gd name="T64" fmla="*/ 189 w 489"/>
                <a:gd name="T65" fmla="*/ 113 h 747"/>
                <a:gd name="T66" fmla="*/ 161 w 489"/>
                <a:gd name="T67" fmla="*/ 135 h 747"/>
                <a:gd name="T68" fmla="*/ 135 w 489"/>
                <a:gd name="T69" fmla="*/ 175 h 747"/>
                <a:gd name="T70" fmla="*/ 127 w 489"/>
                <a:gd name="T71" fmla="*/ 225 h 747"/>
                <a:gd name="T72" fmla="*/ 107 w 489"/>
                <a:gd name="T73" fmla="*/ 269 h 747"/>
                <a:gd name="T74" fmla="*/ 80 w 489"/>
                <a:gd name="T75" fmla="*/ 309 h 747"/>
                <a:gd name="T76" fmla="*/ 62 w 489"/>
                <a:gd name="T77" fmla="*/ 384 h 747"/>
                <a:gd name="T78" fmla="*/ 48 w 489"/>
                <a:gd name="T79" fmla="*/ 428 h 747"/>
                <a:gd name="T80" fmla="*/ 28 w 489"/>
                <a:gd name="T81" fmla="*/ 470 h 747"/>
                <a:gd name="T82" fmla="*/ 6 w 489"/>
                <a:gd name="T83" fmla="*/ 536 h 747"/>
                <a:gd name="T84" fmla="*/ 20 w 489"/>
                <a:gd name="T85" fmla="*/ 568 h 747"/>
                <a:gd name="T86" fmla="*/ 14 w 489"/>
                <a:gd name="T87" fmla="*/ 591 h 747"/>
                <a:gd name="T88" fmla="*/ 8 w 489"/>
                <a:gd name="T89" fmla="*/ 627 h 747"/>
                <a:gd name="T90" fmla="*/ 44 w 489"/>
                <a:gd name="T91" fmla="*/ 611 h 747"/>
                <a:gd name="T92" fmla="*/ 70 w 489"/>
                <a:gd name="T93" fmla="*/ 629 h 747"/>
                <a:gd name="T94" fmla="*/ 96 w 489"/>
                <a:gd name="T95" fmla="*/ 661 h 747"/>
                <a:gd name="T96" fmla="*/ 94 w 489"/>
                <a:gd name="T97" fmla="*/ 679 h 747"/>
                <a:gd name="T98" fmla="*/ 98 w 489"/>
                <a:gd name="T99" fmla="*/ 701 h 747"/>
                <a:gd name="T100" fmla="*/ 100 w 489"/>
                <a:gd name="T101" fmla="*/ 709 h 747"/>
                <a:gd name="T102" fmla="*/ 125 w 489"/>
                <a:gd name="T103" fmla="*/ 745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9" h="747">
                  <a:moveTo>
                    <a:pt x="141" y="747"/>
                  </a:moveTo>
                  <a:lnTo>
                    <a:pt x="165" y="743"/>
                  </a:lnTo>
                  <a:lnTo>
                    <a:pt x="177" y="721"/>
                  </a:lnTo>
                  <a:lnTo>
                    <a:pt x="191" y="699"/>
                  </a:lnTo>
                  <a:lnTo>
                    <a:pt x="197" y="699"/>
                  </a:lnTo>
                  <a:lnTo>
                    <a:pt x="211" y="709"/>
                  </a:lnTo>
                  <a:lnTo>
                    <a:pt x="225" y="717"/>
                  </a:lnTo>
                  <a:lnTo>
                    <a:pt x="225" y="717"/>
                  </a:lnTo>
                  <a:lnTo>
                    <a:pt x="231" y="725"/>
                  </a:lnTo>
                  <a:lnTo>
                    <a:pt x="231" y="725"/>
                  </a:lnTo>
                  <a:lnTo>
                    <a:pt x="247" y="723"/>
                  </a:lnTo>
                  <a:lnTo>
                    <a:pt x="259" y="713"/>
                  </a:lnTo>
                  <a:lnTo>
                    <a:pt x="263" y="695"/>
                  </a:lnTo>
                  <a:lnTo>
                    <a:pt x="295" y="661"/>
                  </a:lnTo>
                  <a:lnTo>
                    <a:pt x="308" y="655"/>
                  </a:lnTo>
                  <a:lnTo>
                    <a:pt x="318" y="639"/>
                  </a:lnTo>
                  <a:lnTo>
                    <a:pt x="330" y="621"/>
                  </a:lnTo>
                  <a:lnTo>
                    <a:pt x="338" y="615"/>
                  </a:lnTo>
                  <a:lnTo>
                    <a:pt x="354" y="601"/>
                  </a:lnTo>
                  <a:lnTo>
                    <a:pt x="370" y="593"/>
                  </a:lnTo>
                  <a:lnTo>
                    <a:pt x="390" y="591"/>
                  </a:lnTo>
                  <a:lnTo>
                    <a:pt x="404" y="601"/>
                  </a:lnTo>
                  <a:lnTo>
                    <a:pt x="416" y="601"/>
                  </a:lnTo>
                  <a:lnTo>
                    <a:pt x="426" y="597"/>
                  </a:lnTo>
                  <a:lnTo>
                    <a:pt x="446" y="599"/>
                  </a:lnTo>
                  <a:lnTo>
                    <a:pt x="458" y="607"/>
                  </a:lnTo>
                  <a:lnTo>
                    <a:pt x="484" y="613"/>
                  </a:lnTo>
                  <a:lnTo>
                    <a:pt x="484" y="613"/>
                  </a:lnTo>
                  <a:lnTo>
                    <a:pt x="482" y="611"/>
                  </a:lnTo>
                  <a:lnTo>
                    <a:pt x="489" y="589"/>
                  </a:lnTo>
                  <a:lnTo>
                    <a:pt x="470" y="568"/>
                  </a:lnTo>
                  <a:lnTo>
                    <a:pt x="460" y="564"/>
                  </a:lnTo>
                  <a:lnTo>
                    <a:pt x="450" y="540"/>
                  </a:lnTo>
                  <a:lnTo>
                    <a:pt x="446" y="528"/>
                  </a:lnTo>
                  <a:lnTo>
                    <a:pt x="420" y="510"/>
                  </a:lnTo>
                  <a:lnTo>
                    <a:pt x="418" y="502"/>
                  </a:lnTo>
                  <a:lnTo>
                    <a:pt x="410" y="500"/>
                  </a:lnTo>
                  <a:lnTo>
                    <a:pt x="396" y="496"/>
                  </a:lnTo>
                  <a:lnTo>
                    <a:pt x="372" y="484"/>
                  </a:lnTo>
                  <a:lnTo>
                    <a:pt x="368" y="478"/>
                  </a:lnTo>
                  <a:lnTo>
                    <a:pt x="368" y="472"/>
                  </a:lnTo>
                  <a:lnTo>
                    <a:pt x="360" y="464"/>
                  </a:lnTo>
                  <a:lnTo>
                    <a:pt x="360" y="454"/>
                  </a:lnTo>
                  <a:lnTo>
                    <a:pt x="366" y="444"/>
                  </a:lnTo>
                  <a:lnTo>
                    <a:pt x="362" y="428"/>
                  </a:lnTo>
                  <a:lnTo>
                    <a:pt x="360" y="414"/>
                  </a:lnTo>
                  <a:lnTo>
                    <a:pt x="368" y="390"/>
                  </a:lnTo>
                  <a:lnTo>
                    <a:pt x="362" y="374"/>
                  </a:lnTo>
                  <a:lnTo>
                    <a:pt x="360" y="358"/>
                  </a:lnTo>
                  <a:lnTo>
                    <a:pt x="350" y="352"/>
                  </a:lnTo>
                  <a:lnTo>
                    <a:pt x="336" y="348"/>
                  </a:lnTo>
                  <a:lnTo>
                    <a:pt x="326" y="344"/>
                  </a:lnTo>
                  <a:lnTo>
                    <a:pt x="314" y="342"/>
                  </a:lnTo>
                  <a:lnTo>
                    <a:pt x="322" y="332"/>
                  </a:lnTo>
                  <a:lnTo>
                    <a:pt x="322" y="320"/>
                  </a:lnTo>
                  <a:lnTo>
                    <a:pt x="334" y="303"/>
                  </a:lnTo>
                  <a:lnTo>
                    <a:pt x="336" y="289"/>
                  </a:lnTo>
                  <a:lnTo>
                    <a:pt x="340" y="287"/>
                  </a:lnTo>
                  <a:lnTo>
                    <a:pt x="352" y="277"/>
                  </a:lnTo>
                  <a:lnTo>
                    <a:pt x="358" y="271"/>
                  </a:lnTo>
                  <a:lnTo>
                    <a:pt x="362" y="257"/>
                  </a:lnTo>
                  <a:lnTo>
                    <a:pt x="360" y="245"/>
                  </a:lnTo>
                  <a:lnTo>
                    <a:pt x="368" y="233"/>
                  </a:lnTo>
                  <a:lnTo>
                    <a:pt x="368" y="217"/>
                  </a:lnTo>
                  <a:lnTo>
                    <a:pt x="366" y="207"/>
                  </a:lnTo>
                  <a:lnTo>
                    <a:pt x="372" y="199"/>
                  </a:lnTo>
                  <a:lnTo>
                    <a:pt x="368" y="187"/>
                  </a:lnTo>
                  <a:lnTo>
                    <a:pt x="372" y="171"/>
                  </a:lnTo>
                  <a:lnTo>
                    <a:pt x="362" y="153"/>
                  </a:lnTo>
                  <a:lnTo>
                    <a:pt x="360" y="131"/>
                  </a:lnTo>
                  <a:lnTo>
                    <a:pt x="348" y="121"/>
                  </a:lnTo>
                  <a:lnTo>
                    <a:pt x="346" y="115"/>
                  </a:lnTo>
                  <a:lnTo>
                    <a:pt x="342" y="111"/>
                  </a:lnTo>
                  <a:lnTo>
                    <a:pt x="340" y="105"/>
                  </a:lnTo>
                  <a:lnTo>
                    <a:pt x="332" y="95"/>
                  </a:lnTo>
                  <a:lnTo>
                    <a:pt x="324" y="95"/>
                  </a:lnTo>
                  <a:lnTo>
                    <a:pt x="306" y="75"/>
                  </a:lnTo>
                  <a:lnTo>
                    <a:pt x="298" y="61"/>
                  </a:lnTo>
                  <a:lnTo>
                    <a:pt x="295" y="50"/>
                  </a:lnTo>
                  <a:lnTo>
                    <a:pt x="287" y="38"/>
                  </a:lnTo>
                  <a:lnTo>
                    <a:pt x="287" y="38"/>
                  </a:lnTo>
                  <a:lnTo>
                    <a:pt x="289" y="28"/>
                  </a:lnTo>
                  <a:lnTo>
                    <a:pt x="289" y="28"/>
                  </a:lnTo>
                  <a:lnTo>
                    <a:pt x="285" y="14"/>
                  </a:lnTo>
                  <a:lnTo>
                    <a:pt x="279" y="6"/>
                  </a:lnTo>
                  <a:lnTo>
                    <a:pt x="267" y="0"/>
                  </a:lnTo>
                  <a:lnTo>
                    <a:pt x="265" y="6"/>
                  </a:lnTo>
                  <a:lnTo>
                    <a:pt x="237" y="30"/>
                  </a:lnTo>
                  <a:lnTo>
                    <a:pt x="233" y="52"/>
                  </a:lnTo>
                  <a:lnTo>
                    <a:pt x="217" y="67"/>
                  </a:lnTo>
                  <a:lnTo>
                    <a:pt x="217" y="67"/>
                  </a:lnTo>
                  <a:lnTo>
                    <a:pt x="203" y="83"/>
                  </a:lnTo>
                  <a:lnTo>
                    <a:pt x="203" y="83"/>
                  </a:lnTo>
                  <a:lnTo>
                    <a:pt x="197" y="91"/>
                  </a:lnTo>
                  <a:lnTo>
                    <a:pt x="197" y="91"/>
                  </a:lnTo>
                  <a:lnTo>
                    <a:pt x="197" y="107"/>
                  </a:lnTo>
                  <a:lnTo>
                    <a:pt x="197" y="107"/>
                  </a:lnTo>
                  <a:lnTo>
                    <a:pt x="189" y="113"/>
                  </a:lnTo>
                  <a:lnTo>
                    <a:pt x="189" y="113"/>
                  </a:lnTo>
                  <a:lnTo>
                    <a:pt x="175" y="121"/>
                  </a:lnTo>
                  <a:lnTo>
                    <a:pt x="175" y="121"/>
                  </a:lnTo>
                  <a:lnTo>
                    <a:pt x="161" y="135"/>
                  </a:lnTo>
                  <a:lnTo>
                    <a:pt x="161" y="135"/>
                  </a:lnTo>
                  <a:lnTo>
                    <a:pt x="149" y="149"/>
                  </a:lnTo>
                  <a:lnTo>
                    <a:pt x="135" y="175"/>
                  </a:lnTo>
                  <a:lnTo>
                    <a:pt x="123" y="201"/>
                  </a:lnTo>
                  <a:lnTo>
                    <a:pt x="123" y="201"/>
                  </a:lnTo>
                  <a:lnTo>
                    <a:pt x="127" y="225"/>
                  </a:lnTo>
                  <a:lnTo>
                    <a:pt x="127" y="225"/>
                  </a:lnTo>
                  <a:lnTo>
                    <a:pt x="123" y="235"/>
                  </a:lnTo>
                  <a:lnTo>
                    <a:pt x="107" y="269"/>
                  </a:lnTo>
                  <a:lnTo>
                    <a:pt x="92" y="281"/>
                  </a:lnTo>
                  <a:lnTo>
                    <a:pt x="88" y="299"/>
                  </a:lnTo>
                  <a:lnTo>
                    <a:pt x="80" y="309"/>
                  </a:lnTo>
                  <a:lnTo>
                    <a:pt x="74" y="356"/>
                  </a:lnTo>
                  <a:lnTo>
                    <a:pt x="74" y="356"/>
                  </a:lnTo>
                  <a:lnTo>
                    <a:pt x="62" y="384"/>
                  </a:lnTo>
                  <a:lnTo>
                    <a:pt x="62" y="384"/>
                  </a:lnTo>
                  <a:lnTo>
                    <a:pt x="60" y="396"/>
                  </a:lnTo>
                  <a:lnTo>
                    <a:pt x="48" y="428"/>
                  </a:lnTo>
                  <a:lnTo>
                    <a:pt x="46" y="444"/>
                  </a:lnTo>
                  <a:lnTo>
                    <a:pt x="34" y="460"/>
                  </a:lnTo>
                  <a:lnTo>
                    <a:pt x="28" y="470"/>
                  </a:lnTo>
                  <a:lnTo>
                    <a:pt x="2" y="502"/>
                  </a:lnTo>
                  <a:lnTo>
                    <a:pt x="0" y="526"/>
                  </a:lnTo>
                  <a:lnTo>
                    <a:pt x="6" y="536"/>
                  </a:lnTo>
                  <a:lnTo>
                    <a:pt x="14" y="548"/>
                  </a:lnTo>
                  <a:lnTo>
                    <a:pt x="20" y="568"/>
                  </a:lnTo>
                  <a:lnTo>
                    <a:pt x="20" y="568"/>
                  </a:lnTo>
                  <a:lnTo>
                    <a:pt x="12" y="578"/>
                  </a:lnTo>
                  <a:lnTo>
                    <a:pt x="12" y="578"/>
                  </a:lnTo>
                  <a:lnTo>
                    <a:pt x="14" y="591"/>
                  </a:lnTo>
                  <a:lnTo>
                    <a:pt x="18" y="605"/>
                  </a:lnTo>
                  <a:lnTo>
                    <a:pt x="4" y="621"/>
                  </a:lnTo>
                  <a:lnTo>
                    <a:pt x="8" y="627"/>
                  </a:lnTo>
                  <a:lnTo>
                    <a:pt x="24" y="621"/>
                  </a:lnTo>
                  <a:lnTo>
                    <a:pt x="30" y="617"/>
                  </a:lnTo>
                  <a:lnTo>
                    <a:pt x="44" y="611"/>
                  </a:lnTo>
                  <a:lnTo>
                    <a:pt x="52" y="607"/>
                  </a:lnTo>
                  <a:lnTo>
                    <a:pt x="64" y="619"/>
                  </a:lnTo>
                  <a:lnTo>
                    <a:pt x="70" y="629"/>
                  </a:lnTo>
                  <a:lnTo>
                    <a:pt x="84" y="639"/>
                  </a:lnTo>
                  <a:lnTo>
                    <a:pt x="96" y="651"/>
                  </a:lnTo>
                  <a:lnTo>
                    <a:pt x="96" y="661"/>
                  </a:lnTo>
                  <a:lnTo>
                    <a:pt x="86" y="665"/>
                  </a:lnTo>
                  <a:lnTo>
                    <a:pt x="88" y="675"/>
                  </a:lnTo>
                  <a:lnTo>
                    <a:pt x="94" y="679"/>
                  </a:lnTo>
                  <a:lnTo>
                    <a:pt x="94" y="687"/>
                  </a:lnTo>
                  <a:lnTo>
                    <a:pt x="96" y="693"/>
                  </a:lnTo>
                  <a:lnTo>
                    <a:pt x="98" y="701"/>
                  </a:lnTo>
                  <a:lnTo>
                    <a:pt x="98" y="701"/>
                  </a:lnTo>
                  <a:lnTo>
                    <a:pt x="100" y="709"/>
                  </a:lnTo>
                  <a:lnTo>
                    <a:pt x="100" y="709"/>
                  </a:lnTo>
                  <a:lnTo>
                    <a:pt x="105" y="719"/>
                  </a:lnTo>
                  <a:lnTo>
                    <a:pt x="104" y="735"/>
                  </a:lnTo>
                  <a:lnTo>
                    <a:pt x="125" y="745"/>
                  </a:lnTo>
                  <a:lnTo>
                    <a:pt x="141" y="747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88" name="Freeform 110">
              <a:extLst>
                <a:ext uri="{FF2B5EF4-FFF2-40B4-BE49-F238E27FC236}">
                  <a16:creationId xmlns:a16="http://schemas.microsoft.com/office/drawing/2014/main" id="{E72C4354-29A0-9383-CC86-B144F89B3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8863" y="723900"/>
              <a:ext cx="606425" cy="1262063"/>
            </a:xfrm>
            <a:custGeom>
              <a:avLst/>
              <a:gdLst>
                <a:gd name="T0" fmla="*/ 370 w 382"/>
                <a:gd name="T1" fmla="*/ 251 h 795"/>
                <a:gd name="T2" fmla="*/ 366 w 382"/>
                <a:gd name="T3" fmla="*/ 180 h 795"/>
                <a:gd name="T4" fmla="*/ 336 w 382"/>
                <a:gd name="T5" fmla="*/ 120 h 795"/>
                <a:gd name="T6" fmla="*/ 348 w 382"/>
                <a:gd name="T7" fmla="*/ 76 h 795"/>
                <a:gd name="T8" fmla="*/ 338 w 382"/>
                <a:gd name="T9" fmla="*/ 24 h 795"/>
                <a:gd name="T10" fmla="*/ 308 w 382"/>
                <a:gd name="T11" fmla="*/ 2 h 795"/>
                <a:gd name="T12" fmla="*/ 257 w 382"/>
                <a:gd name="T13" fmla="*/ 44 h 795"/>
                <a:gd name="T14" fmla="*/ 281 w 382"/>
                <a:gd name="T15" fmla="*/ 146 h 795"/>
                <a:gd name="T16" fmla="*/ 241 w 382"/>
                <a:gd name="T17" fmla="*/ 210 h 795"/>
                <a:gd name="T18" fmla="*/ 191 w 382"/>
                <a:gd name="T19" fmla="*/ 227 h 795"/>
                <a:gd name="T20" fmla="*/ 179 w 382"/>
                <a:gd name="T21" fmla="*/ 231 h 795"/>
                <a:gd name="T22" fmla="*/ 157 w 382"/>
                <a:gd name="T23" fmla="*/ 273 h 795"/>
                <a:gd name="T24" fmla="*/ 149 w 382"/>
                <a:gd name="T25" fmla="*/ 285 h 795"/>
                <a:gd name="T26" fmla="*/ 143 w 382"/>
                <a:gd name="T27" fmla="*/ 299 h 795"/>
                <a:gd name="T28" fmla="*/ 131 w 382"/>
                <a:gd name="T29" fmla="*/ 355 h 795"/>
                <a:gd name="T30" fmla="*/ 2 w 382"/>
                <a:gd name="T31" fmla="*/ 407 h 795"/>
                <a:gd name="T32" fmla="*/ 0 w 382"/>
                <a:gd name="T33" fmla="*/ 409 h 795"/>
                <a:gd name="T34" fmla="*/ 18 w 382"/>
                <a:gd name="T35" fmla="*/ 449 h 795"/>
                <a:gd name="T36" fmla="*/ 14 w 382"/>
                <a:gd name="T37" fmla="*/ 494 h 795"/>
                <a:gd name="T38" fmla="*/ 8 w 382"/>
                <a:gd name="T39" fmla="*/ 526 h 795"/>
                <a:gd name="T40" fmla="*/ 10 w 382"/>
                <a:gd name="T41" fmla="*/ 596 h 795"/>
                <a:gd name="T42" fmla="*/ 28 w 382"/>
                <a:gd name="T43" fmla="*/ 624 h 795"/>
                <a:gd name="T44" fmla="*/ 38 w 382"/>
                <a:gd name="T45" fmla="*/ 652 h 795"/>
                <a:gd name="T46" fmla="*/ 40 w 382"/>
                <a:gd name="T47" fmla="*/ 686 h 795"/>
                <a:gd name="T48" fmla="*/ 42 w 382"/>
                <a:gd name="T49" fmla="*/ 724 h 795"/>
                <a:gd name="T50" fmla="*/ 42 w 382"/>
                <a:gd name="T51" fmla="*/ 767 h 795"/>
                <a:gd name="T52" fmla="*/ 46 w 382"/>
                <a:gd name="T53" fmla="*/ 795 h 795"/>
                <a:gd name="T54" fmla="*/ 58 w 382"/>
                <a:gd name="T55" fmla="*/ 785 h 795"/>
                <a:gd name="T56" fmla="*/ 78 w 382"/>
                <a:gd name="T57" fmla="*/ 775 h 795"/>
                <a:gd name="T58" fmla="*/ 131 w 382"/>
                <a:gd name="T59" fmla="*/ 765 h 795"/>
                <a:gd name="T60" fmla="*/ 159 w 382"/>
                <a:gd name="T61" fmla="*/ 742 h 795"/>
                <a:gd name="T62" fmla="*/ 181 w 382"/>
                <a:gd name="T63" fmla="*/ 714 h 795"/>
                <a:gd name="T64" fmla="*/ 209 w 382"/>
                <a:gd name="T65" fmla="*/ 706 h 795"/>
                <a:gd name="T66" fmla="*/ 209 w 382"/>
                <a:gd name="T67" fmla="*/ 702 h 795"/>
                <a:gd name="T68" fmla="*/ 219 w 382"/>
                <a:gd name="T69" fmla="*/ 662 h 795"/>
                <a:gd name="T70" fmla="*/ 223 w 382"/>
                <a:gd name="T71" fmla="*/ 616 h 795"/>
                <a:gd name="T72" fmla="*/ 261 w 382"/>
                <a:gd name="T73" fmla="*/ 604 h 795"/>
                <a:gd name="T74" fmla="*/ 275 w 382"/>
                <a:gd name="T75" fmla="*/ 570 h 795"/>
                <a:gd name="T76" fmla="*/ 281 w 382"/>
                <a:gd name="T77" fmla="*/ 538 h 795"/>
                <a:gd name="T78" fmla="*/ 302 w 382"/>
                <a:gd name="T79" fmla="*/ 510 h 795"/>
                <a:gd name="T80" fmla="*/ 326 w 382"/>
                <a:gd name="T81" fmla="*/ 502 h 795"/>
                <a:gd name="T82" fmla="*/ 342 w 382"/>
                <a:gd name="T83" fmla="*/ 494 h 795"/>
                <a:gd name="T84" fmla="*/ 348 w 382"/>
                <a:gd name="T85" fmla="*/ 475 h 795"/>
                <a:gd name="T86" fmla="*/ 372 w 382"/>
                <a:gd name="T87" fmla="*/ 443 h 795"/>
                <a:gd name="T88" fmla="*/ 382 w 382"/>
                <a:gd name="T89" fmla="*/ 403 h 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82" h="795">
                  <a:moveTo>
                    <a:pt x="368" y="285"/>
                  </a:moveTo>
                  <a:lnTo>
                    <a:pt x="370" y="251"/>
                  </a:lnTo>
                  <a:lnTo>
                    <a:pt x="372" y="218"/>
                  </a:lnTo>
                  <a:lnTo>
                    <a:pt x="366" y="180"/>
                  </a:lnTo>
                  <a:lnTo>
                    <a:pt x="342" y="144"/>
                  </a:lnTo>
                  <a:lnTo>
                    <a:pt x="336" y="120"/>
                  </a:lnTo>
                  <a:lnTo>
                    <a:pt x="344" y="98"/>
                  </a:lnTo>
                  <a:lnTo>
                    <a:pt x="348" y="76"/>
                  </a:lnTo>
                  <a:lnTo>
                    <a:pt x="352" y="46"/>
                  </a:lnTo>
                  <a:lnTo>
                    <a:pt x="338" y="24"/>
                  </a:lnTo>
                  <a:lnTo>
                    <a:pt x="322" y="0"/>
                  </a:lnTo>
                  <a:lnTo>
                    <a:pt x="308" y="2"/>
                  </a:lnTo>
                  <a:lnTo>
                    <a:pt x="275" y="4"/>
                  </a:lnTo>
                  <a:lnTo>
                    <a:pt x="257" y="44"/>
                  </a:lnTo>
                  <a:lnTo>
                    <a:pt x="293" y="84"/>
                  </a:lnTo>
                  <a:lnTo>
                    <a:pt x="281" y="146"/>
                  </a:lnTo>
                  <a:lnTo>
                    <a:pt x="241" y="210"/>
                  </a:lnTo>
                  <a:lnTo>
                    <a:pt x="241" y="210"/>
                  </a:lnTo>
                  <a:lnTo>
                    <a:pt x="211" y="220"/>
                  </a:lnTo>
                  <a:lnTo>
                    <a:pt x="191" y="227"/>
                  </a:lnTo>
                  <a:lnTo>
                    <a:pt x="179" y="231"/>
                  </a:lnTo>
                  <a:lnTo>
                    <a:pt x="179" y="231"/>
                  </a:lnTo>
                  <a:lnTo>
                    <a:pt x="165" y="257"/>
                  </a:lnTo>
                  <a:lnTo>
                    <a:pt x="157" y="273"/>
                  </a:lnTo>
                  <a:lnTo>
                    <a:pt x="149" y="285"/>
                  </a:lnTo>
                  <a:lnTo>
                    <a:pt x="149" y="285"/>
                  </a:lnTo>
                  <a:lnTo>
                    <a:pt x="145" y="291"/>
                  </a:lnTo>
                  <a:lnTo>
                    <a:pt x="143" y="299"/>
                  </a:lnTo>
                  <a:lnTo>
                    <a:pt x="137" y="323"/>
                  </a:lnTo>
                  <a:lnTo>
                    <a:pt x="131" y="355"/>
                  </a:lnTo>
                  <a:lnTo>
                    <a:pt x="100" y="373"/>
                  </a:lnTo>
                  <a:lnTo>
                    <a:pt x="2" y="407"/>
                  </a:lnTo>
                  <a:lnTo>
                    <a:pt x="0" y="409"/>
                  </a:lnTo>
                  <a:lnTo>
                    <a:pt x="0" y="409"/>
                  </a:lnTo>
                  <a:lnTo>
                    <a:pt x="8" y="429"/>
                  </a:lnTo>
                  <a:lnTo>
                    <a:pt x="18" y="449"/>
                  </a:lnTo>
                  <a:lnTo>
                    <a:pt x="20" y="475"/>
                  </a:lnTo>
                  <a:lnTo>
                    <a:pt x="14" y="494"/>
                  </a:lnTo>
                  <a:lnTo>
                    <a:pt x="8" y="508"/>
                  </a:lnTo>
                  <a:lnTo>
                    <a:pt x="8" y="526"/>
                  </a:lnTo>
                  <a:lnTo>
                    <a:pt x="10" y="550"/>
                  </a:lnTo>
                  <a:lnTo>
                    <a:pt x="10" y="596"/>
                  </a:lnTo>
                  <a:lnTo>
                    <a:pt x="18" y="610"/>
                  </a:lnTo>
                  <a:lnTo>
                    <a:pt x="28" y="624"/>
                  </a:lnTo>
                  <a:lnTo>
                    <a:pt x="30" y="638"/>
                  </a:lnTo>
                  <a:lnTo>
                    <a:pt x="38" y="652"/>
                  </a:lnTo>
                  <a:lnTo>
                    <a:pt x="36" y="660"/>
                  </a:lnTo>
                  <a:lnTo>
                    <a:pt x="40" y="686"/>
                  </a:lnTo>
                  <a:lnTo>
                    <a:pt x="46" y="696"/>
                  </a:lnTo>
                  <a:lnTo>
                    <a:pt x="42" y="724"/>
                  </a:lnTo>
                  <a:lnTo>
                    <a:pt x="34" y="732"/>
                  </a:lnTo>
                  <a:lnTo>
                    <a:pt x="42" y="767"/>
                  </a:lnTo>
                  <a:lnTo>
                    <a:pt x="44" y="791"/>
                  </a:lnTo>
                  <a:lnTo>
                    <a:pt x="46" y="795"/>
                  </a:lnTo>
                  <a:lnTo>
                    <a:pt x="46" y="795"/>
                  </a:lnTo>
                  <a:lnTo>
                    <a:pt x="58" y="785"/>
                  </a:lnTo>
                  <a:lnTo>
                    <a:pt x="70" y="781"/>
                  </a:lnTo>
                  <a:lnTo>
                    <a:pt x="78" y="775"/>
                  </a:lnTo>
                  <a:lnTo>
                    <a:pt x="119" y="767"/>
                  </a:lnTo>
                  <a:lnTo>
                    <a:pt x="131" y="765"/>
                  </a:lnTo>
                  <a:lnTo>
                    <a:pt x="157" y="759"/>
                  </a:lnTo>
                  <a:lnTo>
                    <a:pt x="159" y="742"/>
                  </a:lnTo>
                  <a:lnTo>
                    <a:pt x="175" y="722"/>
                  </a:lnTo>
                  <a:lnTo>
                    <a:pt x="181" y="714"/>
                  </a:lnTo>
                  <a:lnTo>
                    <a:pt x="197" y="710"/>
                  </a:lnTo>
                  <a:lnTo>
                    <a:pt x="209" y="706"/>
                  </a:lnTo>
                  <a:lnTo>
                    <a:pt x="211" y="706"/>
                  </a:lnTo>
                  <a:lnTo>
                    <a:pt x="209" y="702"/>
                  </a:lnTo>
                  <a:lnTo>
                    <a:pt x="217" y="682"/>
                  </a:lnTo>
                  <a:lnTo>
                    <a:pt x="219" y="662"/>
                  </a:lnTo>
                  <a:lnTo>
                    <a:pt x="231" y="644"/>
                  </a:lnTo>
                  <a:lnTo>
                    <a:pt x="223" y="616"/>
                  </a:lnTo>
                  <a:lnTo>
                    <a:pt x="245" y="608"/>
                  </a:lnTo>
                  <a:lnTo>
                    <a:pt x="261" y="604"/>
                  </a:lnTo>
                  <a:lnTo>
                    <a:pt x="265" y="590"/>
                  </a:lnTo>
                  <a:lnTo>
                    <a:pt x="275" y="570"/>
                  </a:lnTo>
                  <a:lnTo>
                    <a:pt x="279" y="558"/>
                  </a:lnTo>
                  <a:lnTo>
                    <a:pt x="281" y="538"/>
                  </a:lnTo>
                  <a:lnTo>
                    <a:pt x="297" y="520"/>
                  </a:lnTo>
                  <a:lnTo>
                    <a:pt x="302" y="510"/>
                  </a:lnTo>
                  <a:lnTo>
                    <a:pt x="326" y="502"/>
                  </a:lnTo>
                  <a:lnTo>
                    <a:pt x="326" y="502"/>
                  </a:lnTo>
                  <a:lnTo>
                    <a:pt x="334" y="498"/>
                  </a:lnTo>
                  <a:lnTo>
                    <a:pt x="342" y="494"/>
                  </a:lnTo>
                  <a:lnTo>
                    <a:pt x="342" y="494"/>
                  </a:lnTo>
                  <a:lnTo>
                    <a:pt x="348" y="475"/>
                  </a:lnTo>
                  <a:lnTo>
                    <a:pt x="366" y="455"/>
                  </a:lnTo>
                  <a:lnTo>
                    <a:pt x="372" y="443"/>
                  </a:lnTo>
                  <a:lnTo>
                    <a:pt x="382" y="431"/>
                  </a:lnTo>
                  <a:lnTo>
                    <a:pt x="382" y="403"/>
                  </a:lnTo>
                  <a:lnTo>
                    <a:pt x="368" y="285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89" name="Freeform 111">
              <a:extLst>
                <a:ext uri="{FF2B5EF4-FFF2-40B4-BE49-F238E27FC236}">
                  <a16:creationId xmlns:a16="http://schemas.microsoft.com/office/drawing/2014/main" id="{76022000-BC79-B1E7-EF71-20C3270CC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9263" y="512763"/>
              <a:ext cx="1598612" cy="2747963"/>
            </a:xfrm>
            <a:custGeom>
              <a:avLst/>
              <a:gdLst>
                <a:gd name="T0" fmla="*/ 921 w 1007"/>
                <a:gd name="T1" fmla="*/ 1536 h 1731"/>
                <a:gd name="T2" fmla="*/ 935 w 1007"/>
                <a:gd name="T3" fmla="*/ 1488 h 1731"/>
                <a:gd name="T4" fmla="*/ 965 w 1007"/>
                <a:gd name="T5" fmla="*/ 1393 h 1731"/>
                <a:gd name="T6" fmla="*/ 1001 w 1007"/>
                <a:gd name="T7" fmla="*/ 1355 h 1731"/>
                <a:gd name="T8" fmla="*/ 991 w 1007"/>
                <a:gd name="T9" fmla="*/ 1293 h 1731"/>
                <a:gd name="T10" fmla="*/ 969 w 1007"/>
                <a:gd name="T11" fmla="*/ 1267 h 1731"/>
                <a:gd name="T12" fmla="*/ 931 w 1007"/>
                <a:gd name="T13" fmla="*/ 1219 h 1731"/>
                <a:gd name="T14" fmla="*/ 882 w 1007"/>
                <a:gd name="T15" fmla="*/ 1171 h 1731"/>
                <a:gd name="T16" fmla="*/ 834 w 1007"/>
                <a:gd name="T17" fmla="*/ 1078 h 1731"/>
                <a:gd name="T18" fmla="*/ 808 w 1007"/>
                <a:gd name="T19" fmla="*/ 1038 h 1731"/>
                <a:gd name="T20" fmla="*/ 782 w 1007"/>
                <a:gd name="T21" fmla="*/ 986 h 1731"/>
                <a:gd name="T22" fmla="*/ 740 w 1007"/>
                <a:gd name="T23" fmla="*/ 976 h 1731"/>
                <a:gd name="T24" fmla="*/ 671 w 1007"/>
                <a:gd name="T25" fmla="*/ 914 h 1731"/>
                <a:gd name="T26" fmla="*/ 623 w 1007"/>
                <a:gd name="T27" fmla="*/ 849 h 1731"/>
                <a:gd name="T28" fmla="*/ 615 w 1007"/>
                <a:gd name="T29" fmla="*/ 821 h 1731"/>
                <a:gd name="T30" fmla="*/ 557 w 1007"/>
                <a:gd name="T31" fmla="*/ 791 h 1731"/>
                <a:gd name="T32" fmla="*/ 510 w 1007"/>
                <a:gd name="T33" fmla="*/ 721 h 1731"/>
                <a:gd name="T34" fmla="*/ 404 w 1007"/>
                <a:gd name="T35" fmla="*/ 635 h 1731"/>
                <a:gd name="T36" fmla="*/ 309 w 1007"/>
                <a:gd name="T37" fmla="*/ 582 h 1731"/>
                <a:gd name="T38" fmla="*/ 243 w 1007"/>
                <a:gd name="T39" fmla="*/ 496 h 1731"/>
                <a:gd name="T40" fmla="*/ 211 w 1007"/>
                <a:gd name="T41" fmla="*/ 331 h 1731"/>
                <a:gd name="T42" fmla="*/ 261 w 1007"/>
                <a:gd name="T43" fmla="*/ 139 h 1731"/>
                <a:gd name="T44" fmla="*/ 253 w 1007"/>
                <a:gd name="T45" fmla="*/ 0 h 1731"/>
                <a:gd name="T46" fmla="*/ 104 w 1007"/>
                <a:gd name="T47" fmla="*/ 44 h 1731"/>
                <a:gd name="T48" fmla="*/ 20 w 1007"/>
                <a:gd name="T49" fmla="*/ 263 h 1731"/>
                <a:gd name="T50" fmla="*/ 16 w 1007"/>
                <a:gd name="T51" fmla="*/ 458 h 1731"/>
                <a:gd name="T52" fmla="*/ 60 w 1007"/>
                <a:gd name="T53" fmla="*/ 711 h 1731"/>
                <a:gd name="T54" fmla="*/ 8 w 1007"/>
                <a:gd name="T55" fmla="*/ 906 h 1731"/>
                <a:gd name="T56" fmla="*/ 114 w 1007"/>
                <a:gd name="T57" fmla="*/ 900 h 1731"/>
                <a:gd name="T58" fmla="*/ 249 w 1007"/>
                <a:gd name="T59" fmla="*/ 912 h 1731"/>
                <a:gd name="T60" fmla="*/ 327 w 1007"/>
                <a:gd name="T61" fmla="*/ 910 h 1731"/>
                <a:gd name="T62" fmla="*/ 333 w 1007"/>
                <a:gd name="T63" fmla="*/ 956 h 1731"/>
                <a:gd name="T64" fmla="*/ 327 w 1007"/>
                <a:gd name="T65" fmla="*/ 1074 h 1731"/>
                <a:gd name="T66" fmla="*/ 336 w 1007"/>
                <a:gd name="T67" fmla="*/ 1144 h 1731"/>
                <a:gd name="T68" fmla="*/ 336 w 1007"/>
                <a:gd name="T69" fmla="*/ 1245 h 1731"/>
                <a:gd name="T70" fmla="*/ 386 w 1007"/>
                <a:gd name="T71" fmla="*/ 1295 h 1731"/>
                <a:gd name="T72" fmla="*/ 482 w 1007"/>
                <a:gd name="T73" fmla="*/ 1315 h 1731"/>
                <a:gd name="T74" fmla="*/ 567 w 1007"/>
                <a:gd name="T75" fmla="*/ 1381 h 1731"/>
                <a:gd name="T76" fmla="*/ 559 w 1007"/>
                <a:gd name="T77" fmla="*/ 1460 h 1731"/>
                <a:gd name="T78" fmla="*/ 591 w 1007"/>
                <a:gd name="T79" fmla="*/ 1548 h 1731"/>
                <a:gd name="T80" fmla="*/ 579 w 1007"/>
                <a:gd name="T81" fmla="*/ 1681 h 1731"/>
                <a:gd name="T82" fmla="*/ 607 w 1007"/>
                <a:gd name="T83" fmla="*/ 1721 h 1731"/>
                <a:gd name="T84" fmla="*/ 661 w 1007"/>
                <a:gd name="T85" fmla="*/ 1677 h 1731"/>
                <a:gd name="T86" fmla="*/ 703 w 1007"/>
                <a:gd name="T87" fmla="*/ 1618 h 1731"/>
                <a:gd name="T88" fmla="*/ 762 w 1007"/>
                <a:gd name="T89" fmla="*/ 1578 h 1731"/>
                <a:gd name="T90" fmla="*/ 796 w 1007"/>
                <a:gd name="T91" fmla="*/ 1540 h 1731"/>
                <a:gd name="T92" fmla="*/ 834 w 1007"/>
                <a:gd name="T93" fmla="*/ 1582 h 1731"/>
                <a:gd name="T94" fmla="*/ 868 w 1007"/>
                <a:gd name="T95" fmla="*/ 1592 h 1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07" h="1731">
                  <a:moveTo>
                    <a:pt x="888" y="1596"/>
                  </a:moveTo>
                  <a:lnTo>
                    <a:pt x="902" y="1590"/>
                  </a:lnTo>
                  <a:lnTo>
                    <a:pt x="921" y="1536"/>
                  </a:lnTo>
                  <a:lnTo>
                    <a:pt x="921" y="1518"/>
                  </a:lnTo>
                  <a:lnTo>
                    <a:pt x="921" y="1496"/>
                  </a:lnTo>
                  <a:lnTo>
                    <a:pt x="935" y="1488"/>
                  </a:lnTo>
                  <a:lnTo>
                    <a:pt x="939" y="1432"/>
                  </a:lnTo>
                  <a:lnTo>
                    <a:pt x="951" y="1422"/>
                  </a:lnTo>
                  <a:lnTo>
                    <a:pt x="965" y="1393"/>
                  </a:lnTo>
                  <a:lnTo>
                    <a:pt x="1003" y="1393"/>
                  </a:lnTo>
                  <a:lnTo>
                    <a:pt x="1005" y="1385"/>
                  </a:lnTo>
                  <a:lnTo>
                    <a:pt x="1001" y="1355"/>
                  </a:lnTo>
                  <a:lnTo>
                    <a:pt x="1007" y="1345"/>
                  </a:lnTo>
                  <a:lnTo>
                    <a:pt x="1007" y="1331"/>
                  </a:lnTo>
                  <a:lnTo>
                    <a:pt x="991" y="1293"/>
                  </a:lnTo>
                  <a:lnTo>
                    <a:pt x="977" y="1285"/>
                  </a:lnTo>
                  <a:lnTo>
                    <a:pt x="969" y="1275"/>
                  </a:lnTo>
                  <a:lnTo>
                    <a:pt x="969" y="1267"/>
                  </a:lnTo>
                  <a:lnTo>
                    <a:pt x="951" y="1237"/>
                  </a:lnTo>
                  <a:lnTo>
                    <a:pt x="945" y="1223"/>
                  </a:lnTo>
                  <a:lnTo>
                    <a:pt x="931" y="1219"/>
                  </a:lnTo>
                  <a:lnTo>
                    <a:pt x="900" y="1187"/>
                  </a:lnTo>
                  <a:lnTo>
                    <a:pt x="888" y="1181"/>
                  </a:lnTo>
                  <a:lnTo>
                    <a:pt x="882" y="1171"/>
                  </a:lnTo>
                  <a:lnTo>
                    <a:pt x="880" y="1145"/>
                  </a:lnTo>
                  <a:lnTo>
                    <a:pt x="850" y="1090"/>
                  </a:lnTo>
                  <a:lnTo>
                    <a:pt x="834" y="1078"/>
                  </a:lnTo>
                  <a:lnTo>
                    <a:pt x="828" y="1056"/>
                  </a:lnTo>
                  <a:lnTo>
                    <a:pt x="810" y="1046"/>
                  </a:lnTo>
                  <a:lnTo>
                    <a:pt x="808" y="1038"/>
                  </a:lnTo>
                  <a:lnTo>
                    <a:pt x="808" y="1022"/>
                  </a:lnTo>
                  <a:lnTo>
                    <a:pt x="800" y="1008"/>
                  </a:lnTo>
                  <a:lnTo>
                    <a:pt x="782" y="986"/>
                  </a:lnTo>
                  <a:lnTo>
                    <a:pt x="766" y="996"/>
                  </a:lnTo>
                  <a:lnTo>
                    <a:pt x="766" y="996"/>
                  </a:lnTo>
                  <a:lnTo>
                    <a:pt x="740" y="976"/>
                  </a:lnTo>
                  <a:lnTo>
                    <a:pt x="711" y="954"/>
                  </a:lnTo>
                  <a:lnTo>
                    <a:pt x="711" y="954"/>
                  </a:lnTo>
                  <a:lnTo>
                    <a:pt x="671" y="914"/>
                  </a:lnTo>
                  <a:lnTo>
                    <a:pt x="631" y="877"/>
                  </a:lnTo>
                  <a:lnTo>
                    <a:pt x="631" y="877"/>
                  </a:lnTo>
                  <a:lnTo>
                    <a:pt x="623" y="849"/>
                  </a:lnTo>
                  <a:lnTo>
                    <a:pt x="619" y="831"/>
                  </a:lnTo>
                  <a:lnTo>
                    <a:pt x="615" y="821"/>
                  </a:lnTo>
                  <a:lnTo>
                    <a:pt x="615" y="821"/>
                  </a:lnTo>
                  <a:lnTo>
                    <a:pt x="587" y="807"/>
                  </a:lnTo>
                  <a:lnTo>
                    <a:pt x="567" y="797"/>
                  </a:lnTo>
                  <a:lnTo>
                    <a:pt x="557" y="791"/>
                  </a:lnTo>
                  <a:lnTo>
                    <a:pt x="557" y="791"/>
                  </a:lnTo>
                  <a:lnTo>
                    <a:pt x="510" y="721"/>
                  </a:lnTo>
                  <a:lnTo>
                    <a:pt x="510" y="721"/>
                  </a:lnTo>
                  <a:lnTo>
                    <a:pt x="458" y="679"/>
                  </a:lnTo>
                  <a:lnTo>
                    <a:pt x="404" y="635"/>
                  </a:lnTo>
                  <a:lnTo>
                    <a:pt x="404" y="635"/>
                  </a:lnTo>
                  <a:lnTo>
                    <a:pt x="386" y="625"/>
                  </a:lnTo>
                  <a:lnTo>
                    <a:pt x="346" y="604"/>
                  </a:lnTo>
                  <a:lnTo>
                    <a:pt x="309" y="582"/>
                  </a:lnTo>
                  <a:lnTo>
                    <a:pt x="289" y="570"/>
                  </a:lnTo>
                  <a:lnTo>
                    <a:pt x="289" y="570"/>
                  </a:lnTo>
                  <a:lnTo>
                    <a:pt x="243" y="496"/>
                  </a:lnTo>
                  <a:lnTo>
                    <a:pt x="243" y="496"/>
                  </a:lnTo>
                  <a:lnTo>
                    <a:pt x="225" y="412"/>
                  </a:lnTo>
                  <a:lnTo>
                    <a:pt x="211" y="331"/>
                  </a:lnTo>
                  <a:lnTo>
                    <a:pt x="213" y="271"/>
                  </a:lnTo>
                  <a:lnTo>
                    <a:pt x="261" y="139"/>
                  </a:lnTo>
                  <a:lnTo>
                    <a:pt x="261" y="139"/>
                  </a:lnTo>
                  <a:lnTo>
                    <a:pt x="261" y="70"/>
                  </a:lnTo>
                  <a:lnTo>
                    <a:pt x="261" y="70"/>
                  </a:lnTo>
                  <a:lnTo>
                    <a:pt x="253" y="0"/>
                  </a:lnTo>
                  <a:lnTo>
                    <a:pt x="211" y="4"/>
                  </a:lnTo>
                  <a:lnTo>
                    <a:pt x="157" y="28"/>
                  </a:lnTo>
                  <a:lnTo>
                    <a:pt x="104" y="44"/>
                  </a:lnTo>
                  <a:lnTo>
                    <a:pt x="30" y="119"/>
                  </a:lnTo>
                  <a:lnTo>
                    <a:pt x="32" y="169"/>
                  </a:lnTo>
                  <a:lnTo>
                    <a:pt x="20" y="263"/>
                  </a:lnTo>
                  <a:lnTo>
                    <a:pt x="0" y="331"/>
                  </a:lnTo>
                  <a:lnTo>
                    <a:pt x="6" y="406"/>
                  </a:lnTo>
                  <a:lnTo>
                    <a:pt x="16" y="458"/>
                  </a:lnTo>
                  <a:lnTo>
                    <a:pt x="4" y="570"/>
                  </a:lnTo>
                  <a:lnTo>
                    <a:pt x="22" y="616"/>
                  </a:lnTo>
                  <a:lnTo>
                    <a:pt x="60" y="711"/>
                  </a:lnTo>
                  <a:lnTo>
                    <a:pt x="44" y="803"/>
                  </a:lnTo>
                  <a:lnTo>
                    <a:pt x="8" y="898"/>
                  </a:lnTo>
                  <a:lnTo>
                    <a:pt x="8" y="906"/>
                  </a:lnTo>
                  <a:lnTo>
                    <a:pt x="46" y="900"/>
                  </a:lnTo>
                  <a:lnTo>
                    <a:pt x="84" y="896"/>
                  </a:lnTo>
                  <a:lnTo>
                    <a:pt x="114" y="900"/>
                  </a:lnTo>
                  <a:lnTo>
                    <a:pt x="157" y="906"/>
                  </a:lnTo>
                  <a:lnTo>
                    <a:pt x="195" y="916"/>
                  </a:lnTo>
                  <a:lnTo>
                    <a:pt x="249" y="912"/>
                  </a:lnTo>
                  <a:lnTo>
                    <a:pt x="287" y="900"/>
                  </a:lnTo>
                  <a:lnTo>
                    <a:pt x="327" y="910"/>
                  </a:lnTo>
                  <a:lnTo>
                    <a:pt x="327" y="910"/>
                  </a:lnTo>
                  <a:lnTo>
                    <a:pt x="335" y="930"/>
                  </a:lnTo>
                  <a:lnTo>
                    <a:pt x="335" y="930"/>
                  </a:lnTo>
                  <a:lnTo>
                    <a:pt x="333" y="956"/>
                  </a:lnTo>
                  <a:lnTo>
                    <a:pt x="323" y="1014"/>
                  </a:lnTo>
                  <a:lnTo>
                    <a:pt x="323" y="1042"/>
                  </a:lnTo>
                  <a:lnTo>
                    <a:pt x="327" y="1074"/>
                  </a:lnTo>
                  <a:lnTo>
                    <a:pt x="336" y="1094"/>
                  </a:lnTo>
                  <a:lnTo>
                    <a:pt x="336" y="1120"/>
                  </a:lnTo>
                  <a:lnTo>
                    <a:pt x="336" y="1144"/>
                  </a:lnTo>
                  <a:lnTo>
                    <a:pt x="338" y="1171"/>
                  </a:lnTo>
                  <a:lnTo>
                    <a:pt x="335" y="1213"/>
                  </a:lnTo>
                  <a:lnTo>
                    <a:pt x="336" y="1245"/>
                  </a:lnTo>
                  <a:lnTo>
                    <a:pt x="356" y="1273"/>
                  </a:lnTo>
                  <a:lnTo>
                    <a:pt x="370" y="1299"/>
                  </a:lnTo>
                  <a:lnTo>
                    <a:pt x="386" y="1295"/>
                  </a:lnTo>
                  <a:lnTo>
                    <a:pt x="434" y="1295"/>
                  </a:lnTo>
                  <a:lnTo>
                    <a:pt x="456" y="1305"/>
                  </a:lnTo>
                  <a:lnTo>
                    <a:pt x="482" y="1315"/>
                  </a:lnTo>
                  <a:lnTo>
                    <a:pt x="512" y="1345"/>
                  </a:lnTo>
                  <a:lnTo>
                    <a:pt x="547" y="1369"/>
                  </a:lnTo>
                  <a:lnTo>
                    <a:pt x="567" y="1381"/>
                  </a:lnTo>
                  <a:lnTo>
                    <a:pt x="577" y="1405"/>
                  </a:lnTo>
                  <a:lnTo>
                    <a:pt x="571" y="1420"/>
                  </a:lnTo>
                  <a:lnTo>
                    <a:pt x="559" y="1460"/>
                  </a:lnTo>
                  <a:lnTo>
                    <a:pt x="561" y="1486"/>
                  </a:lnTo>
                  <a:lnTo>
                    <a:pt x="571" y="1514"/>
                  </a:lnTo>
                  <a:lnTo>
                    <a:pt x="591" y="1548"/>
                  </a:lnTo>
                  <a:lnTo>
                    <a:pt x="599" y="1590"/>
                  </a:lnTo>
                  <a:lnTo>
                    <a:pt x="607" y="1632"/>
                  </a:lnTo>
                  <a:lnTo>
                    <a:pt x="579" y="1681"/>
                  </a:lnTo>
                  <a:lnTo>
                    <a:pt x="583" y="1721"/>
                  </a:lnTo>
                  <a:lnTo>
                    <a:pt x="593" y="1731"/>
                  </a:lnTo>
                  <a:lnTo>
                    <a:pt x="607" y="1721"/>
                  </a:lnTo>
                  <a:lnTo>
                    <a:pt x="633" y="1693"/>
                  </a:lnTo>
                  <a:lnTo>
                    <a:pt x="647" y="1695"/>
                  </a:lnTo>
                  <a:lnTo>
                    <a:pt x="661" y="1677"/>
                  </a:lnTo>
                  <a:lnTo>
                    <a:pt x="681" y="1679"/>
                  </a:lnTo>
                  <a:lnTo>
                    <a:pt x="687" y="1664"/>
                  </a:lnTo>
                  <a:lnTo>
                    <a:pt x="703" y="1618"/>
                  </a:lnTo>
                  <a:lnTo>
                    <a:pt x="719" y="1610"/>
                  </a:lnTo>
                  <a:lnTo>
                    <a:pt x="738" y="1596"/>
                  </a:lnTo>
                  <a:lnTo>
                    <a:pt x="762" y="1578"/>
                  </a:lnTo>
                  <a:lnTo>
                    <a:pt x="760" y="1564"/>
                  </a:lnTo>
                  <a:lnTo>
                    <a:pt x="772" y="1550"/>
                  </a:lnTo>
                  <a:lnTo>
                    <a:pt x="796" y="1540"/>
                  </a:lnTo>
                  <a:lnTo>
                    <a:pt x="810" y="1552"/>
                  </a:lnTo>
                  <a:lnTo>
                    <a:pt x="818" y="1566"/>
                  </a:lnTo>
                  <a:lnTo>
                    <a:pt x="834" y="1582"/>
                  </a:lnTo>
                  <a:lnTo>
                    <a:pt x="868" y="1590"/>
                  </a:lnTo>
                  <a:lnTo>
                    <a:pt x="868" y="1592"/>
                  </a:lnTo>
                  <a:lnTo>
                    <a:pt x="868" y="1592"/>
                  </a:lnTo>
                  <a:lnTo>
                    <a:pt x="888" y="159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  <p:sp>
          <p:nvSpPr>
            <p:cNvPr id="390" name="Freeform 112">
              <a:extLst>
                <a:ext uri="{FF2B5EF4-FFF2-40B4-BE49-F238E27FC236}">
                  <a16:creationId xmlns:a16="http://schemas.microsoft.com/office/drawing/2014/main" id="{D628C09B-8C2A-EB28-2396-249548BDF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688" y="1373188"/>
              <a:ext cx="720725" cy="1081088"/>
            </a:xfrm>
            <a:custGeom>
              <a:avLst/>
              <a:gdLst>
                <a:gd name="T0" fmla="*/ 179 w 454"/>
                <a:gd name="T1" fmla="*/ 641 h 681"/>
                <a:gd name="T2" fmla="*/ 195 w 454"/>
                <a:gd name="T3" fmla="*/ 633 h 681"/>
                <a:gd name="T4" fmla="*/ 221 w 454"/>
                <a:gd name="T5" fmla="*/ 600 h 681"/>
                <a:gd name="T6" fmla="*/ 267 w 454"/>
                <a:gd name="T7" fmla="*/ 586 h 681"/>
                <a:gd name="T8" fmla="*/ 297 w 454"/>
                <a:gd name="T9" fmla="*/ 584 h 681"/>
                <a:gd name="T10" fmla="*/ 315 w 454"/>
                <a:gd name="T11" fmla="*/ 556 h 681"/>
                <a:gd name="T12" fmla="*/ 342 w 454"/>
                <a:gd name="T13" fmla="*/ 516 h 681"/>
                <a:gd name="T14" fmla="*/ 360 w 454"/>
                <a:gd name="T15" fmla="*/ 522 h 681"/>
                <a:gd name="T16" fmla="*/ 366 w 454"/>
                <a:gd name="T17" fmla="*/ 488 h 681"/>
                <a:gd name="T18" fmla="*/ 376 w 454"/>
                <a:gd name="T19" fmla="*/ 476 h 681"/>
                <a:gd name="T20" fmla="*/ 400 w 454"/>
                <a:gd name="T21" fmla="*/ 474 h 681"/>
                <a:gd name="T22" fmla="*/ 430 w 454"/>
                <a:gd name="T23" fmla="*/ 478 h 681"/>
                <a:gd name="T24" fmla="*/ 450 w 454"/>
                <a:gd name="T25" fmla="*/ 452 h 681"/>
                <a:gd name="T26" fmla="*/ 444 w 454"/>
                <a:gd name="T27" fmla="*/ 416 h 681"/>
                <a:gd name="T28" fmla="*/ 454 w 454"/>
                <a:gd name="T29" fmla="*/ 398 h 681"/>
                <a:gd name="T30" fmla="*/ 444 w 454"/>
                <a:gd name="T31" fmla="*/ 358 h 681"/>
                <a:gd name="T32" fmla="*/ 444 w 454"/>
                <a:gd name="T33" fmla="*/ 315 h 681"/>
                <a:gd name="T34" fmla="*/ 442 w 454"/>
                <a:gd name="T35" fmla="*/ 277 h 681"/>
                <a:gd name="T36" fmla="*/ 440 w 454"/>
                <a:gd name="T37" fmla="*/ 243 h 681"/>
                <a:gd name="T38" fmla="*/ 430 w 454"/>
                <a:gd name="T39" fmla="*/ 215 h 681"/>
                <a:gd name="T40" fmla="*/ 412 w 454"/>
                <a:gd name="T41" fmla="*/ 187 h 681"/>
                <a:gd name="T42" fmla="*/ 410 w 454"/>
                <a:gd name="T43" fmla="*/ 117 h 681"/>
                <a:gd name="T44" fmla="*/ 416 w 454"/>
                <a:gd name="T45" fmla="*/ 85 h 681"/>
                <a:gd name="T46" fmla="*/ 420 w 454"/>
                <a:gd name="T47" fmla="*/ 40 h 681"/>
                <a:gd name="T48" fmla="*/ 402 w 454"/>
                <a:gd name="T49" fmla="*/ 0 h 681"/>
                <a:gd name="T50" fmla="*/ 346 w 454"/>
                <a:gd name="T51" fmla="*/ 70 h 681"/>
                <a:gd name="T52" fmla="*/ 251 w 454"/>
                <a:gd name="T53" fmla="*/ 109 h 681"/>
                <a:gd name="T54" fmla="*/ 245 w 454"/>
                <a:gd name="T55" fmla="*/ 203 h 681"/>
                <a:gd name="T56" fmla="*/ 183 w 454"/>
                <a:gd name="T57" fmla="*/ 269 h 681"/>
                <a:gd name="T58" fmla="*/ 86 w 454"/>
                <a:gd name="T59" fmla="*/ 263 h 681"/>
                <a:gd name="T60" fmla="*/ 44 w 454"/>
                <a:gd name="T61" fmla="*/ 269 h 681"/>
                <a:gd name="T62" fmla="*/ 34 w 454"/>
                <a:gd name="T63" fmla="*/ 287 h 681"/>
                <a:gd name="T64" fmla="*/ 24 w 454"/>
                <a:gd name="T65" fmla="*/ 305 h 681"/>
                <a:gd name="T66" fmla="*/ 40 w 454"/>
                <a:gd name="T67" fmla="*/ 376 h 681"/>
                <a:gd name="T68" fmla="*/ 18 w 454"/>
                <a:gd name="T69" fmla="*/ 436 h 681"/>
                <a:gd name="T70" fmla="*/ 18 w 454"/>
                <a:gd name="T71" fmla="*/ 466 h 681"/>
                <a:gd name="T72" fmla="*/ 26 w 454"/>
                <a:gd name="T73" fmla="*/ 496 h 681"/>
                <a:gd name="T74" fmla="*/ 46 w 454"/>
                <a:gd name="T75" fmla="*/ 514 h 681"/>
                <a:gd name="T76" fmla="*/ 68 w 454"/>
                <a:gd name="T77" fmla="*/ 548 h 681"/>
                <a:gd name="T78" fmla="*/ 100 w 454"/>
                <a:gd name="T79" fmla="*/ 629 h 681"/>
                <a:gd name="T80" fmla="*/ 118 w 454"/>
                <a:gd name="T81" fmla="*/ 645 h 681"/>
                <a:gd name="T82" fmla="*/ 159 w 454"/>
                <a:gd name="T83" fmla="*/ 681 h 681"/>
                <a:gd name="T84" fmla="*/ 177 w 454"/>
                <a:gd name="T85" fmla="*/ 653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54" h="681">
                  <a:moveTo>
                    <a:pt x="177" y="653"/>
                  </a:moveTo>
                  <a:lnTo>
                    <a:pt x="179" y="641"/>
                  </a:lnTo>
                  <a:lnTo>
                    <a:pt x="181" y="639"/>
                  </a:lnTo>
                  <a:lnTo>
                    <a:pt x="195" y="633"/>
                  </a:lnTo>
                  <a:lnTo>
                    <a:pt x="219" y="611"/>
                  </a:lnTo>
                  <a:lnTo>
                    <a:pt x="221" y="600"/>
                  </a:lnTo>
                  <a:lnTo>
                    <a:pt x="249" y="580"/>
                  </a:lnTo>
                  <a:lnTo>
                    <a:pt x="267" y="586"/>
                  </a:lnTo>
                  <a:lnTo>
                    <a:pt x="279" y="592"/>
                  </a:lnTo>
                  <a:lnTo>
                    <a:pt x="297" y="584"/>
                  </a:lnTo>
                  <a:lnTo>
                    <a:pt x="309" y="574"/>
                  </a:lnTo>
                  <a:lnTo>
                    <a:pt x="315" y="556"/>
                  </a:lnTo>
                  <a:lnTo>
                    <a:pt x="332" y="534"/>
                  </a:lnTo>
                  <a:lnTo>
                    <a:pt x="342" y="516"/>
                  </a:lnTo>
                  <a:lnTo>
                    <a:pt x="348" y="514"/>
                  </a:lnTo>
                  <a:lnTo>
                    <a:pt x="360" y="522"/>
                  </a:lnTo>
                  <a:lnTo>
                    <a:pt x="366" y="512"/>
                  </a:lnTo>
                  <a:lnTo>
                    <a:pt x="366" y="488"/>
                  </a:lnTo>
                  <a:lnTo>
                    <a:pt x="370" y="476"/>
                  </a:lnTo>
                  <a:lnTo>
                    <a:pt x="376" y="476"/>
                  </a:lnTo>
                  <a:lnTo>
                    <a:pt x="384" y="482"/>
                  </a:lnTo>
                  <a:lnTo>
                    <a:pt x="400" y="474"/>
                  </a:lnTo>
                  <a:lnTo>
                    <a:pt x="420" y="466"/>
                  </a:lnTo>
                  <a:lnTo>
                    <a:pt x="430" y="478"/>
                  </a:lnTo>
                  <a:lnTo>
                    <a:pt x="450" y="472"/>
                  </a:lnTo>
                  <a:lnTo>
                    <a:pt x="450" y="452"/>
                  </a:lnTo>
                  <a:lnTo>
                    <a:pt x="440" y="434"/>
                  </a:lnTo>
                  <a:lnTo>
                    <a:pt x="444" y="416"/>
                  </a:lnTo>
                  <a:lnTo>
                    <a:pt x="454" y="412"/>
                  </a:lnTo>
                  <a:lnTo>
                    <a:pt x="454" y="398"/>
                  </a:lnTo>
                  <a:lnTo>
                    <a:pt x="446" y="382"/>
                  </a:lnTo>
                  <a:lnTo>
                    <a:pt x="444" y="358"/>
                  </a:lnTo>
                  <a:lnTo>
                    <a:pt x="436" y="323"/>
                  </a:lnTo>
                  <a:lnTo>
                    <a:pt x="444" y="315"/>
                  </a:lnTo>
                  <a:lnTo>
                    <a:pt x="448" y="287"/>
                  </a:lnTo>
                  <a:lnTo>
                    <a:pt x="442" y="277"/>
                  </a:lnTo>
                  <a:lnTo>
                    <a:pt x="438" y="251"/>
                  </a:lnTo>
                  <a:lnTo>
                    <a:pt x="440" y="243"/>
                  </a:lnTo>
                  <a:lnTo>
                    <a:pt x="432" y="229"/>
                  </a:lnTo>
                  <a:lnTo>
                    <a:pt x="430" y="215"/>
                  </a:lnTo>
                  <a:lnTo>
                    <a:pt x="420" y="201"/>
                  </a:lnTo>
                  <a:lnTo>
                    <a:pt x="412" y="187"/>
                  </a:lnTo>
                  <a:lnTo>
                    <a:pt x="412" y="141"/>
                  </a:lnTo>
                  <a:lnTo>
                    <a:pt x="410" y="117"/>
                  </a:lnTo>
                  <a:lnTo>
                    <a:pt x="410" y="99"/>
                  </a:lnTo>
                  <a:lnTo>
                    <a:pt x="416" y="85"/>
                  </a:lnTo>
                  <a:lnTo>
                    <a:pt x="422" y="66"/>
                  </a:lnTo>
                  <a:lnTo>
                    <a:pt x="420" y="40"/>
                  </a:lnTo>
                  <a:lnTo>
                    <a:pt x="410" y="20"/>
                  </a:lnTo>
                  <a:lnTo>
                    <a:pt x="402" y="0"/>
                  </a:lnTo>
                  <a:lnTo>
                    <a:pt x="402" y="0"/>
                  </a:lnTo>
                  <a:lnTo>
                    <a:pt x="346" y="70"/>
                  </a:lnTo>
                  <a:lnTo>
                    <a:pt x="279" y="93"/>
                  </a:lnTo>
                  <a:lnTo>
                    <a:pt x="251" y="109"/>
                  </a:lnTo>
                  <a:lnTo>
                    <a:pt x="247" y="143"/>
                  </a:lnTo>
                  <a:lnTo>
                    <a:pt x="245" y="203"/>
                  </a:lnTo>
                  <a:lnTo>
                    <a:pt x="221" y="247"/>
                  </a:lnTo>
                  <a:lnTo>
                    <a:pt x="183" y="269"/>
                  </a:lnTo>
                  <a:lnTo>
                    <a:pt x="86" y="263"/>
                  </a:lnTo>
                  <a:lnTo>
                    <a:pt x="86" y="263"/>
                  </a:lnTo>
                  <a:lnTo>
                    <a:pt x="44" y="269"/>
                  </a:lnTo>
                  <a:lnTo>
                    <a:pt x="44" y="269"/>
                  </a:lnTo>
                  <a:lnTo>
                    <a:pt x="40" y="275"/>
                  </a:lnTo>
                  <a:lnTo>
                    <a:pt x="34" y="287"/>
                  </a:lnTo>
                  <a:lnTo>
                    <a:pt x="24" y="305"/>
                  </a:lnTo>
                  <a:lnTo>
                    <a:pt x="24" y="305"/>
                  </a:lnTo>
                  <a:lnTo>
                    <a:pt x="40" y="376"/>
                  </a:lnTo>
                  <a:lnTo>
                    <a:pt x="40" y="376"/>
                  </a:lnTo>
                  <a:lnTo>
                    <a:pt x="28" y="406"/>
                  </a:lnTo>
                  <a:lnTo>
                    <a:pt x="18" y="436"/>
                  </a:lnTo>
                  <a:lnTo>
                    <a:pt x="0" y="444"/>
                  </a:lnTo>
                  <a:lnTo>
                    <a:pt x="18" y="466"/>
                  </a:lnTo>
                  <a:lnTo>
                    <a:pt x="26" y="480"/>
                  </a:lnTo>
                  <a:lnTo>
                    <a:pt x="26" y="496"/>
                  </a:lnTo>
                  <a:lnTo>
                    <a:pt x="28" y="504"/>
                  </a:lnTo>
                  <a:lnTo>
                    <a:pt x="46" y="514"/>
                  </a:lnTo>
                  <a:lnTo>
                    <a:pt x="52" y="536"/>
                  </a:lnTo>
                  <a:lnTo>
                    <a:pt x="68" y="548"/>
                  </a:lnTo>
                  <a:lnTo>
                    <a:pt x="98" y="603"/>
                  </a:lnTo>
                  <a:lnTo>
                    <a:pt x="100" y="629"/>
                  </a:lnTo>
                  <a:lnTo>
                    <a:pt x="106" y="639"/>
                  </a:lnTo>
                  <a:lnTo>
                    <a:pt x="118" y="645"/>
                  </a:lnTo>
                  <a:lnTo>
                    <a:pt x="149" y="677"/>
                  </a:lnTo>
                  <a:lnTo>
                    <a:pt x="159" y="681"/>
                  </a:lnTo>
                  <a:lnTo>
                    <a:pt x="165" y="667"/>
                  </a:lnTo>
                  <a:lnTo>
                    <a:pt x="177" y="653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4198"/>
            </a:p>
          </p:txBody>
        </p:sp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88D1E202-F7B6-403B-7BFB-B06B72901A9E}"/>
              </a:ext>
            </a:extLst>
          </p:cNvPr>
          <p:cNvGrpSpPr/>
          <p:nvPr/>
        </p:nvGrpSpPr>
        <p:grpSpPr>
          <a:xfrm>
            <a:off x="1431568" y="1615295"/>
            <a:ext cx="7530155" cy="12145115"/>
            <a:chOff x="1270000" y="1443038"/>
            <a:chExt cx="7757944" cy="12512510"/>
          </a:xfrm>
        </p:grpSpPr>
        <p:sp>
          <p:nvSpPr>
            <p:cNvPr id="215" name="Rectangle 133">
              <a:extLst>
                <a:ext uri="{FF2B5EF4-FFF2-40B4-BE49-F238E27FC236}">
                  <a16:creationId xmlns:a16="http://schemas.microsoft.com/office/drawing/2014/main" id="{0B59C9CC-7E24-2AED-E16C-1B763D917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1500" y="13828713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음현리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16" name="Rectangle 134">
              <a:extLst>
                <a:ext uri="{FF2B5EF4-FFF2-40B4-BE49-F238E27FC236}">
                  <a16:creationId xmlns:a16="http://schemas.microsoft.com/office/drawing/2014/main" id="{BEE11A76-E1DC-20E9-FF0C-9520B1BA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5000" y="13177838"/>
              <a:ext cx="188270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내리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17" name="Rectangle 135">
              <a:extLst>
                <a:ext uri="{FF2B5EF4-FFF2-40B4-BE49-F238E27FC236}">
                  <a16:creationId xmlns:a16="http://schemas.microsoft.com/office/drawing/2014/main" id="{FB0E3E58-E310-882E-BDB0-2EFC30DF1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2700" y="12825413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진목리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18" name="Rectangle 136">
              <a:extLst>
                <a:ext uri="{FF2B5EF4-FFF2-40B4-BE49-F238E27FC236}">
                  <a16:creationId xmlns:a16="http://schemas.microsoft.com/office/drawing/2014/main" id="{A4DE3ACF-8E5F-D8DF-F8D2-5A459AD2A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6350" y="12549188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소학리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19" name="Rectangle 137">
              <a:extLst>
                <a:ext uri="{FF2B5EF4-FFF2-40B4-BE49-F238E27FC236}">
                  <a16:creationId xmlns:a16="http://schemas.microsoft.com/office/drawing/2014/main" id="{883CD04C-CC2F-4825-8D2C-CBBB2CD0A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275" y="11580813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신팔리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20" name="Rectangle 138">
              <a:extLst>
                <a:ext uri="{FF2B5EF4-FFF2-40B4-BE49-F238E27FC236}">
                  <a16:creationId xmlns:a16="http://schemas.microsoft.com/office/drawing/2014/main" id="{2975B374-FC74-E4EA-B446-2C004D455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7675" y="11968163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우금리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21" name="Rectangle 139">
              <a:extLst>
                <a:ext uri="{FF2B5EF4-FFF2-40B4-BE49-F238E27FC236}">
                  <a16:creationId xmlns:a16="http://schemas.microsoft.com/office/drawing/2014/main" id="{CC698F7B-7422-8732-B155-E4FC02816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6150" y="12133263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금현리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22" name="Rectangle 140">
              <a:extLst>
                <a:ext uri="{FF2B5EF4-FFF2-40B4-BE49-F238E27FC236}">
                  <a16:creationId xmlns:a16="http://schemas.microsoft.com/office/drawing/2014/main" id="{F35292CF-EE55-31F1-04C9-B63592B4E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1175" y="12365038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정교리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23" name="Rectangle 141">
              <a:extLst>
                <a:ext uri="{FF2B5EF4-FFF2-40B4-BE49-F238E27FC236}">
                  <a16:creationId xmlns:a16="http://schemas.microsoft.com/office/drawing/2014/main" id="{81461AB7-1389-27D5-2857-BB08F8476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11933237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가산리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24" name="Rectangle 142">
              <a:extLst>
                <a:ext uri="{FF2B5EF4-FFF2-40B4-BE49-F238E27FC236}">
                  <a16:creationId xmlns:a16="http://schemas.microsoft.com/office/drawing/2014/main" id="{B262E9F8-FDE7-9116-7F88-458E758D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5823" y="12133263"/>
              <a:ext cx="376541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이가팔리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25" name="Rectangle 143">
              <a:extLst>
                <a:ext uri="{FF2B5EF4-FFF2-40B4-BE49-F238E27FC236}">
                  <a16:creationId xmlns:a16="http://schemas.microsoft.com/office/drawing/2014/main" id="{24684858-265B-5904-1FA3-148667535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950" y="11945938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송우리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26" name="Rectangle 144">
              <a:extLst>
                <a:ext uri="{FF2B5EF4-FFF2-40B4-BE49-F238E27FC236}">
                  <a16:creationId xmlns:a16="http://schemas.microsoft.com/office/drawing/2014/main" id="{36FA29CB-E444-EA16-FF6A-D167C20B9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1250" y="12428538"/>
              <a:ext cx="376541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초가팔리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27" name="Rectangle 145">
              <a:extLst>
                <a:ext uri="{FF2B5EF4-FFF2-40B4-BE49-F238E27FC236}">
                  <a16:creationId xmlns:a16="http://schemas.microsoft.com/office/drawing/2014/main" id="{BD994D75-65D9-28EA-11DC-4139181FB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7825" y="12780963"/>
              <a:ext cx="376541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이동교리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28" name="Rectangle 146">
              <a:extLst>
                <a:ext uri="{FF2B5EF4-FFF2-40B4-BE49-F238E27FC236}">
                  <a16:creationId xmlns:a16="http://schemas.microsoft.com/office/drawing/2014/main" id="{9403775C-2E7D-4C9E-9D2D-D1F4C9BEF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250" y="13015913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무봉리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29" name="Rectangle 147">
              <a:extLst>
                <a:ext uri="{FF2B5EF4-FFF2-40B4-BE49-F238E27FC236}">
                  <a16:creationId xmlns:a16="http://schemas.microsoft.com/office/drawing/2014/main" id="{B12FB298-3E3A-6CDA-A70D-9A7444E1A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700" y="13676313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마명리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30" name="Rectangle 148">
              <a:extLst>
                <a:ext uri="{FF2B5EF4-FFF2-40B4-BE49-F238E27FC236}">
                  <a16:creationId xmlns:a16="http://schemas.microsoft.com/office/drawing/2014/main" id="{E7DBD981-443E-AA8E-824D-2DADB4795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1825" y="13727112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무림리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31" name="Rectangle 149">
              <a:extLst>
                <a:ext uri="{FF2B5EF4-FFF2-40B4-BE49-F238E27FC236}">
                  <a16:creationId xmlns:a16="http://schemas.microsoft.com/office/drawing/2014/main" id="{56F67686-D328-251A-C2EE-BD4254950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3625" y="13676313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이곡리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32" name="Rectangle 150">
              <a:extLst>
                <a:ext uri="{FF2B5EF4-FFF2-40B4-BE49-F238E27FC236}">
                  <a16:creationId xmlns:a16="http://schemas.microsoft.com/office/drawing/2014/main" id="{0DC10FE1-5803-6F55-59E7-A8D2C1E44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500" y="13793788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직동리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33" name="Rectangle 151">
              <a:extLst>
                <a:ext uri="{FF2B5EF4-FFF2-40B4-BE49-F238E27FC236}">
                  <a16:creationId xmlns:a16="http://schemas.microsoft.com/office/drawing/2014/main" id="{1CAA5729-9B8C-A473-AD55-6EAA6AEF2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3525" y="13028613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고모리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34" name="Rectangle 152">
              <a:extLst>
                <a:ext uri="{FF2B5EF4-FFF2-40B4-BE49-F238E27FC236}">
                  <a16:creationId xmlns:a16="http://schemas.microsoft.com/office/drawing/2014/main" id="{E5F38B55-2163-D731-68B3-BDAD51583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9400" y="11358563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마전리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35" name="Rectangle 153">
              <a:extLst>
                <a:ext uri="{FF2B5EF4-FFF2-40B4-BE49-F238E27FC236}">
                  <a16:creationId xmlns:a16="http://schemas.microsoft.com/office/drawing/2014/main" id="{9CF90E06-93C8-A0A4-C15C-1D689D71A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2950" y="11460163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마산리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36" name="Rectangle 154">
              <a:extLst>
                <a:ext uri="{FF2B5EF4-FFF2-40B4-BE49-F238E27FC236}">
                  <a16:creationId xmlns:a16="http://schemas.microsoft.com/office/drawing/2014/main" id="{2120B875-D8DF-06F8-EA51-CB79C4D78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200" y="1092517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감암리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37" name="Rectangle 155">
              <a:extLst>
                <a:ext uri="{FF2B5EF4-FFF2-40B4-BE49-F238E27FC236}">
                  <a16:creationId xmlns:a16="http://schemas.microsoft.com/office/drawing/2014/main" id="{29B9C3F9-AD06-D237-E6CF-4BCB08DA7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625" y="1095375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유교리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38" name="Rectangle 156">
              <a:extLst>
                <a:ext uri="{FF2B5EF4-FFF2-40B4-BE49-F238E27FC236}">
                  <a16:creationId xmlns:a16="http://schemas.microsoft.com/office/drawing/2014/main" id="{12992A4A-206F-4804-7BA2-7E1EC4BAB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6676" y="1085850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좌의리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39" name="Rectangle 157">
              <a:extLst>
                <a:ext uri="{FF2B5EF4-FFF2-40B4-BE49-F238E27FC236}">
                  <a16:creationId xmlns:a16="http://schemas.microsoft.com/office/drawing/2014/main" id="{474CD592-FFF0-AA6C-8EA0-527DDEDE9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925" y="1093152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명산리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40" name="Rectangle 158">
              <a:extLst>
                <a:ext uri="{FF2B5EF4-FFF2-40B4-BE49-F238E27FC236}">
                  <a16:creationId xmlns:a16="http://schemas.microsoft.com/office/drawing/2014/main" id="{246F2E37-5533-CA0E-4EB1-A038A5252D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1400" y="1080770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직두리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41" name="Rectangle 159">
              <a:extLst>
                <a:ext uri="{FF2B5EF4-FFF2-40B4-BE49-F238E27FC236}">
                  <a16:creationId xmlns:a16="http://schemas.microsoft.com/office/drawing/2014/main" id="{B7D7ECF3-6BDE-95A0-3C4E-E6D365D1D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8600" y="11580813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방축리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42" name="Rectangle 160">
              <a:extLst>
                <a:ext uri="{FF2B5EF4-FFF2-40B4-BE49-F238E27FC236}">
                  <a16:creationId xmlns:a16="http://schemas.microsoft.com/office/drawing/2014/main" id="{D9CDCC69-FCC2-2D07-AAAC-C12F7BC71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6650" y="1036320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용정리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43" name="Rectangle 161">
              <a:extLst>
                <a:ext uri="{FF2B5EF4-FFF2-40B4-BE49-F238E27FC236}">
                  <a16:creationId xmlns:a16="http://schemas.microsoft.com/office/drawing/2014/main" id="{656E10D2-3296-FF86-BF40-4B9557E24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1775" y="1011555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구읍리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44" name="Rectangle 162">
              <a:extLst>
                <a:ext uri="{FF2B5EF4-FFF2-40B4-BE49-F238E27FC236}">
                  <a16:creationId xmlns:a16="http://schemas.microsoft.com/office/drawing/2014/main" id="{3C3046EF-244D-E5C5-B1E8-E65D495C5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5000" y="9855201"/>
              <a:ext cx="376541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상성북리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45" name="Rectangle 163">
              <a:extLst>
                <a:ext uri="{FF2B5EF4-FFF2-40B4-BE49-F238E27FC236}">
                  <a16:creationId xmlns:a16="http://schemas.microsoft.com/office/drawing/2014/main" id="{2E6100BE-0370-7F18-078B-86AE837BC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7475" y="924877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지현리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46" name="Rectangle 164">
              <a:extLst>
                <a:ext uri="{FF2B5EF4-FFF2-40B4-BE49-F238E27FC236}">
                  <a16:creationId xmlns:a16="http://schemas.microsoft.com/office/drawing/2014/main" id="{B16E79CB-1551-8E66-5357-60C4BB64C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8788" y="1030287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명덕리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47" name="Rectangle 165">
              <a:extLst>
                <a:ext uri="{FF2B5EF4-FFF2-40B4-BE49-F238E27FC236}">
                  <a16:creationId xmlns:a16="http://schemas.microsoft.com/office/drawing/2014/main" id="{AE437A89-206B-C5E5-B534-C4311047C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7613" y="992505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화현리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48" name="Rectangle 166">
              <a:extLst>
                <a:ext uri="{FF2B5EF4-FFF2-40B4-BE49-F238E27FC236}">
                  <a16:creationId xmlns:a16="http://schemas.microsoft.com/office/drawing/2014/main" id="{174EA654-8A14-900E-95FE-F7C2109C1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9582151"/>
              <a:ext cx="376541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하성북리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49" name="Rectangle 167">
              <a:extLst>
                <a:ext uri="{FF2B5EF4-FFF2-40B4-BE49-F238E27FC236}">
                  <a16:creationId xmlns:a16="http://schemas.microsoft.com/office/drawing/2014/main" id="{1007CF55-1A82-C8AD-75B3-CF4920231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0963" y="862330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유동리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50" name="Rectangle 168">
              <a:extLst>
                <a:ext uri="{FF2B5EF4-FFF2-40B4-BE49-F238E27FC236}">
                  <a16:creationId xmlns:a16="http://schemas.microsoft.com/office/drawing/2014/main" id="{AF553D5B-FECF-00C5-7C59-DAA81832F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9263" y="815022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기산리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51" name="Rectangle 169">
              <a:extLst>
                <a:ext uri="{FF2B5EF4-FFF2-40B4-BE49-F238E27FC236}">
                  <a16:creationId xmlns:a16="http://schemas.microsoft.com/office/drawing/2014/main" id="{276F3270-2150-B933-C15D-E8611ED9E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4738" y="776605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화대리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52" name="Rectangle 170">
              <a:extLst>
                <a:ext uri="{FF2B5EF4-FFF2-40B4-BE49-F238E27FC236}">
                  <a16:creationId xmlns:a16="http://schemas.microsoft.com/office/drawing/2014/main" id="{9994F2EE-68B3-0F0E-B7F0-C9B5556F2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4588" y="6705600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수입리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53" name="Rectangle 171">
              <a:extLst>
                <a:ext uri="{FF2B5EF4-FFF2-40B4-BE49-F238E27FC236}">
                  <a16:creationId xmlns:a16="http://schemas.microsoft.com/office/drawing/2014/main" id="{2AFFC9D9-4780-6D88-2D9E-91B8B2DEFD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1413" y="686435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사직리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54" name="Rectangle 172">
              <a:extLst>
                <a:ext uri="{FF2B5EF4-FFF2-40B4-BE49-F238E27FC236}">
                  <a16:creationId xmlns:a16="http://schemas.microsoft.com/office/drawing/2014/main" id="{F3FC6664-2A86-CB5C-83C5-B1C33B648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9588" y="837247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길명리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55" name="Rectangle 173">
              <a:extLst>
                <a:ext uri="{FF2B5EF4-FFF2-40B4-BE49-F238E27FC236}">
                  <a16:creationId xmlns:a16="http://schemas.microsoft.com/office/drawing/2014/main" id="{A625134A-C461-ADBF-CDA9-F52ED356D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5538" y="426720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도평리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56" name="Rectangle 174">
              <a:extLst>
                <a:ext uri="{FF2B5EF4-FFF2-40B4-BE49-F238E27FC236}">
                  <a16:creationId xmlns:a16="http://schemas.microsoft.com/office/drawing/2014/main" id="{6D118F8A-98A9-07D1-156B-322E38BC6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5138" y="536575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장암리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57" name="Rectangle 175">
              <a:extLst>
                <a:ext uri="{FF2B5EF4-FFF2-40B4-BE49-F238E27FC236}">
                  <a16:creationId xmlns:a16="http://schemas.microsoft.com/office/drawing/2014/main" id="{40417261-1E10-037D-8DE6-2BB3CE0908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0063" y="633412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연곡리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58" name="Rectangle 176">
              <a:extLst>
                <a:ext uri="{FF2B5EF4-FFF2-40B4-BE49-F238E27FC236}">
                  <a16:creationId xmlns:a16="http://schemas.microsoft.com/office/drawing/2014/main" id="{3AF3D01C-ED15-F203-D87D-F1BAC7080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2763" y="579437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노곡리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59" name="Rectangle 177">
              <a:extLst>
                <a:ext uri="{FF2B5EF4-FFF2-40B4-BE49-F238E27FC236}">
                  <a16:creationId xmlns:a16="http://schemas.microsoft.com/office/drawing/2014/main" id="{E5A143CB-62BD-392F-225C-FB968F460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566102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성동리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60" name="Rectangle 178">
              <a:extLst>
                <a:ext uri="{FF2B5EF4-FFF2-40B4-BE49-F238E27FC236}">
                  <a16:creationId xmlns:a16="http://schemas.microsoft.com/office/drawing/2014/main" id="{0DFABE83-6F2A-723D-0695-4C7F07133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1625" y="546417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영평리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61" name="Rectangle 179">
              <a:extLst>
                <a:ext uri="{FF2B5EF4-FFF2-40B4-BE49-F238E27FC236}">
                  <a16:creationId xmlns:a16="http://schemas.microsoft.com/office/drawing/2014/main" id="{1447283F-8811-097B-EAC7-659E57D56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800" y="603250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영송리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62" name="Rectangle 180">
              <a:extLst>
                <a:ext uri="{FF2B5EF4-FFF2-40B4-BE49-F238E27FC236}">
                  <a16:creationId xmlns:a16="http://schemas.microsoft.com/office/drawing/2014/main" id="{8D007734-3206-3A24-E185-5F6B7D4FC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375" y="11310938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동교동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63" name="Rectangle 181">
              <a:extLst>
                <a:ext uri="{FF2B5EF4-FFF2-40B4-BE49-F238E27FC236}">
                  <a16:creationId xmlns:a16="http://schemas.microsoft.com/office/drawing/2014/main" id="{B34AFF60-B7B9-27AA-3346-C5FA4DFFB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4050" y="1079182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설운동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64" name="Rectangle 182">
              <a:extLst>
                <a:ext uri="{FF2B5EF4-FFF2-40B4-BE49-F238E27FC236}">
                  <a16:creationId xmlns:a16="http://schemas.microsoft.com/office/drawing/2014/main" id="{2BAEC652-7926-808F-1467-C6D34FEBF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9200" y="1090295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선단동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65" name="Rectangle 183">
              <a:extLst>
                <a:ext uri="{FF2B5EF4-FFF2-40B4-BE49-F238E27FC236}">
                  <a16:creationId xmlns:a16="http://schemas.microsoft.com/office/drawing/2014/main" id="{F24A104B-AD70-31F0-5806-A68905D13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0025" y="1044892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자작동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66" name="Rectangle 184">
              <a:extLst>
                <a:ext uri="{FF2B5EF4-FFF2-40B4-BE49-F238E27FC236}">
                  <a16:creationId xmlns:a16="http://schemas.microsoft.com/office/drawing/2014/main" id="{28509E9F-622C-54C1-4F04-962E3B290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3075" y="1009332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어룡동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67" name="Rectangle 185">
              <a:extLst>
                <a:ext uri="{FF2B5EF4-FFF2-40B4-BE49-F238E27FC236}">
                  <a16:creationId xmlns:a16="http://schemas.microsoft.com/office/drawing/2014/main" id="{E7779B78-5C9B-0F01-B894-EF19AFC4C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2625" y="968057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신읍동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68" name="Rectangle 186">
              <a:extLst>
                <a:ext uri="{FF2B5EF4-FFF2-40B4-BE49-F238E27FC236}">
                  <a16:creationId xmlns:a16="http://schemas.microsoft.com/office/drawing/2014/main" id="{7270B722-1B62-B7EE-D305-C95794400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6650" y="918845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가채리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69" name="Rectangle 187">
              <a:extLst>
                <a:ext uri="{FF2B5EF4-FFF2-40B4-BE49-F238E27FC236}">
                  <a16:creationId xmlns:a16="http://schemas.microsoft.com/office/drawing/2014/main" id="{E76C8808-B4DC-1F08-BC48-C306DBDD2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3525" y="897255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심곡리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70" name="Rectangle 188">
              <a:extLst>
                <a:ext uri="{FF2B5EF4-FFF2-40B4-BE49-F238E27FC236}">
                  <a16:creationId xmlns:a16="http://schemas.microsoft.com/office/drawing/2014/main" id="{5BC64045-8571-0FC0-44E5-3A68AF3FE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250" y="864870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금동리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71" name="Rectangle 189">
              <a:extLst>
                <a:ext uri="{FF2B5EF4-FFF2-40B4-BE49-F238E27FC236}">
                  <a16:creationId xmlns:a16="http://schemas.microsoft.com/office/drawing/2014/main" id="{0F3ABB9A-712E-7531-4F58-22DCE7F78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9499" y="817880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갈월리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72" name="Rectangle 190">
              <a:extLst>
                <a:ext uri="{FF2B5EF4-FFF2-40B4-BE49-F238E27FC236}">
                  <a16:creationId xmlns:a16="http://schemas.microsoft.com/office/drawing/2014/main" id="{4066BF4D-B090-6C82-2617-1FCE5D43F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0200" y="806132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계류리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73" name="Rectangle 191">
              <a:extLst>
                <a:ext uri="{FF2B5EF4-FFF2-40B4-BE49-F238E27FC236}">
                  <a16:creationId xmlns:a16="http://schemas.microsoft.com/office/drawing/2014/main" id="{6DC18A93-9A4C-7033-9B98-87A694B37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000" y="755015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덕둔리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74" name="Rectangle 192">
              <a:extLst>
                <a:ext uri="{FF2B5EF4-FFF2-40B4-BE49-F238E27FC236}">
                  <a16:creationId xmlns:a16="http://schemas.microsoft.com/office/drawing/2014/main" id="{C2BB9A7D-782C-3FAB-F2A9-0EB55D1B8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950" y="730250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삼정리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75" name="Rectangle 193">
              <a:extLst>
                <a:ext uri="{FF2B5EF4-FFF2-40B4-BE49-F238E27FC236}">
                  <a16:creationId xmlns:a16="http://schemas.microsoft.com/office/drawing/2014/main" id="{3A606490-2838-6158-251D-661C98235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950" y="744537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고일리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76" name="Rectangle 194">
              <a:extLst>
                <a:ext uri="{FF2B5EF4-FFF2-40B4-BE49-F238E27FC236}">
                  <a16:creationId xmlns:a16="http://schemas.microsoft.com/office/drawing/2014/main" id="{75CEB6DF-A9A5-F145-65B2-ABB7B78D5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0025" y="684530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추동리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77" name="Rectangle 195">
              <a:extLst>
                <a:ext uri="{FF2B5EF4-FFF2-40B4-BE49-F238E27FC236}">
                  <a16:creationId xmlns:a16="http://schemas.microsoft.com/office/drawing/2014/main" id="{D87138AB-7332-3BE0-F9F3-2E55B57CB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3075" y="622617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주원리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78" name="Rectangle 196">
              <a:extLst>
                <a:ext uri="{FF2B5EF4-FFF2-40B4-BE49-F238E27FC236}">
                  <a16:creationId xmlns:a16="http://schemas.microsoft.com/office/drawing/2014/main" id="{ABA8A9B2-2FE6-A956-6560-78A4D684E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2975" y="5445126"/>
              <a:ext cx="376541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고소성리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79" name="Rectangle 197">
              <a:extLst>
                <a:ext uri="{FF2B5EF4-FFF2-40B4-BE49-F238E27FC236}">
                  <a16:creationId xmlns:a16="http://schemas.microsoft.com/office/drawing/2014/main" id="{AD8FB69B-3C0D-5919-9609-3DD3F2817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8976" y="548640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오가리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80" name="Rectangle 198">
              <a:extLst>
                <a:ext uri="{FF2B5EF4-FFF2-40B4-BE49-F238E27FC236}">
                  <a16:creationId xmlns:a16="http://schemas.microsoft.com/office/drawing/2014/main" id="{1161998B-EE88-3488-CE97-B79D6C61E6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6650" y="475297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운산리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81" name="Rectangle 199">
              <a:extLst>
                <a:ext uri="{FF2B5EF4-FFF2-40B4-BE49-F238E27FC236}">
                  <a16:creationId xmlns:a16="http://schemas.microsoft.com/office/drawing/2014/main" id="{7ECADFBD-982A-47AD-6102-3BB9E3E1E2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75" y="4845050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신흥리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82" name="Rectangle 200">
              <a:extLst>
                <a:ext uri="{FF2B5EF4-FFF2-40B4-BE49-F238E27FC236}">
                  <a16:creationId xmlns:a16="http://schemas.microsoft.com/office/drawing/2014/main" id="{62402173-B5F0-2ABF-A31C-C3AF2AB94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7701" y="875030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기지리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83" name="Rectangle 201">
              <a:extLst>
                <a:ext uri="{FF2B5EF4-FFF2-40B4-BE49-F238E27FC236}">
                  <a16:creationId xmlns:a16="http://schemas.microsoft.com/office/drawing/2014/main" id="{F9924AB9-1132-56B7-7C91-8228A8439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9400" y="827405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신평리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84" name="Rectangle 202">
              <a:extLst>
                <a:ext uri="{FF2B5EF4-FFF2-40B4-BE49-F238E27FC236}">
                  <a16:creationId xmlns:a16="http://schemas.microsoft.com/office/drawing/2014/main" id="{481D44F9-5194-EDA4-F921-D390B3508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0300" y="7864476"/>
              <a:ext cx="376541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삼성당리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85" name="Rectangle 203">
              <a:extLst>
                <a:ext uri="{FF2B5EF4-FFF2-40B4-BE49-F238E27FC236}">
                  <a16:creationId xmlns:a16="http://schemas.microsoft.com/office/drawing/2014/main" id="{60A1C426-DB64-1796-ACB7-A289933E0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0300" y="710247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가양리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86" name="Rectangle 204">
              <a:extLst>
                <a:ext uri="{FF2B5EF4-FFF2-40B4-BE49-F238E27FC236}">
                  <a16:creationId xmlns:a16="http://schemas.microsoft.com/office/drawing/2014/main" id="{2CBAB0C6-5959-4104-AC41-4E34BD67F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250" y="684530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거사리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87" name="Rectangle 205">
              <a:extLst>
                <a:ext uri="{FF2B5EF4-FFF2-40B4-BE49-F238E27FC236}">
                  <a16:creationId xmlns:a16="http://schemas.microsoft.com/office/drawing/2014/main" id="{93C171CB-8633-30C9-1F47-08720DD60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75" y="7766051"/>
              <a:ext cx="376541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만세교리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88" name="Rectangle 206">
              <a:extLst>
                <a:ext uri="{FF2B5EF4-FFF2-40B4-BE49-F238E27FC236}">
                  <a16:creationId xmlns:a16="http://schemas.microsoft.com/office/drawing/2014/main" id="{05426A1D-40B6-C2FC-15B5-1C4EC914B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2738" y="724217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금주리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89" name="Rectangle 207">
              <a:extLst>
                <a:ext uri="{FF2B5EF4-FFF2-40B4-BE49-F238E27FC236}">
                  <a16:creationId xmlns:a16="http://schemas.microsoft.com/office/drawing/2014/main" id="{D14371A1-C3D7-E7CD-B97B-E8D643D29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2850" y="641032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양문리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90" name="Rectangle 208">
              <a:extLst>
                <a:ext uri="{FF2B5EF4-FFF2-40B4-BE49-F238E27FC236}">
                  <a16:creationId xmlns:a16="http://schemas.microsoft.com/office/drawing/2014/main" id="{93A9190D-BF61-9C65-F505-EA436630A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725" y="2344738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삼율리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91" name="Rectangle 209">
              <a:extLst>
                <a:ext uri="{FF2B5EF4-FFF2-40B4-BE49-F238E27FC236}">
                  <a16:creationId xmlns:a16="http://schemas.microsoft.com/office/drawing/2014/main" id="{0E36A896-DE91-1566-68F9-07D06CF3C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9025" y="3421063"/>
              <a:ext cx="188270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중리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92" name="Rectangle 210">
              <a:extLst>
                <a:ext uri="{FF2B5EF4-FFF2-40B4-BE49-F238E27FC236}">
                  <a16:creationId xmlns:a16="http://schemas.microsoft.com/office/drawing/2014/main" id="{D7CF156E-951A-557F-5C02-850C6514D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6475" y="2732088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사정리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93" name="Rectangle 211">
              <a:extLst>
                <a:ext uri="{FF2B5EF4-FFF2-40B4-BE49-F238E27FC236}">
                  <a16:creationId xmlns:a16="http://schemas.microsoft.com/office/drawing/2014/main" id="{6FBC3198-7C72-2E6D-269E-472780B7A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7075" y="1938338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초과리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94" name="Rectangle 212">
              <a:extLst>
                <a:ext uri="{FF2B5EF4-FFF2-40B4-BE49-F238E27FC236}">
                  <a16:creationId xmlns:a16="http://schemas.microsoft.com/office/drawing/2014/main" id="{B3A3E8D8-3869-A89F-13A1-A17F64E63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2050" y="1443038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탄동리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95" name="Rectangle 213">
              <a:extLst>
                <a:ext uri="{FF2B5EF4-FFF2-40B4-BE49-F238E27FC236}">
                  <a16:creationId xmlns:a16="http://schemas.microsoft.com/office/drawing/2014/main" id="{3D050798-01E5-7923-F28D-121FF1ED8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4963" y="1741488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냉정리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96" name="Rectangle 214">
              <a:extLst>
                <a:ext uri="{FF2B5EF4-FFF2-40B4-BE49-F238E27FC236}">
                  <a16:creationId xmlns:a16="http://schemas.microsoft.com/office/drawing/2014/main" id="{374CCE33-EF4D-5A7D-C311-2133FDA2D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6763" y="3125788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자일리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97" name="Rectangle 215">
              <a:extLst>
                <a:ext uri="{FF2B5EF4-FFF2-40B4-BE49-F238E27FC236}">
                  <a16:creationId xmlns:a16="http://schemas.microsoft.com/office/drawing/2014/main" id="{BB35BE46-708F-8E63-D687-DBDDB25CD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4838" y="371792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운천리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98" name="Rectangle 216">
              <a:extLst>
                <a:ext uri="{FF2B5EF4-FFF2-40B4-BE49-F238E27FC236}">
                  <a16:creationId xmlns:a16="http://schemas.microsoft.com/office/drawing/2014/main" id="{73246EE1-4466-F4BE-65CB-0007C499D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0025" y="413702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문암리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299" name="Rectangle 217">
              <a:extLst>
                <a:ext uri="{FF2B5EF4-FFF2-40B4-BE49-F238E27FC236}">
                  <a16:creationId xmlns:a16="http://schemas.microsoft.com/office/drawing/2014/main" id="{40BD4CDB-4F38-802F-B4AA-A73A0F7CB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1463" y="4784726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야미리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300" name="Rectangle 218">
              <a:extLst>
                <a:ext uri="{FF2B5EF4-FFF2-40B4-BE49-F238E27FC236}">
                  <a16:creationId xmlns:a16="http://schemas.microsoft.com/office/drawing/2014/main" id="{3C4BA4E1-D266-0F5F-8AF6-BB7FD46A9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1163" y="4394201"/>
              <a:ext cx="282406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산정리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301" name="Rectangle 219">
              <a:extLst>
                <a:ext uri="{FF2B5EF4-FFF2-40B4-BE49-F238E27FC236}">
                  <a16:creationId xmlns:a16="http://schemas.microsoft.com/office/drawing/2014/main" id="{3CFC1491-167C-C9F2-9083-3EF51CFD4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075" y="3656013"/>
              <a:ext cx="376541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소회산리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  <p:sp>
          <p:nvSpPr>
            <p:cNvPr id="302" name="Rectangle 220">
              <a:extLst>
                <a:ext uri="{FF2B5EF4-FFF2-40B4-BE49-F238E27FC236}">
                  <a16:creationId xmlns:a16="http://schemas.microsoft.com/office/drawing/2014/main" id="{D888977B-3C41-70BC-6C78-AD0A77453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650" y="4267201"/>
              <a:ext cx="376541" cy="126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대회산리</a:t>
              </a:r>
              <a:endParaRPr kumimoji="0" lang="ko-KR" altLang="ko-KR" sz="240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4495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F07B222E-3F76-6FEC-93E0-4A2EB12FA10F}"/>
              </a:ext>
            </a:extLst>
          </p:cNvPr>
          <p:cNvGrpSpPr/>
          <p:nvPr/>
        </p:nvGrpSpPr>
        <p:grpSpPr>
          <a:xfrm>
            <a:off x="1104900" y="741363"/>
            <a:ext cx="8730669" cy="13680000"/>
            <a:chOff x="933450" y="512763"/>
            <a:chExt cx="8994775" cy="14093825"/>
          </a:xfrm>
          <a:solidFill>
            <a:schemeClr val="bg1"/>
          </a:solidFill>
        </p:grpSpPr>
        <p:sp>
          <p:nvSpPr>
            <p:cNvPr id="260" name="Freeform 116">
              <a:extLst>
                <a:ext uri="{FF2B5EF4-FFF2-40B4-BE49-F238E27FC236}">
                  <a16:creationId xmlns:a16="http://schemas.microsoft.com/office/drawing/2014/main" id="{C644F919-C0DA-A182-485C-D9D305154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4813" y="512763"/>
              <a:ext cx="3197225" cy="4102100"/>
            </a:xfrm>
            <a:custGeom>
              <a:avLst/>
              <a:gdLst>
                <a:gd name="T0" fmla="*/ 456 w 2014"/>
                <a:gd name="T1" fmla="*/ 2566 h 2584"/>
                <a:gd name="T2" fmla="*/ 470 w 2014"/>
                <a:gd name="T3" fmla="*/ 2439 h 2584"/>
                <a:gd name="T4" fmla="*/ 565 w 2014"/>
                <a:gd name="T5" fmla="*/ 2389 h 2584"/>
                <a:gd name="T6" fmla="*/ 555 w 2014"/>
                <a:gd name="T7" fmla="*/ 2291 h 2584"/>
                <a:gd name="T8" fmla="*/ 681 w 2014"/>
                <a:gd name="T9" fmla="*/ 2162 h 2584"/>
                <a:gd name="T10" fmla="*/ 774 w 2014"/>
                <a:gd name="T11" fmla="*/ 1992 h 2584"/>
                <a:gd name="T12" fmla="*/ 852 w 2014"/>
                <a:gd name="T13" fmla="*/ 1931 h 2584"/>
                <a:gd name="T14" fmla="*/ 965 w 2014"/>
                <a:gd name="T15" fmla="*/ 1927 h 2584"/>
                <a:gd name="T16" fmla="*/ 955 w 2014"/>
                <a:gd name="T17" fmla="*/ 1793 h 2584"/>
                <a:gd name="T18" fmla="*/ 1073 w 2014"/>
                <a:gd name="T19" fmla="*/ 1767 h 2584"/>
                <a:gd name="T20" fmla="*/ 1204 w 2014"/>
                <a:gd name="T21" fmla="*/ 1807 h 2584"/>
                <a:gd name="T22" fmla="*/ 1280 w 2014"/>
                <a:gd name="T23" fmla="*/ 1773 h 2584"/>
                <a:gd name="T24" fmla="*/ 1323 w 2014"/>
                <a:gd name="T25" fmla="*/ 1687 h 2584"/>
                <a:gd name="T26" fmla="*/ 1449 w 2014"/>
                <a:gd name="T27" fmla="*/ 1576 h 2584"/>
                <a:gd name="T28" fmla="*/ 1532 w 2014"/>
                <a:gd name="T29" fmla="*/ 1564 h 2584"/>
                <a:gd name="T30" fmla="*/ 1441 w 2014"/>
                <a:gd name="T31" fmla="*/ 1448 h 2584"/>
                <a:gd name="T32" fmla="*/ 1465 w 2014"/>
                <a:gd name="T33" fmla="*/ 1365 h 2584"/>
                <a:gd name="T34" fmla="*/ 1562 w 2014"/>
                <a:gd name="T35" fmla="*/ 1257 h 2584"/>
                <a:gd name="T36" fmla="*/ 1700 w 2014"/>
                <a:gd name="T37" fmla="*/ 1231 h 2584"/>
                <a:gd name="T38" fmla="*/ 1692 w 2014"/>
                <a:gd name="T39" fmla="*/ 1169 h 2584"/>
                <a:gd name="T40" fmla="*/ 1825 w 2014"/>
                <a:gd name="T41" fmla="*/ 709 h 2584"/>
                <a:gd name="T42" fmla="*/ 1813 w 2014"/>
                <a:gd name="T43" fmla="*/ 546 h 2584"/>
                <a:gd name="T44" fmla="*/ 1871 w 2014"/>
                <a:gd name="T45" fmla="*/ 380 h 2584"/>
                <a:gd name="T46" fmla="*/ 2014 w 2014"/>
                <a:gd name="T47" fmla="*/ 261 h 2584"/>
                <a:gd name="T48" fmla="*/ 1992 w 2014"/>
                <a:gd name="T49" fmla="*/ 213 h 2584"/>
                <a:gd name="T50" fmla="*/ 1881 w 2014"/>
                <a:gd name="T51" fmla="*/ 173 h 2584"/>
                <a:gd name="T52" fmla="*/ 1654 w 2014"/>
                <a:gd name="T53" fmla="*/ 111 h 2584"/>
                <a:gd name="T54" fmla="*/ 1505 w 2014"/>
                <a:gd name="T55" fmla="*/ 217 h 2584"/>
                <a:gd name="T56" fmla="*/ 1403 w 2014"/>
                <a:gd name="T57" fmla="*/ 360 h 2584"/>
                <a:gd name="T58" fmla="*/ 1361 w 2014"/>
                <a:gd name="T59" fmla="*/ 418 h 2584"/>
                <a:gd name="T60" fmla="*/ 1343 w 2014"/>
                <a:gd name="T61" fmla="*/ 488 h 2584"/>
                <a:gd name="T62" fmla="*/ 1061 w 2014"/>
                <a:gd name="T63" fmla="*/ 651 h 2584"/>
                <a:gd name="T64" fmla="*/ 896 w 2014"/>
                <a:gd name="T65" fmla="*/ 805 h 2584"/>
                <a:gd name="T66" fmla="*/ 844 w 2014"/>
                <a:gd name="T67" fmla="*/ 829 h 2584"/>
                <a:gd name="T68" fmla="*/ 838 w 2014"/>
                <a:gd name="T69" fmla="*/ 948 h 2584"/>
                <a:gd name="T70" fmla="*/ 739 w 2014"/>
                <a:gd name="T71" fmla="*/ 954 h 2584"/>
                <a:gd name="T72" fmla="*/ 651 w 2014"/>
                <a:gd name="T73" fmla="*/ 849 h 2584"/>
                <a:gd name="T74" fmla="*/ 595 w 2014"/>
                <a:gd name="T75" fmla="*/ 797 h 2584"/>
                <a:gd name="T76" fmla="*/ 486 w 2014"/>
                <a:gd name="T77" fmla="*/ 679 h 2584"/>
                <a:gd name="T78" fmla="*/ 337 w 2014"/>
                <a:gd name="T79" fmla="*/ 582 h 2584"/>
                <a:gd name="T80" fmla="*/ 253 w 2014"/>
                <a:gd name="T81" fmla="*/ 412 h 2584"/>
                <a:gd name="T82" fmla="*/ 289 w 2014"/>
                <a:gd name="T83" fmla="*/ 70 h 2584"/>
                <a:gd name="T84" fmla="*/ 132 w 2014"/>
                <a:gd name="T85" fmla="*/ 44 h 2584"/>
                <a:gd name="T86" fmla="*/ 34 w 2014"/>
                <a:gd name="T87" fmla="*/ 406 h 2584"/>
                <a:gd name="T88" fmla="*/ 72 w 2014"/>
                <a:gd name="T89" fmla="*/ 803 h 2584"/>
                <a:gd name="T90" fmla="*/ 52 w 2014"/>
                <a:gd name="T91" fmla="*/ 1259 h 2584"/>
                <a:gd name="T92" fmla="*/ 36 w 2014"/>
                <a:gd name="T93" fmla="*/ 1381 h 2584"/>
                <a:gd name="T94" fmla="*/ 181 w 2014"/>
                <a:gd name="T95" fmla="*/ 1685 h 2584"/>
                <a:gd name="T96" fmla="*/ 325 w 2014"/>
                <a:gd name="T97" fmla="*/ 2060 h 2584"/>
                <a:gd name="T98" fmla="*/ 319 w 2014"/>
                <a:gd name="T99" fmla="*/ 2152 h 2584"/>
                <a:gd name="T100" fmla="*/ 277 w 2014"/>
                <a:gd name="T101" fmla="*/ 2478 h 2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014" h="2584">
                  <a:moveTo>
                    <a:pt x="347" y="2540"/>
                  </a:moveTo>
                  <a:lnTo>
                    <a:pt x="386" y="2572"/>
                  </a:lnTo>
                  <a:lnTo>
                    <a:pt x="430" y="2584"/>
                  </a:lnTo>
                  <a:lnTo>
                    <a:pt x="450" y="2578"/>
                  </a:lnTo>
                  <a:lnTo>
                    <a:pt x="456" y="2566"/>
                  </a:lnTo>
                  <a:lnTo>
                    <a:pt x="452" y="2536"/>
                  </a:lnTo>
                  <a:lnTo>
                    <a:pt x="432" y="2512"/>
                  </a:lnTo>
                  <a:lnTo>
                    <a:pt x="426" y="2482"/>
                  </a:lnTo>
                  <a:lnTo>
                    <a:pt x="440" y="2453"/>
                  </a:lnTo>
                  <a:lnTo>
                    <a:pt x="470" y="2439"/>
                  </a:lnTo>
                  <a:lnTo>
                    <a:pt x="470" y="2439"/>
                  </a:lnTo>
                  <a:lnTo>
                    <a:pt x="502" y="2433"/>
                  </a:lnTo>
                  <a:lnTo>
                    <a:pt x="502" y="2433"/>
                  </a:lnTo>
                  <a:lnTo>
                    <a:pt x="532" y="2419"/>
                  </a:lnTo>
                  <a:lnTo>
                    <a:pt x="565" y="2389"/>
                  </a:lnTo>
                  <a:lnTo>
                    <a:pt x="583" y="2367"/>
                  </a:lnTo>
                  <a:lnTo>
                    <a:pt x="589" y="2339"/>
                  </a:lnTo>
                  <a:lnTo>
                    <a:pt x="579" y="2317"/>
                  </a:lnTo>
                  <a:lnTo>
                    <a:pt x="561" y="2305"/>
                  </a:lnTo>
                  <a:lnTo>
                    <a:pt x="555" y="2291"/>
                  </a:lnTo>
                  <a:lnTo>
                    <a:pt x="552" y="2267"/>
                  </a:lnTo>
                  <a:lnTo>
                    <a:pt x="561" y="2239"/>
                  </a:lnTo>
                  <a:lnTo>
                    <a:pt x="589" y="2215"/>
                  </a:lnTo>
                  <a:lnTo>
                    <a:pt x="637" y="2184"/>
                  </a:lnTo>
                  <a:lnTo>
                    <a:pt x="681" y="2162"/>
                  </a:lnTo>
                  <a:lnTo>
                    <a:pt x="705" y="2134"/>
                  </a:lnTo>
                  <a:lnTo>
                    <a:pt x="727" y="2078"/>
                  </a:lnTo>
                  <a:lnTo>
                    <a:pt x="750" y="2026"/>
                  </a:lnTo>
                  <a:lnTo>
                    <a:pt x="774" y="1992"/>
                  </a:lnTo>
                  <a:lnTo>
                    <a:pt x="774" y="1992"/>
                  </a:lnTo>
                  <a:lnTo>
                    <a:pt x="802" y="1956"/>
                  </a:lnTo>
                  <a:lnTo>
                    <a:pt x="802" y="1956"/>
                  </a:lnTo>
                  <a:lnTo>
                    <a:pt x="816" y="1948"/>
                  </a:lnTo>
                  <a:lnTo>
                    <a:pt x="828" y="1942"/>
                  </a:lnTo>
                  <a:lnTo>
                    <a:pt x="852" y="1931"/>
                  </a:lnTo>
                  <a:lnTo>
                    <a:pt x="896" y="1927"/>
                  </a:lnTo>
                  <a:lnTo>
                    <a:pt x="926" y="1935"/>
                  </a:lnTo>
                  <a:lnTo>
                    <a:pt x="936" y="1942"/>
                  </a:lnTo>
                  <a:lnTo>
                    <a:pt x="957" y="1935"/>
                  </a:lnTo>
                  <a:lnTo>
                    <a:pt x="965" y="1927"/>
                  </a:lnTo>
                  <a:lnTo>
                    <a:pt x="965" y="1897"/>
                  </a:lnTo>
                  <a:lnTo>
                    <a:pt x="953" y="1831"/>
                  </a:lnTo>
                  <a:lnTo>
                    <a:pt x="947" y="1817"/>
                  </a:lnTo>
                  <a:lnTo>
                    <a:pt x="947" y="1817"/>
                  </a:lnTo>
                  <a:lnTo>
                    <a:pt x="955" y="1793"/>
                  </a:lnTo>
                  <a:lnTo>
                    <a:pt x="955" y="1793"/>
                  </a:lnTo>
                  <a:lnTo>
                    <a:pt x="959" y="1781"/>
                  </a:lnTo>
                  <a:lnTo>
                    <a:pt x="965" y="1773"/>
                  </a:lnTo>
                  <a:lnTo>
                    <a:pt x="1003" y="1763"/>
                  </a:lnTo>
                  <a:lnTo>
                    <a:pt x="1073" y="1767"/>
                  </a:lnTo>
                  <a:lnTo>
                    <a:pt x="1113" y="1769"/>
                  </a:lnTo>
                  <a:lnTo>
                    <a:pt x="1160" y="1791"/>
                  </a:lnTo>
                  <a:lnTo>
                    <a:pt x="1160" y="1791"/>
                  </a:lnTo>
                  <a:lnTo>
                    <a:pt x="1180" y="1799"/>
                  </a:lnTo>
                  <a:lnTo>
                    <a:pt x="1204" y="1807"/>
                  </a:lnTo>
                  <a:lnTo>
                    <a:pt x="1204" y="1807"/>
                  </a:lnTo>
                  <a:lnTo>
                    <a:pt x="1220" y="1803"/>
                  </a:lnTo>
                  <a:lnTo>
                    <a:pt x="1238" y="1795"/>
                  </a:lnTo>
                  <a:lnTo>
                    <a:pt x="1238" y="1795"/>
                  </a:lnTo>
                  <a:lnTo>
                    <a:pt x="1280" y="1773"/>
                  </a:lnTo>
                  <a:lnTo>
                    <a:pt x="1312" y="1735"/>
                  </a:lnTo>
                  <a:lnTo>
                    <a:pt x="1312" y="1735"/>
                  </a:lnTo>
                  <a:lnTo>
                    <a:pt x="1316" y="1699"/>
                  </a:lnTo>
                  <a:lnTo>
                    <a:pt x="1316" y="1699"/>
                  </a:lnTo>
                  <a:lnTo>
                    <a:pt x="1323" y="1687"/>
                  </a:lnTo>
                  <a:lnTo>
                    <a:pt x="1331" y="1679"/>
                  </a:lnTo>
                  <a:lnTo>
                    <a:pt x="1391" y="1646"/>
                  </a:lnTo>
                  <a:lnTo>
                    <a:pt x="1411" y="1626"/>
                  </a:lnTo>
                  <a:lnTo>
                    <a:pt x="1429" y="1584"/>
                  </a:lnTo>
                  <a:lnTo>
                    <a:pt x="1449" y="1576"/>
                  </a:lnTo>
                  <a:lnTo>
                    <a:pt x="1463" y="1598"/>
                  </a:lnTo>
                  <a:lnTo>
                    <a:pt x="1483" y="1624"/>
                  </a:lnTo>
                  <a:lnTo>
                    <a:pt x="1509" y="1612"/>
                  </a:lnTo>
                  <a:lnTo>
                    <a:pt x="1528" y="1592"/>
                  </a:lnTo>
                  <a:lnTo>
                    <a:pt x="1532" y="1564"/>
                  </a:lnTo>
                  <a:lnTo>
                    <a:pt x="1503" y="1536"/>
                  </a:lnTo>
                  <a:lnTo>
                    <a:pt x="1469" y="1520"/>
                  </a:lnTo>
                  <a:lnTo>
                    <a:pt x="1439" y="1498"/>
                  </a:lnTo>
                  <a:lnTo>
                    <a:pt x="1429" y="1474"/>
                  </a:lnTo>
                  <a:lnTo>
                    <a:pt x="1441" y="1448"/>
                  </a:lnTo>
                  <a:lnTo>
                    <a:pt x="1479" y="1442"/>
                  </a:lnTo>
                  <a:lnTo>
                    <a:pt x="1509" y="1426"/>
                  </a:lnTo>
                  <a:lnTo>
                    <a:pt x="1516" y="1395"/>
                  </a:lnTo>
                  <a:lnTo>
                    <a:pt x="1507" y="1377"/>
                  </a:lnTo>
                  <a:lnTo>
                    <a:pt x="1465" y="1365"/>
                  </a:lnTo>
                  <a:lnTo>
                    <a:pt x="1463" y="1341"/>
                  </a:lnTo>
                  <a:lnTo>
                    <a:pt x="1471" y="1321"/>
                  </a:lnTo>
                  <a:lnTo>
                    <a:pt x="1511" y="1273"/>
                  </a:lnTo>
                  <a:lnTo>
                    <a:pt x="1538" y="1257"/>
                  </a:lnTo>
                  <a:lnTo>
                    <a:pt x="1562" y="1257"/>
                  </a:lnTo>
                  <a:lnTo>
                    <a:pt x="1582" y="1257"/>
                  </a:lnTo>
                  <a:lnTo>
                    <a:pt x="1596" y="1269"/>
                  </a:lnTo>
                  <a:lnTo>
                    <a:pt x="1640" y="1269"/>
                  </a:lnTo>
                  <a:lnTo>
                    <a:pt x="1674" y="1265"/>
                  </a:lnTo>
                  <a:lnTo>
                    <a:pt x="1700" y="1231"/>
                  </a:lnTo>
                  <a:lnTo>
                    <a:pt x="1700" y="1231"/>
                  </a:lnTo>
                  <a:lnTo>
                    <a:pt x="1696" y="1229"/>
                  </a:lnTo>
                  <a:lnTo>
                    <a:pt x="1696" y="1229"/>
                  </a:lnTo>
                  <a:lnTo>
                    <a:pt x="1692" y="1169"/>
                  </a:lnTo>
                  <a:lnTo>
                    <a:pt x="1692" y="1169"/>
                  </a:lnTo>
                  <a:lnTo>
                    <a:pt x="1684" y="1080"/>
                  </a:lnTo>
                  <a:lnTo>
                    <a:pt x="1666" y="1032"/>
                  </a:lnTo>
                  <a:lnTo>
                    <a:pt x="1702" y="980"/>
                  </a:lnTo>
                  <a:lnTo>
                    <a:pt x="1801" y="819"/>
                  </a:lnTo>
                  <a:lnTo>
                    <a:pt x="1825" y="709"/>
                  </a:lnTo>
                  <a:lnTo>
                    <a:pt x="1825" y="709"/>
                  </a:lnTo>
                  <a:lnTo>
                    <a:pt x="1819" y="665"/>
                  </a:lnTo>
                  <a:lnTo>
                    <a:pt x="1819" y="665"/>
                  </a:lnTo>
                  <a:lnTo>
                    <a:pt x="1801" y="606"/>
                  </a:lnTo>
                  <a:lnTo>
                    <a:pt x="1813" y="546"/>
                  </a:lnTo>
                  <a:lnTo>
                    <a:pt x="1855" y="480"/>
                  </a:lnTo>
                  <a:lnTo>
                    <a:pt x="1861" y="422"/>
                  </a:lnTo>
                  <a:lnTo>
                    <a:pt x="1861" y="422"/>
                  </a:lnTo>
                  <a:lnTo>
                    <a:pt x="1867" y="396"/>
                  </a:lnTo>
                  <a:lnTo>
                    <a:pt x="1871" y="380"/>
                  </a:lnTo>
                  <a:lnTo>
                    <a:pt x="1875" y="370"/>
                  </a:lnTo>
                  <a:lnTo>
                    <a:pt x="1875" y="370"/>
                  </a:lnTo>
                  <a:lnTo>
                    <a:pt x="1944" y="321"/>
                  </a:lnTo>
                  <a:lnTo>
                    <a:pt x="2010" y="299"/>
                  </a:lnTo>
                  <a:lnTo>
                    <a:pt x="2014" y="261"/>
                  </a:lnTo>
                  <a:lnTo>
                    <a:pt x="2014" y="261"/>
                  </a:lnTo>
                  <a:lnTo>
                    <a:pt x="2004" y="237"/>
                  </a:lnTo>
                  <a:lnTo>
                    <a:pt x="1998" y="221"/>
                  </a:lnTo>
                  <a:lnTo>
                    <a:pt x="1992" y="213"/>
                  </a:lnTo>
                  <a:lnTo>
                    <a:pt x="1992" y="213"/>
                  </a:lnTo>
                  <a:lnTo>
                    <a:pt x="1978" y="211"/>
                  </a:lnTo>
                  <a:lnTo>
                    <a:pt x="1950" y="209"/>
                  </a:lnTo>
                  <a:lnTo>
                    <a:pt x="1908" y="207"/>
                  </a:lnTo>
                  <a:lnTo>
                    <a:pt x="1908" y="207"/>
                  </a:lnTo>
                  <a:lnTo>
                    <a:pt x="1881" y="173"/>
                  </a:lnTo>
                  <a:lnTo>
                    <a:pt x="1849" y="137"/>
                  </a:lnTo>
                  <a:lnTo>
                    <a:pt x="1849" y="137"/>
                  </a:lnTo>
                  <a:lnTo>
                    <a:pt x="1803" y="117"/>
                  </a:lnTo>
                  <a:lnTo>
                    <a:pt x="1759" y="99"/>
                  </a:lnTo>
                  <a:lnTo>
                    <a:pt x="1654" y="111"/>
                  </a:lnTo>
                  <a:lnTo>
                    <a:pt x="1606" y="127"/>
                  </a:lnTo>
                  <a:lnTo>
                    <a:pt x="1520" y="135"/>
                  </a:lnTo>
                  <a:lnTo>
                    <a:pt x="1487" y="137"/>
                  </a:lnTo>
                  <a:lnTo>
                    <a:pt x="1469" y="177"/>
                  </a:lnTo>
                  <a:lnTo>
                    <a:pt x="1505" y="217"/>
                  </a:lnTo>
                  <a:lnTo>
                    <a:pt x="1493" y="279"/>
                  </a:lnTo>
                  <a:lnTo>
                    <a:pt x="1453" y="343"/>
                  </a:lnTo>
                  <a:lnTo>
                    <a:pt x="1453" y="343"/>
                  </a:lnTo>
                  <a:lnTo>
                    <a:pt x="1423" y="353"/>
                  </a:lnTo>
                  <a:lnTo>
                    <a:pt x="1403" y="360"/>
                  </a:lnTo>
                  <a:lnTo>
                    <a:pt x="1391" y="364"/>
                  </a:lnTo>
                  <a:lnTo>
                    <a:pt x="1391" y="364"/>
                  </a:lnTo>
                  <a:lnTo>
                    <a:pt x="1377" y="390"/>
                  </a:lnTo>
                  <a:lnTo>
                    <a:pt x="1369" y="406"/>
                  </a:lnTo>
                  <a:lnTo>
                    <a:pt x="1361" y="418"/>
                  </a:lnTo>
                  <a:lnTo>
                    <a:pt x="1361" y="418"/>
                  </a:lnTo>
                  <a:lnTo>
                    <a:pt x="1357" y="424"/>
                  </a:lnTo>
                  <a:lnTo>
                    <a:pt x="1355" y="432"/>
                  </a:lnTo>
                  <a:lnTo>
                    <a:pt x="1349" y="456"/>
                  </a:lnTo>
                  <a:lnTo>
                    <a:pt x="1343" y="488"/>
                  </a:lnTo>
                  <a:lnTo>
                    <a:pt x="1312" y="506"/>
                  </a:lnTo>
                  <a:lnTo>
                    <a:pt x="1214" y="540"/>
                  </a:lnTo>
                  <a:lnTo>
                    <a:pt x="1156" y="612"/>
                  </a:lnTo>
                  <a:lnTo>
                    <a:pt x="1089" y="635"/>
                  </a:lnTo>
                  <a:lnTo>
                    <a:pt x="1061" y="651"/>
                  </a:lnTo>
                  <a:lnTo>
                    <a:pt x="1057" y="685"/>
                  </a:lnTo>
                  <a:lnTo>
                    <a:pt x="1055" y="745"/>
                  </a:lnTo>
                  <a:lnTo>
                    <a:pt x="1031" y="789"/>
                  </a:lnTo>
                  <a:lnTo>
                    <a:pt x="993" y="811"/>
                  </a:lnTo>
                  <a:lnTo>
                    <a:pt x="896" y="805"/>
                  </a:lnTo>
                  <a:lnTo>
                    <a:pt x="896" y="805"/>
                  </a:lnTo>
                  <a:lnTo>
                    <a:pt x="854" y="811"/>
                  </a:lnTo>
                  <a:lnTo>
                    <a:pt x="854" y="811"/>
                  </a:lnTo>
                  <a:lnTo>
                    <a:pt x="850" y="817"/>
                  </a:lnTo>
                  <a:lnTo>
                    <a:pt x="844" y="829"/>
                  </a:lnTo>
                  <a:lnTo>
                    <a:pt x="834" y="847"/>
                  </a:lnTo>
                  <a:lnTo>
                    <a:pt x="834" y="847"/>
                  </a:lnTo>
                  <a:lnTo>
                    <a:pt x="850" y="918"/>
                  </a:lnTo>
                  <a:lnTo>
                    <a:pt x="850" y="918"/>
                  </a:lnTo>
                  <a:lnTo>
                    <a:pt x="838" y="948"/>
                  </a:lnTo>
                  <a:lnTo>
                    <a:pt x="828" y="978"/>
                  </a:lnTo>
                  <a:lnTo>
                    <a:pt x="794" y="996"/>
                  </a:lnTo>
                  <a:lnTo>
                    <a:pt x="794" y="996"/>
                  </a:lnTo>
                  <a:lnTo>
                    <a:pt x="768" y="976"/>
                  </a:lnTo>
                  <a:lnTo>
                    <a:pt x="739" y="954"/>
                  </a:lnTo>
                  <a:lnTo>
                    <a:pt x="739" y="954"/>
                  </a:lnTo>
                  <a:lnTo>
                    <a:pt x="699" y="914"/>
                  </a:lnTo>
                  <a:lnTo>
                    <a:pt x="659" y="877"/>
                  </a:lnTo>
                  <a:lnTo>
                    <a:pt x="659" y="877"/>
                  </a:lnTo>
                  <a:lnTo>
                    <a:pt x="651" y="849"/>
                  </a:lnTo>
                  <a:lnTo>
                    <a:pt x="647" y="831"/>
                  </a:lnTo>
                  <a:lnTo>
                    <a:pt x="643" y="821"/>
                  </a:lnTo>
                  <a:lnTo>
                    <a:pt x="643" y="821"/>
                  </a:lnTo>
                  <a:lnTo>
                    <a:pt x="615" y="807"/>
                  </a:lnTo>
                  <a:lnTo>
                    <a:pt x="595" y="797"/>
                  </a:lnTo>
                  <a:lnTo>
                    <a:pt x="585" y="791"/>
                  </a:lnTo>
                  <a:lnTo>
                    <a:pt x="585" y="791"/>
                  </a:lnTo>
                  <a:lnTo>
                    <a:pt x="538" y="721"/>
                  </a:lnTo>
                  <a:lnTo>
                    <a:pt x="538" y="721"/>
                  </a:lnTo>
                  <a:lnTo>
                    <a:pt x="486" y="679"/>
                  </a:lnTo>
                  <a:lnTo>
                    <a:pt x="432" y="635"/>
                  </a:lnTo>
                  <a:lnTo>
                    <a:pt x="432" y="635"/>
                  </a:lnTo>
                  <a:lnTo>
                    <a:pt x="414" y="625"/>
                  </a:lnTo>
                  <a:lnTo>
                    <a:pt x="374" y="604"/>
                  </a:lnTo>
                  <a:lnTo>
                    <a:pt x="337" y="582"/>
                  </a:lnTo>
                  <a:lnTo>
                    <a:pt x="317" y="570"/>
                  </a:lnTo>
                  <a:lnTo>
                    <a:pt x="317" y="570"/>
                  </a:lnTo>
                  <a:lnTo>
                    <a:pt x="271" y="496"/>
                  </a:lnTo>
                  <a:lnTo>
                    <a:pt x="271" y="496"/>
                  </a:lnTo>
                  <a:lnTo>
                    <a:pt x="253" y="412"/>
                  </a:lnTo>
                  <a:lnTo>
                    <a:pt x="239" y="331"/>
                  </a:lnTo>
                  <a:lnTo>
                    <a:pt x="241" y="271"/>
                  </a:lnTo>
                  <a:lnTo>
                    <a:pt x="289" y="139"/>
                  </a:lnTo>
                  <a:lnTo>
                    <a:pt x="289" y="139"/>
                  </a:lnTo>
                  <a:lnTo>
                    <a:pt x="289" y="70"/>
                  </a:lnTo>
                  <a:lnTo>
                    <a:pt x="289" y="70"/>
                  </a:lnTo>
                  <a:lnTo>
                    <a:pt x="281" y="0"/>
                  </a:lnTo>
                  <a:lnTo>
                    <a:pt x="239" y="4"/>
                  </a:lnTo>
                  <a:lnTo>
                    <a:pt x="185" y="28"/>
                  </a:lnTo>
                  <a:lnTo>
                    <a:pt x="132" y="44"/>
                  </a:lnTo>
                  <a:lnTo>
                    <a:pt x="58" y="119"/>
                  </a:lnTo>
                  <a:lnTo>
                    <a:pt x="60" y="169"/>
                  </a:lnTo>
                  <a:lnTo>
                    <a:pt x="48" y="263"/>
                  </a:lnTo>
                  <a:lnTo>
                    <a:pt x="28" y="331"/>
                  </a:lnTo>
                  <a:lnTo>
                    <a:pt x="34" y="406"/>
                  </a:lnTo>
                  <a:lnTo>
                    <a:pt x="44" y="458"/>
                  </a:lnTo>
                  <a:lnTo>
                    <a:pt x="32" y="570"/>
                  </a:lnTo>
                  <a:lnTo>
                    <a:pt x="50" y="616"/>
                  </a:lnTo>
                  <a:lnTo>
                    <a:pt x="88" y="711"/>
                  </a:lnTo>
                  <a:lnTo>
                    <a:pt x="72" y="803"/>
                  </a:lnTo>
                  <a:lnTo>
                    <a:pt x="36" y="898"/>
                  </a:lnTo>
                  <a:lnTo>
                    <a:pt x="36" y="942"/>
                  </a:lnTo>
                  <a:lnTo>
                    <a:pt x="60" y="1000"/>
                  </a:lnTo>
                  <a:lnTo>
                    <a:pt x="76" y="1203"/>
                  </a:lnTo>
                  <a:lnTo>
                    <a:pt x="52" y="1259"/>
                  </a:lnTo>
                  <a:lnTo>
                    <a:pt x="0" y="1305"/>
                  </a:lnTo>
                  <a:lnTo>
                    <a:pt x="2" y="1345"/>
                  </a:lnTo>
                  <a:lnTo>
                    <a:pt x="2" y="1345"/>
                  </a:lnTo>
                  <a:lnTo>
                    <a:pt x="18" y="1363"/>
                  </a:lnTo>
                  <a:lnTo>
                    <a:pt x="36" y="1381"/>
                  </a:lnTo>
                  <a:lnTo>
                    <a:pt x="36" y="1381"/>
                  </a:lnTo>
                  <a:lnTo>
                    <a:pt x="154" y="1399"/>
                  </a:lnTo>
                  <a:lnTo>
                    <a:pt x="177" y="1468"/>
                  </a:lnTo>
                  <a:lnTo>
                    <a:pt x="179" y="1574"/>
                  </a:lnTo>
                  <a:lnTo>
                    <a:pt x="181" y="1685"/>
                  </a:lnTo>
                  <a:lnTo>
                    <a:pt x="193" y="1751"/>
                  </a:lnTo>
                  <a:lnTo>
                    <a:pt x="203" y="1857"/>
                  </a:lnTo>
                  <a:lnTo>
                    <a:pt x="203" y="1948"/>
                  </a:lnTo>
                  <a:lnTo>
                    <a:pt x="259" y="1996"/>
                  </a:lnTo>
                  <a:lnTo>
                    <a:pt x="325" y="2060"/>
                  </a:lnTo>
                  <a:lnTo>
                    <a:pt x="325" y="2060"/>
                  </a:lnTo>
                  <a:lnTo>
                    <a:pt x="331" y="2122"/>
                  </a:lnTo>
                  <a:lnTo>
                    <a:pt x="331" y="2122"/>
                  </a:lnTo>
                  <a:lnTo>
                    <a:pt x="329" y="2134"/>
                  </a:lnTo>
                  <a:lnTo>
                    <a:pt x="319" y="2152"/>
                  </a:lnTo>
                  <a:lnTo>
                    <a:pt x="307" y="2178"/>
                  </a:lnTo>
                  <a:lnTo>
                    <a:pt x="289" y="2241"/>
                  </a:lnTo>
                  <a:lnTo>
                    <a:pt x="291" y="2347"/>
                  </a:lnTo>
                  <a:lnTo>
                    <a:pt x="301" y="2427"/>
                  </a:lnTo>
                  <a:lnTo>
                    <a:pt x="277" y="2478"/>
                  </a:lnTo>
                  <a:lnTo>
                    <a:pt x="319" y="2506"/>
                  </a:lnTo>
                  <a:lnTo>
                    <a:pt x="347" y="2540"/>
                  </a:lnTo>
                  <a:close/>
                </a:path>
              </a:pathLst>
            </a:custGeom>
            <a:grpFill/>
            <a:ln w="9525">
              <a:solidFill>
                <a:srgbClr val="0070C0"/>
              </a:solidFill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pPr defTabSz="1474777" latinLnBrk="1"/>
              <a:endParaRPr lang="ko-KR" altLang="en-US" sz="4198"/>
            </a:p>
          </p:txBody>
        </p:sp>
        <p:sp>
          <p:nvSpPr>
            <p:cNvPr id="261" name="Freeform 117">
              <a:extLst>
                <a:ext uri="{FF2B5EF4-FFF2-40B4-BE49-F238E27FC236}">
                  <a16:creationId xmlns:a16="http://schemas.microsoft.com/office/drawing/2014/main" id="{15C0A721-5BCC-1303-8984-9A13DD4E7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1275" y="2730500"/>
              <a:ext cx="3536950" cy="4351338"/>
            </a:xfrm>
            <a:custGeom>
              <a:avLst/>
              <a:gdLst>
                <a:gd name="T0" fmla="*/ 2222 w 2228"/>
                <a:gd name="T1" fmla="*/ 944 h 2741"/>
                <a:gd name="T2" fmla="*/ 2189 w 2228"/>
                <a:gd name="T3" fmla="*/ 840 h 2741"/>
                <a:gd name="T4" fmla="*/ 2181 w 2228"/>
                <a:gd name="T5" fmla="*/ 603 h 2741"/>
                <a:gd name="T6" fmla="*/ 2121 w 2228"/>
                <a:gd name="T7" fmla="*/ 233 h 2741"/>
                <a:gd name="T8" fmla="*/ 2004 w 2228"/>
                <a:gd name="T9" fmla="*/ 123 h 2741"/>
                <a:gd name="T10" fmla="*/ 1956 w 2228"/>
                <a:gd name="T11" fmla="*/ 49 h 2741"/>
                <a:gd name="T12" fmla="*/ 1836 w 2228"/>
                <a:gd name="T13" fmla="*/ 231 h 2741"/>
                <a:gd name="T14" fmla="*/ 1582 w 2228"/>
                <a:gd name="T15" fmla="*/ 247 h 2741"/>
                <a:gd name="T16" fmla="*/ 1337 w 2228"/>
                <a:gd name="T17" fmla="*/ 65 h 2741"/>
                <a:gd name="T18" fmla="*/ 1202 w 2228"/>
                <a:gd name="T19" fmla="*/ 69 h 2741"/>
                <a:gd name="T20" fmla="*/ 1094 w 2228"/>
                <a:gd name="T21" fmla="*/ 17 h 2741"/>
                <a:gd name="T22" fmla="*/ 941 w 2228"/>
                <a:gd name="T23" fmla="*/ 225 h 2741"/>
                <a:gd name="T24" fmla="*/ 533 w 2228"/>
                <a:gd name="T25" fmla="*/ 328 h 2741"/>
                <a:gd name="T26" fmla="*/ 474 w 2228"/>
                <a:gd name="T27" fmla="*/ 559 h 2741"/>
                <a:gd name="T28" fmla="*/ 625 w 2228"/>
                <a:gd name="T29" fmla="*/ 653 h 2741"/>
                <a:gd name="T30" fmla="*/ 675 w 2228"/>
                <a:gd name="T31" fmla="*/ 633 h 2741"/>
                <a:gd name="T32" fmla="*/ 764 w 2228"/>
                <a:gd name="T33" fmla="*/ 615 h 2741"/>
                <a:gd name="T34" fmla="*/ 774 w 2228"/>
                <a:gd name="T35" fmla="*/ 649 h 2741"/>
                <a:gd name="T36" fmla="*/ 746 w 2228"/>
                <a:gd name="T37" fmla="*/ 922 h 2741"/>
                <a:gd name="T38" fmla="*/ 669 w 2228"/>
                <a:gd name="T39" fmla="*/ 930 h 2741"/>
                <a:gd name="T40" fmla="*/ 595 w 2228"/>
                <a:gd name="T41" fmla="*/ 976 h 2741"/>
                <a:gd name="T42" fmla="*/ 621 w 2228"/>
                <a:gd name="T43" fmla="*/ 1175 h 2741"/>
                <a:gd name="T44" fmla="*/ 605 w 2228"/>
                <a:gd name="T45" fmla="*/ 1360 h 2741"/>
                <a:gd name="T46" fmla="*/ 665 w 2228"/>
                <a:gd name="T47" fmla="*/ 1504 h 2741"/>
                <a:gd name="T48" fmla="*/ 539 w 2228"/>
                <a:gd name="T49" fmla="*/ 1601 h 2741"/>
                <a:gd name="T50" fmla="*/ 368 w 2228"/>
                <a:gd name="T51" fmla="*/ 1510 h 2741"/>
                <a:gd name="T52" fmla="*/ 267 w 2228"/>
                <a:gd name="T53" fmla="*/ 1552 h 2741"/>
                <a:gd name="T54" fmla="*/ 131 w 2228"/>
                <a:gd name="T55" fmla="*/ 1683 h 2741"/>
                <a:gd name="T56" fmla="*/ 44 w 2228"/>
                <a:gd name="T57" fmla="*/ 1799 h 2741"/>
                <a:gd name="T58" fmla="*/ 6 w 2228"/>
                <a:gd name="T59" fmla="*/ 1938 h 2741"/>
                <a:gd name="T60" fmla="*/ 20 w 2228"/>
                <a:gd name="T61" fmla="*/ 2080 h 2741"/>
                <a:gd name="T62" fmla="*/ 82 w 2228"/>
                <a:gd name="T63" fmla="*/ 2229 h 2741"/>
                <a:gd name="T64" fmla="*/ 10 w 2228"/>
                <a:gd name="T65" fmla="*/ 2319 h 2741"/>
                <a:gd name="T66" fmla="*/ 54 w 2228"/>
                <a:gd name="T67" fmla="*/ 2377 h 2741"/>
                <a:gd name="T68" fmla="*/ 82 w 2228"/>
                <a:gd name="T69" fmla="*/ 2367 h 2741"/>
                <a:gd name="T70" fmla="*/ 185 w 2228"/>
                <a:gd name="T71" fmla="*/ 2299 h 2741"/>
                <a:gd name="T72" fmla="*/ 376 w 2228"/>
                <a:gd name="T73" fmla="*/ 2329 h 2741"/>
                <a:gd name="T74" fmla="*/ 490 w 2228"/>
                <a:gd name="T75" fmla="*/ 2263 h 2741"/>
                <a:gd name="T76" fmla="*/ 525 w 2228"/>
                <a:gd name="T77" fmla="*/ 2229 h 2741"/>
                <a:gd name="T78" fmla="*/ 565 w 2228"/>
                <a:gd name="T79" fmla="*/ 2227 h 2741"/>
                <a:gd name="T80" fmla="*/ 686 w 2228"/>
                <a:gd name="T81" fmla="*/ 2295 h 2741"/>
                <a:gd name="T82" fmla="*/ 784 w 2228"/>
                <a:gd name="T83" fmla="*/ 2307 h 2741"/>
                <a:gd name="T84" fmla="*/ 778 w 2228"/>
                <a:gd name="T85" fmla="*/ 2353 h 2741"/>
                <a:gd name="T86" fmla="*/ 913 w 2228"/>
                <a:gd name="T87" fmla="*/ 2428 h 2741"/>
                <a:gd name="T88" fmla="*/ 941 w 2228"/>
                <a:gd name="T89" fmla="*/ 2472 h 2741"/>
                <a:gd name="T90" fmla="*/ 1124 w 2228"/>
                <a:gd name="T91" fmla="*/ 2614 h 2741"/>
                <a:gd name="T92" fmla="*/ 1246 w 2228"/>
                <a:gd name="T93" fmla="*/ 2741 h 2741"/>
                <a:gd name="T94" fmla="*/ 1427 w 2228"/>
                <a:gd name="T95" fmla="*/ 2594 h 2741"/>
                <a:gd name="T96" fmla="*/ 1675 w 2228"/>
                <a:gd name="T97" fmla="*/ 2414 h 2741"/>
                <a:gd name="T98" fmla="*/ 1769 w 2228"/>
                <a:gd name="T99" fmla="*/ 2060 h 2741"/>
                <a:gd name="T100" fmla="*/ 1870 w 2228"/>
                <a:gd name="T101" fmla="*/ 1773 h 2741"/>
                <a:gd name="T102" fmla="*/ 2099 w 2228"/>
                <a:gd name="T103" fmla="*/ 1516 h 2741"/>
                <a:gd name="T104" fmla="*/ 2216 w 2228"/>
                <a:gd name="T105" fmla="*/ 1293 h 2741"/>
                <a:gd name="T106" fmla="*/ 2205 w 2228"/>
                <a:gd name="T107" fmla="*/ 1251 h 2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28" h="2741">
                  <a:moveTo>
                    <a:pt x="2197" y="1225"/>
                  </a:moveTo>
                  <a:lnTo>
                    <a:pt x="2185" y="1187"/>
                  </a:lnTo>
                  <a:lnTo>
                    <a:pt x="2203" y="1107"/>
                  </a:lnTo>
                  <a:lnTo>
                    <a:pt x="2228" y="1028"/>
                  </a:lnTo>
                  <a:lnTo>
                    <a:pt x="2222" y="944"/>
                  </a:lnTo>
                  <a:lnTo>
                    <a:pt x="2222" y="944"/>
                  </a:lnTo>
                  <a:lnTo>
                    <a:pt x="2207" y="892"/>
                  </a:lnTo>
                  <a:lnTo>
                    <a:pt x="2207" y="892"/>
                  </a:lnTo>
                  <a:lnTo>
                    <a:pt x="2197" y="866"/>
                  </a:lnTo>
                  <a:lnTo>
                    <a:pt x="2189" y="840"/>
                  </a:lnTo>
                  <a:lnTo>
                    <a:pt x="2189" y="840"/>
                  </a:lnTo>
                  <a:lnTo>
                    <a:pt x="2197" y="810"/>
                  </a:lnTo>
                  <a:lnTo>
                    <a:pt x="2218" y="757"/>
                  </a:lnTo>
                  <a:lnTo>
                    <a:pt x="2216" y="689"/>
                  </a:lnTo>
                  <a:lnTo>
                    <a:pt x="2181" y="603"/>
                  </a:lnTo>
                  <a:lnTo>
                    <a:pt x="2183" y="536"/>
                  </a:lnTo>
                  <a:lnTo>
                    <a:pt x="2185" y="428"/>
                  </a:lnTo>
                  <a:lnTo>
                    <a:pt x="2159" y="360"/>
                  </a:lnTo>
                  <a:lnTo>
                    <a:pt x="2129" y="292"/>
                  </a:lnTo>
                  <a:lnTo>
                    <a:pt x="2121" y="233"/>
                  </a:lnTo>
                  <a:lnTo>
                    <a:pt x="2105" y="177"/>
                  </a:lnTo>
                  <a:lnTo>
                    <a:pt x="2051" y="139"/>
                  </a:lnTo>
                  <a:lnTo>
                    <a:pt x="2051" y="139"/>
                  </a:lnTo>
                  <a:lnTo>
                    <a:pt x="2023" y="131"/>
                  </a:lnTo>
                  <a:lnTo>
                    <a:pt x="2004" y="123"/>
                  </a:lnTo>
                  <a:lnTo>
                    <a:pt x="1996" y="119"/>
                  </a:lnTo>
                  <a:lnTo>
                    <a:pt x="1994" y="117"/>
                  </a:lnTo>
                  <a:lnTo>
                    <a:pt x="1994" y="117"/>
                  </a:lnTo>
                  <a:lnTo>
                    <a:pt x="1972" y="63"/>
                  </a:lnTo>
                  <a:lnTo>
                    <a:pt x="1956" y="49"/>
                  </a:lnTo>
                  <a:lnTo>
                    <a:pt x="1856" y="151"/>
                  </a:lnTo>
                  <a:lnTo>
                    <a:pt x="1856" y="151"/>
                  </a:lnTo>
                  <a:lnTo>
                    <a:pt x="1846" y="223"/>
                  </a:lnTo>
                  <a:lnTo>
                    <a:pt x="1846" y="223"/>
                  </a:lnTo>
                  <a:lnTo>
                    <a:pt x="1836" y="231"/>
                  </a:lnTo>
                  <a:lnTo>
                    <a:pt x="1815" y="249"/>
                  </a:lnTo>
                  <a:lnTo>
                    <a:pt x="1785" y="275"/>
                  </a:lnTo>
                  <a:lnTo>
                    <a:pt x="1703" y="312"/>
                  </a:lnTo>
                  <a:lnTo>
                    <a:pt x="1638" y="292"/>
                  </a:lnTo>
                  <a:lnTo>
                    <a:pt x="1582" y="247"/>
                  </a:lnTo>
                  <a:lnTo>
                    <a:pt x="1532" y="195"/>
                  </a:lnTo>
                  <a:lnTo>
                    <a:pt x="1528" y="107"/>
                  </a:lnTo>
                  <a:lnTo>
                    <a:pt x="1508" y="91"/>
                  </a:lnTo>
                  <a:lnTo>
                    <a:pt x="1365" y="89"/>
                  </a:lnTo>
                  <a:lnTo>
                    <a:pt x="1337" y="65"/>
                  </a:lnTo>
                  <a:lnTo>
                    <a:pt x="1337" y="65"/>
                  </a:lnTo>
                  <a:lnTo>
                    <a:pt x="1261" y="75"/>
                  </a:lnTo>
                  <a:lnTo>
                    <a:pt x="1261" y="75"/>
                  </a:lnTo>
                  <a:lnTo>
                    <a:pt x="1230" y="73"/>
                  </a:lnTo>
                  <a:lnTo>
                    <a:pt x="1202" y="69"/>
                  </a:lnTo>
                  <a:lnTo>
                    <a:pt x="1186" y="23"/>
                  </a:lnTo>
                  <a:lnTo>
                    <a:pt x="1146" y="0"/>
                  </a:lnTo>
                  <a:lnTo>
                    <a:pt x="1146" y="0"/>
                  </a:lnTo>
                  <a:lnTo>
                    <a:pt x="1122" y="8"/>
                  </a:lnTo>
                  <a:lnTo>
                    <a:pt x="1094" y="17"/>
                  </a:lnTo>
                  <a:lnTo>
                    <a:pt x="1094" y="17"/>
                  </a:lnTo>
                  <a:lnTo>
                    <a:pt x="1031" y="79"/>
                  </a:lnTo>
                  <a:lnTo>
                    <a:pt x="1019" y="135"/>
                  </a:lnTo>
                  <a:lnTo>
                    <a:pt x="989" y="197"/>
                  </a:lnTo>
                  <a:lnTo>
                    <a:pt x="941" y="225"/>
                  </a:lnTo>
                  <a:lnTo>
                    <a:pt x="844" y="233"/>
                  </a:lnTo>
                  <a:lnTo>
                    <a:pt x="770" y="233"/>
                  </a:lnTo>
                  <a:lnTo>
                    <a:pt x="679" y="269"/>
                  </a:lnTo>
                  <a:lnTo>
                    <a:pt x="625" y="265"/>
                  </a:lnTo>
                  <a:lnTo>
                    <a:pt x="533" y="328"/>
                  </a:lnTo>
                  <a:lnTo>
                    <a:pt x="499" y="358"/>
                  </a:lnTo>
                  <a:lnTo>
                    <a:pt x="495" y="444"/>
                  </a:lnTo>
                  <a:lnTo>
                    <a:pt x="491" y="516"/>
                  </a:lnTo>
                  <a:lnTo>
                    <a:pt x="474" y="559"/>
                  </a:lnTo>
                  <a:lnTo>
                    <a:pt x="474" y="559"/>
                  </a:lnTo>
                  <a:lnTo>
                    <a:pt x="533" y="601"/>
                  </a:lnTo>
                  <a:lnTo>
                    <a:pt x="581" y="629"/>
                  </a:lnTo>
                  <a:lnTo>
                    <a:pt x="613" y="643"/>
                  </a:lnTo>
                  <a:lnTo>
                    <a:pt x="613" y="643"/>
                  </a:lnTo>
                  <a:lnTo>
                    <a:pt x="625" y="653"/>
                  </a:lnTo>
                  <a:lnTo>
                    <a:pt x="635" y="659"/>
                  </a:lnTo>
                  <a:lnTo>
                    <a:pt x="639" y="661"/>
                  </a:lnTo>
                  <a:lnTo>
                    <a:pt x="639" y="661"/>
                  </a:lnTo>
                  <a:lnTo>
                    <a:pt x="659" y="647"/>
                  </a:lnTo>
                  <a:lnTo>
                    <a:pt x="675" y="633"/>
                  </a:lnTo>
                  <a:lnTo>
                    <a:pt x="704" y="605"/>
                  </a:lnTo>
                  <a:lnTo>
                    <a:pt x="732" y="595"/>
                  </a:lnTo>
                  <a:lnTo>
                    <a:pt x="754" y="605"/>
                  </a:lnTo>
                  <a:lnTo>
                    <a:pt x="754" y="605"/>
                  </a:lnTo>
                  <a:lnTo>
                    <a:pt x="764" y="615"/>
                  </a:lnTo>
                  <a:lnTo>
                    <a:pt x="774" y="627"/>
                  </a:lnTo>
                  <a:lnTo>
                    <a:pt x="774" y="627"/>
                  </a:lnTo>
                  <a:lnTo>
                    <a:pt x="774" y="633"/>
                  </a:lnTo>
                  <a:lnTo>
                    <a:pt x="774" y="641"/>
                  </a:lnTo>
                  <a:lnTo>
                    <a:pt x="774" y="649"/>
                  </a:lnTo>
                  <a:lnTo>
                    <a:pt x="768" y="731"/>
                  </a:lnTo>
                  <a:lnTo>
                    <a:pt x="768" y="818"/>
                  </a:lnTo>
                  <a:lnTo>
                    <a:pt x="784" y="876"/>
                  </a:lnTo>
                  <a:lnTo>
                    <a:pt x="770" y="916"/>
                  </a:lnTo>
                  <a:lnTo>
                    <a:pt x="746" y="922"/>
                  </a:lnTo>
                  <a:lnTo>
                    <a:pt x="746" y="922"/>
                  </a:lnTo>
                  <a:lnTo>
                    <a:pt x="684" y="936"/>
                  </a:lnTo>
                  <a:lnTo>
                    <a:pt x="684" y="936"/>
                  </a:lnTo>
                  <a:lnTo>
                    <a:pt x="677" y="934"/>
                  </a:lnTo>
                  <a:lnTo>
                    <a:pt x="669" y="930"/>
                  </a:lnTo>
                  <a:lnTo>
                    <a:pt x="629" y="922"/>
                  </a:lnTo>
                  <a:lnTo>
                    <a:pt x="611" y="934"/>
                  </a:lnTo>
                  <a:lnTo>
                    <a:pt x="611" y="934"/>
                  </a:lnTo>
                  <a:lnTo>
                    <a:pt x="595" y="976"/>
                  </a:lnTo>
                  <a:lnTo>
                    <a:pt x="595" y="976"/>
                  </a:lnTo>
                  <a:lnTo>
                    <a:pt x="587" y="1002"/>
                  </a:lnTo>
                  <a:lnTo>
                    <a:pt x="583" y="1083"/>
                  </a:lnTo>
                  <a:lnTo>
                    <a:pt x="591" y="1109"/>
                  </a:lnTo>
                  <a:lnTo>
                    <a:pt x="613" y="1151"/>
                  </a:lnTo>
                  <a:lnTo>
                    <a:pt x="621" y="1175"/>
                  </a:lnTo>
                  <a:lnTo>
                    <a:pt x="605" y="1223"/>
                  </a:lnTo>
                  <a:lnTo>
                    <a:pt x="587" y="1253"/>
                  </a:lnTo>
                  <a:lnTo>
                    <a:pt x="589" y="1283"/>
                  </a:lnTo>
                  <a:lnTo>
                    <a:pt x="605" y="1315"/>
                  </a:lnTo>
                  <a:lnTo>
                    <a:pt x="605" y="1360"/>
                  </a:lnTo>
                  <a:lnTo>
                    <a:pt x="623" y="1384"/>
                  </a:lnTo>
                  <a:lnTo>
                    <a:pt x="655" y="1412"/>
                  </a:lnTo>
                  <a:lnTo>
                    <a:pt x="675" y="1444"/>
                  </a:lnTo>
                  <a:lnTo>
                    <a:pt x="669" y="1472"/>
                  </a:lnTo>
                  <a:lnTo>
                    <a:pt x="665" y="1504"/>
                  </a:lnTo>
                  <a:lnTo>
                    <a:pt x="649" y="1514"/>
                  </a:lnTo>
                  <a:lnTo>
                    <a:pt x="627" y="1544"/>
                  </a:lnTo>
                  <a:lnTo>
                    <a:pt x="597" y="1572"/>
                  </a:lnTo>
                  <a:lnTo>
                    <a:pt x="565" y="1603"/>
                  </a:lnTo>
                  <a:lnTo>
                    <a:pt x="539" y="1601"/>
                  </a:lnTo>
                  <a:lnTo>
                    <a:pt x="497" y="1574"/>
                  </a:lnTo>
                  <a:lnTo>
                    <a:pt x="466" y="1554"/>
                  </a:lnTo>
                  <a:lnTo>
                    <a:pt x="444" y="1530"/>
                  </a:lnTo>
                  <a:lnTo>
                    <a:pt x="430" y="1504"/>
                  </a:lnTo>
                  <a:lnTo>
                    <a:pt x="368" y="1510"/>
                  </a:lnTo>
                  <a:lnTo>
                    <a:pt x="368" y="1510"/>
                  </a:lnTo>
                  <a:lnTo>
                    <a:pt x="340" y="1520"/>
                  </a:lnTo>
                  <a:lnTo>
                    <a:pt x="340" y="1520"/>
                  </a:lnTo>
                  <a:lnTo>
                    <a:pt x="308" y="1538"/>
                  </a:lnTo>
                  <a:lnTo>
                    <a:pt x="267" y="1552"/>
                  </a:lnTo>
                  <a:lnTo>
                    <a:pt x="203" y="1558"/>
                  </a:lnTo>
                  <a:lnTo>
                    <a:pt x="187" y="1576"/>
                  </a:lnTo>
                  <a:lnTo>
                    <a:pt x="161" y="1613"/>
                  </a:lnTo>
                  <a:lnTo>
                    <a:pt x="153" y="1655"/>
                  </a:lnTo>
                  <a:lnTo>
                    <a:pt x="131" y="1683"/>
                  </a:lnTo>
                  <a:lnTo>
                    <a:pt x="106" y="1745"/>
                  </a:lnTo>
                  <a:lnTo>
                    <a:pt x="82" y="1783"/>
                  </a:lnTo>
                  <a:lnTo>
                    <a:pt x="56" y="1799"/>
                  </a:lnTo>
                  <a:lnTo>
                    <a:pt x="44" y="1799"/>
                  </a:lnTo>
                  <a:lnTo>
                    <a:pt x="44" y="1799"/>
                  </a:lnTo>
                  <a:lnTo>
                    <a:pt x="50" y="1845"/>
                  </a:lnTo>
                  <a:lnTo>
                    <a:pt x="46" y="1874"/>
                  </a:lnTo>
                  <a:lnTo>
                    <a:pt x="38" y="1900"/>
                  </a:lnTo>
                  <a:lnTo>
                    <a:pt x="28" y="1922"/>
                  </a:lnTo>
                  <a:lnTo>
                    <a:pt x="6" y="1938"/>
                  </a:lnTo>
                  <a:lnTo>
                    <a:pt x="14" y="1982"/>
                  </a:lnTo>
                  <a:lnTo>
                    <a:pt x="20" y="2028"/>
                  </a:lnTo>
                  <a:lnTo>
                    <a:pt x="0" y="2038"/>
                  </a:lnTo>
                  <a:lnTo>
                    <a:pt x="0" y="2056"/>
                  </a:lnTo>
                  <a:lnTo>
                    <a:pt x="20" y="2080"/>
                  </a:lnTo>
                  <a:lnTo>
                    <a:pt x="72" y="2112"/>
                  </a:lnTo>
                  <a:lnTo>
                    <a:pt x="78" y="2135"/>
                  </a:lnTo>
                  <a:lnTo>
                    <a:pt x="98" y="2171"/>
                  </a:lnTo>
                  <a:lnTo>
                    <a:pt x="100" y="2215"/>
                  </a:lnTo>
                  <a:lnTo>
                    <a:pt x="82" y="2229"/>
                  </a:lnTo>
                  <a:lnTo>
                    <a:pt x="68" y="2263"/>
                  </a:lnTo>
                  <a:lnTo>
                    <a:pt x="66" y="2289"/>
                  </a:lnTo>
                  <a:lnTo>
                    <a:pt x="66" y="2305"/>
                  </a:lnTo>
                  <a:lnTo>
                    <a:pt x="50" y="2321"/>
                  </a:lnTo>
                  <a:lnTo>
                    <a:pt x="10" y="2319"/>
                  </a:lnTo>
                  <a:lnTo>
                    <a:pt x="10" y="2335"/>
                  </a:lnTo>
                  <a:lnTo>
                    <a:pt x="18" y="2355"/>
                  </a:lnTo>
                  <a:lnTo>
                    <a:pt x="40" y="2379"/>
                  </a:lnTo>
                  <a:lnTo>
                    <a:pt x="40" y="2379"/>
                  </a:lnTo>
                  <a:lnTo>
                    <a:pt x="54" y="2377"/>
                  </a:lnTo>
                  <a:lnTo>
                    <a:pt x="66" y="2377"/>
                  </a:lnTo>
                  <a:lnTo>
                    <a:pt x="74" y="2375"/>
                  </a:lnTo>
                  <a:lnTo>
                    <a:pt x="74" y="2375"/>
                  </a:lnTo>
                  <a:lnTo>
                    <a:pt x="78" y="2371"/>
                  </a:lnTo>
                  <a:lnTo>
                    <a:pt x="82" y="2367"/>
                  </a:lnTo>
                  <a:lnTo>
                    <a:pt x="92" y="2355"/>
                  </a:lnTo>
                  <a:lnTo>
                    <a:pt x="102" y="2337"/>
                  </a:lnTo>
                  <a:lnTo>
                    <a:pt x="135" y="2303"/>
                  </a:lnTo>
                  <a:lnTo>
                    <a:pt x="161" y="2295"/>
                  </a:lnTo>
                  <a:lnTo>
                    <a:pt x="185" y="2299"/>
                  </a:lnTo>
                  <a:lnTo>
                    <a:pt x="239" y="2299"/>
                  </a:lnTo>
                  <a:lnTo>
                    <a:pt x="279" y="2331"/>
                  </a:lnTo>
                  <a:lnTo>
                    <a:pt x="306" y="2363"/>
                  </a:lnTo>
                  <a:lnTo>
                    <a:pt x="356" y="2357"/>
                  </a:lnTo>
                  <a:lnTo>
                    <a:pt x="376" y="2329"/>
                  </a:lnTo>
                  <a:lnTo>
                    <a:pt x="414" y="2297"/>
                  </a:lnTo>
                  <a:lnTo>
                    <a:pt x="414" y="2297"/>
                  </a:lnTo>
                  <a:lnTo>
                    <a:pt x="462" y="2279"/>
                  </a:lnTo>
                  <a:lnTo>
                    <a:pt x="462" y="2279"/>
                  </a:lnTo>
                  <a:lnTo>
                    <a:pt x="490" y="2263"/>
                  </a:lnTo>
                  <a:lnTo>
                    <a:pt x="517" y="2247"/>
                  </a:lnTo>
                  <a:lnTo>
                    <a:pt x="517" y="2247"/>
                  </a:lnTo>
                  <a:lnTo>
                    <a:pt x="521" y="2243"/>
                  </a:lnTo>
                  <a:lnTo>
                    <a:pt x="523" y="2237"/>
                  </a:lnTo>
                  <a:lnTo>
                    <a:pt x="525" y="2229"/>
                  </a:lnTo>
                  <a:lnTo>
                    <a:pt x="525" y="2229"/>
                  </a:lnTo>
                  <a:lnTo>
                    <a:pt x="537" y="2225"/>
                  </a:lnTo>
                  <a:lnTo>
                    <a:pt x="553" y="2223"/>
                  </a:lnTo>
                  <a:lnTo>
                    <a:pt x="553" y="2223"/>
                  </a:lnTo>
                  <a:lnTo>
                    <a:pt x="565" y="2227"/>
                  </a:lnTo>
                  <a:lnTo>
                    <a:pt x="575" y="2231"/>
                  </a:lnTo>
                  <a:lnTo>
                    <a:pt x="603" y="2245"/>
                  </a:lnTo>
                  <a:lnTo>
                    <a:pt x="647" y="2259"/>
                  </a:lnTo>
                  <a:lnTo>
                    <a:pt x="669" y="2295"/>
                  </a:lnTo>
                  <a:lnTo>
                    <a:pt x="686" y="2295"/>
                  </a:lnTo>
                  <a:lnTo>
                    <a:pt x="718" y="2283"/>
                  </a:lnTo>
                  <a:lnTo>
                    <a:pt x="756" y="2283"/>
                  </a:lnTo>
                  <a:lnTo>
                    <a:pt x="756" y="2283"/>
                  </a:lnTo>
                  <a:lnTo>
                    <a:pt x="768" y="2295"/>
                  </a:lnTo>
                  <a:lnTo>
                    <a:pt x="784" y="2307"/>
                  </a:lnTo>
                  <a:lnTo>
                    <a:pt x="784" y="2307"/>
                  </a:lnTo>
                  <a:lnTo>
                    <a:pt x="784" y="2313"/>
                  </a:lnTo>
                  <a:lnTo>
                    <a:pt x="784" y="2321"/>
                  </a:lnTo>
                  <a:lnTo>
                    <a:pt x="784" y="2333"/>
                  </a:lnTo>
                  <a:lnTo>
                    <a:pt x="778" y="2353"/>
                  </a:lnTo>
                  <a:lnTo>
                    <a:pt x="796" y="2373"/>
                  </a:lnTo>
                  <a:lnTo>
                    <a:pt x="824" y="2373"/>
                  </a:lnTo>
                  <a:lnTo>
                    <a:pt x="868" y="2394"/>
                  </a:lnTo>
                  <a:lnTo>
                    <a:pt x="913" y="2428"/>
                  </a:lnTo>
                  <a:lnTo>
                    <a:pt x="913" y="2428"/>
                  </a:lnTo>
                  <a:lnTo>
                    <a:pt x="921" y="2442"/>
                  </a:lnTo>
                  <a:lnTo>
                    <a:pt x="931" y="2460"/>
                  </a:lnTo>
                  <a:lnTo>
                    <a:pt x="931" y="2460"/>
                  </a:lnTo>
                  <a:lnTo>
                    <a:pt x="933" y="2464"/>
                  </a:lnTo>
                  <a:lnTo>
                    <a:pt x="941" y="2472"/>
                  </a:lnTo>
                  <a:lnTo>
                    <a:pt x="949" y="2478"/>
                  </a:lnTo>
                  <a:lnTo>
                    <a:pt x="987" y="2494"/>
                  </a:lnTo>
                  <a:lnTo>
                    <a:pt x="1080" y="2558"/>
                  </a:lnTo>
                  <a:lnTo>
                    <a:pt x="1104" y="2586"/>
                  </a:lnTo>
                  <a:lnTo>
                    <a:pt x="1124" y="2614"/>
                  </a:lnTo>
                  <a:lnTo>
                    <a:pt x="1124" y="2644"/>
                  </a:lnTo>
                  <a:lnTo>
                    <a:pt x="1136" y="2667"/>
                  </a:lnTo>
                  <a:lnTo>
                    <a:pt x="1154" y="2695"/>
                  </a:lnTo>
                  <a:lnTo>
                    <a:pt x="1246" y="2741"/>
                  </a:lnTo>
                  <a:lnTo>
                    <a:pt x="1246" y="2741"/>
                  </a:lnTo>
                  <a:lnTo>
                    <a:pt x="1254" y="2713"/>
                  </a:lnTo>
                  <a:lnTo>
                    <a:pt x="1285" y="2699"/>
                  </a:lnTo>
                  <a:lnTo>
                    <a:pt x="1309" y="2721"/>
                  </a:lnTo>
                  <a:lnTo>
                    <a:pt x="1343" y="2677"/>
                  </a:lnTo>
                  <a:lnTo>
                    <a:pt x="1427" y="2594"/>
                  </a:lnTo>
                  <a:lnTo>
                    <a:pt x="1508" y="2574"/>
                  </a:lnTo>
                  <a:lnTo>
                    <a:pt x="1564" y="2566"/>
                  </a:lnTo>
                  <a:lnTo>
                    <a:pt x="1590" y="2522"/>
                  </a:lnTo>
                  <a:lnTo>
                    <a:pt x="1634" y="2460"/>
                  </a:lnTo>
                  <a:lnTo>
                    <a:pt x="1675" y="2414"/>
                  </a:lnTo>
                  <a:lnTo>
                    <a:pt x="1703" y="2353"/>
                  </a:lnTo>
                  <a:lnTo>
                    <a:pt x="1715" y="2305"/>
                  </a:lnTo>
                  <a:lnTo>
                    <a:pt x="1719" y="2219"/>
                  </a:lnTo>
                  <a:lnTo>
                    <a:pt x="1773" y="2127"/>
                  </a:lnTo>
                  <a:lnTo>
                    <a:pt x="1769" y="2060"/>
                  </a:lnTo>
                  <a:lnTo>
                    <a:pt x="1793" y="2028"/>
                  </a:lnTo>
                  <a:lnTo>
                    <a:pt x="1870" y="1914"/>
                  </a:lnTo>
                  <a:lnTo>
                    <a:pt x="1898" y="1884"/>
                  </a:lnTo>
                  <a:lnTo>
                    <a:pt x="1898" y="1823"/>
                  </a:lnTo>
                  <a:lnTo>
                    <a:pt x="1870" y="1773"/>
                  </a:lnTo>
                  <a:lnTo>
                    <a:pt x="1850" y="1737"/>
                  </a:lnTo>
                  <a:lnTo>
                    <a:pt x="1864" y="1699"/>
                  </a:lnTo>
                  <a:lnTo>
                    <a:pt x="1924" y="1671"/>
                  </a:lnTo>
                  <a:lnTo>
                    <a:pt x="2022" y="1609"/>
                  </a:lnTo>
                  <a:lnTo>
                    <a:pt x="2099" y="1516"/>
                  </a:lnTo>
                  <a:lnTo>
                    <a:pt x="2169" y="1406"/>
                  </a:lnTo>
                  <a:lnTo>
                    <a:pt x="2214" y="1336"/>
                  </a:lnTo>
                  <a:lnTo>
                    <a:pt x="2214" y="1336"/>
                  </a:lnTo>
                  <a:lnTo>
                    <a:pt x="2216" y="1311"/>
                  </a:lnTo>
                  <a:lnTo>
                    <a:pt x="2216" y="1293"/>
                  </a:lnTo>
                  <a:lnTo>
                    <a:pt x="2216" y="1285"/>
                  </a:lnTo>
                  <a:lnTo>
                    <a:pt x="2214" y="1281"/>
                  </a:lnTo>
                  <a:lnTo>
                    <a:pt x="2214" y="1281"/>
                  </a:lnTo>
                  <a:lnTo>
                    <a:pt x="2211" y="1269"/>
                  </a:lnTo>
                  <a:lnTo>
                    <a:pt x="2205" y="1251"/>
                  </a:lnTo>
                  <a:lnTo>
                    <a:pt x="2197" y="1225"/>
                  </a:lnTo>
                  <a:lnTo>
                    <a:pt x="2197" y="1225"/>
                  </a:lnTo>
                  <a:close/>
                </a:path>
              </a:pathLst>
            </a:custGeom>
            <a:grpFill/>
            <a:ln w="9525">
              <a:solidFill>
                <a:srgbClr val="0070C0"/>
              </a:solidFill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pPr defTabSz="1474777" latinLnBrk="1"/>
              <a:endParaRPr lang="ko-KR" altLang="en-US" sz="4198"/>
            </a:p>
          </p:txBody>
        </p:sp>
        <p:sp>
          <p:nvSpPr>
            <p:cNvPr id="262" name="Freeform 118">
              <a:extLst>
                <a:ext uri="{FF2B5EF4-FFF2-40B4-BE49-F238E27FC236}">
                  <a16:creationId xmlns:a16="http://schemas.microsoft.com/office/drawing/2014/main" id="{F6EF940C-FD93-CDE7-0C82-D0C005658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825" y="5522913"/>
              <a:ext cx="3292475" cy="3694113"/>
            </a:xfrm>
            <a:custGeom>
              <a:avLst/>
              <a:gdLst>
                <a:gd name="T0" fmla="*/ 1960 w 2074"/>
                <a:gd name="T1" fmla="*/ 1482 h 2327"/>
                <a:gd name="T2" fmla="*/ 2030 w 2074"/>
                <a:gd name="T3" fmla="*/ 1151 h 2327"/>
                <a:gd name="T4" fmla="*/ 1964 w 2074"/>
                <a:gd name="T5" fmla="*/ 908 h 2327"/>
                <a:gd name="T6" fmla="*/ 1777 w 2074"/>
                <a:gd name="T7" fmla="*/ 719 h 2327"/>
                <a:gd name="T8" fmla="*/ 1749 w 2074"/>
                <a:gd name="T9" fmla="*/ 683 h 2327"/>
                <a:gd name="T10" fmla="*/ 1612 w 2074"/>
                <a:gd name="T11" fmla="*/ 574 h 2327"/>
                <a:gd name="T12" fmla="*/ 1596 w 2074"/>
                <a:gd name="T13" fmla="*/ 536 h 2327"/>
                <a:gd name="T14" fmla="*/ 1431 w 2074"/>
                <a:gd name="T15" fmla="*/ 486 h 2327"/>
                <a:gd name="T16" fmla="*/ 1365 w 2074"/>
                <a:gd name="T17" fmla="*/ 466 h 2327"/>
                <a:gd name="T18" fmla="*/ 1345 w 2074"/>
                <a:gd name="T19" fmla="*/ 488 h 2327"/>
                <a:gd name="T20" fmla="*/ 1184 w 2074"/>
                <a:gd name="T21" fmla="*/ 598 h 2327"/>
                <a:gd name="T22" fmla="*/ 963 w 2074"/>
                <a:gd name="T23" fmla="*/ 544 h 2327"/>
                <a:gd name="T24" fmla="*/ 902 w 2074"/>
                <a:gd name="T25" fmla="*/ 616 h 2327"/>
                <a:gd name="T26" fmla="*/ 838 w 2074"/>
                <a:gd name="T27" fmla="*/ 576 h 2327"/>
                <a:gd name="T28" fmla="*/ 910 w 2074"/>
                <a:gd name="T29" fmla="*/ 470 h 2327"/>
                <a:gd name="T30" fmla="*/ 828 w 2074"/>
                <a:gd name="T31" fmla="*/ 297 h 2327"/>
                <a:gd name="T32" fmla="*/ 866 w 2074"/>
                <a:gd name="T33" fmla="*/ 141 h 2327"/>
                <a:gd name="T34" fmla="*/ 854 w 2074"/>
                <a:gd name="T35" fmla="*/ 10 h 2327"/>
                <a:gd name="T36" fmla="*/ 741 w 2074"/>
                <a:gd name="T37" fmla="*/ 62 h 2327"/>
                <a:gd name="T38" fmla="*/ 681 w 2074"/>
                <a:gd name="T39" fmla="*/ 72 h 2327"/>
                <a:gd name="T40" fmla="*/ 643 w 2074"/>
                <a:gd name="T41" fmla="*/ 76 h 2327"/>
                <a:gd name="T42" fmla="*/ 528 w 2074"/>
                <a:gd name="T43" fmla="*/ 219 h 2327"/>
                <a:gd name="T44" fmla="*/ 402 w 2074"/>
                <a:gd name="T45" fmla="*/ 247 h 2327"/>
                <a:gd name="T46" fmla="*/ 311 w 2074"/>
                <a:gd name="T47" fmla="*/ 351 h 2327"/>
                <a:gd name="T48" fmla="*/ 382 w 2074"/>
                <a:gd name="T49" fmla="*/ 560 h 2327"/>
                <a:gd name="T50" fmla="*/ 472 w 2074"/>
                <a:gd name="T51" fmla="*/ 743 h 2327"/>
                <a:gd name="T52" fmla="*/ 665 w 2074"/>
                <a:gd name="T53" fmla="*/ 924 h 2327"/>
                <a:gd name="T54" fmla="*/ 727 w 2074"/>
                <a:gd name="T55" fmla="*/ 1002 h 2327"/>
                <a:gd name="T56" fmla="*/ 703 w 2074"/>
                <a:gd name="T57" fmla="*/ 1144 h 2327"/>
                <a:gd name="T58" fmla="*/ 707 w 2074"/>
                <a:gd name="T59" fmla="*/ 1215 h 2327"/>
                <a:gd name="T60" fmla="*/ 526 w 2074"/>
                <a:gd name="T61" fmla="*/ 1379 h 2327"/>
                <a:gd name="T62" fmla="*/ 400 w 2074"/>
                <a:gd name="T63" fmla="*/ 1486 h 2327"/>
                <a:gd name="T64" fmla="*/ 267 w 2074"/>
                <a:gd name="T65" fmla="*/ 1464 h 2327"/>
                <a:gd name="T66" fmla="*/ 225 w 2074"/>
                <a:gd name="T67" fmla="*/ 1522 h 2327"/>
                <a:gd name="T68" fmla="*/ 112 w 2074"/>
                <a:gd name="T69" fmla="*/ 1586 h 2327"/>
                <a:gd name="T70" fmla="*/ 62 w 2074"/>
                <a:gd name="T71" fmla="*/ 1572 h 2327"/>
                <a:gd name="T72" fmla="*/ 6 w 2074"/>
                <a:gd name="T73" fmla="*/ 1564 h 2327"/>
                <a:gd name="T74" fmla="*/ 72 w 2074"/>
                <a:gd name="T75" fmla="*/ 1687 h 2327"/>
                <a:gd name="T76" fmla="*/ 102 w 2074"/>
                <a:gd name="T77" fmla="*/ 1855 h 2327"/>
                <a:gd name="T78" fmla="*/ 221 w 2074"/>
                <a:gd name="T79" fmla="*/ 2052 h 2327"/>
                <a:gd name="T80" fmla="*/ 273 w 2074"/>
                <a:gd name="T81" fmla="*/ 2178 h 2327"/>
                <a:gd name="T82" fmla="*/ 343 w 2074"/>
                <a:gd name="T83" fmla="*/ 2168 h 2327"/>
                <a:gd name="T84" fmla="*/ 339 w 2074"/>
                <a:gd name="T85" fmla="*/ 2217 h 2327"/>
                <a:gd name="T86" fmla="*/ 418 w 2074"/>
                <a:gd name="T87" fmla="*/ 2259 h 2327"/>
                <a:gd name="T88" fmla="*/ 625 w 2074"/>
                <a:gd name="T89" fmla="*/ 2319 h 2327"/>
                <a:gd name="T90" fmla="*/ 699 w 2074"/>
                <a:gd name="T91" fmla="*/ 2204 h 2327"/>
                <a:gd name="T92" fmla="*/ 860 w 2074"/>
                <a:gd name="T93" fmla="*/ 2217 h 2327"/>
                <a:gd name="T94" fmla="*/ 1023 w 2074"/>
                <a:gd name="T95" fmla="*/ 2188 h 2327"/>
                <a:gd name="T96" fmla="*/ 1176 w 2074"/>
                <a:gd name="T97" fmla="*/ 2202 h 2327"/>
                <a:gd name="T98" fmla="*/ 1226 w 2074"/>
                <a:gd name="T99" fmla="*/ 2108 h 2327"/>
                <a:gd name="T100" fmla="*/ 1351 w 2074"/>
                <a:gd name="T101" fmla="*/ 2156 h 2327"/>
                <a:gd name="T102" fmla="*/ 1727 w 2074"/>
                <a:gd name="T103" fmla="*/ 2114 h 2327"/>
                <a:gd name="T104" fmla="*/ 2074 w 2074"/>
                <a:gd name="T105" fmla="*/ 1721 h 2327"/>
                <a:gd name="T106" fmla="*/ 2018 w 2074"/>
                <a:gd name="T107" fmla="*/ 1620 h 2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74" h="2327">
                  <a:moveTo>
                    <a:pt x="2018" y="1620"/>
                  </a:moveTo>
                  <a:lnTo>
                    <a:pt x="2018" y="1620"/>
                  </a:lnTo>
                  <a:lnTo>
                    <a:pt x="1984" y="1612"/>
                  </a:lnTo>
                  <a:lnTo>
                    <a:pt x="1954" y="1602"/>
                  </a:lnTo>
                  <a:lnTo>
                    <a:pt x="1936" y="1550"/>
                  </a:lnTo>
                  <a:lnTo>
                    <a:pt x="1960" y="1482"/>
                  </a:lnTo>
                  <a:lnTo>
                    <a:pt x="1956" y="1434"/>
                  </a:lnTo>
                  <a:lnTo>
                    <a:pt x="1936" y="1381"/>
                  </a:lnTo>
                  <a:lnTo>
                    <a:pt x="1962" y="1307"/>
                  </a:lnTo>
                  <a:lnTo>
                    <a:pt x="1998" y="1261"/>
                  </a:lnTo>
                  <a:lnTo>
                    <a:pt x="2020" y="1203"/>
                  </a:lnTo>
                  <a:lnTo>
                    <a:pt x="2030" y="1151"/>
                  </a:lnTo>
                  <a:lnTo>
                    <a:pt x="2066" y="1086"/>
                  </a:lnTo>
                  <a:lnTo>
                    <a:pt x="2066" y="1006"/>
                  </a:lnTo>
                  <a:lnTo>
                    <a:pt x="2074" y="982"/>
                  </a:lnTo>
                  <a:lnTo>
                    <a:pt x="2074" y="982"/>
                  </a:lnTo>
                  <a:lnTo>
                    <a:pt x="1982" y="936"/>
                  </a:lnTo>
                  <a:lnTo>
                    <a:pt x="1964" y="908"/>
                  </a:lnTo>
                  <a:lnTo>
                    <a:pt x="1952" y="885"/>
                  </a:lnTo>
                  <a:lnTo>
                    <a:pt x="1952" y="855"/>
                  </a:lnTo>
                  <a:lnTo>
                    <a:pt x="1932" y="827"/>
                  </a:lnTo>
                  <a:lnTo>
                    <a:pt x="1908" y="799"/>
                  </a:lnTo>
                  <a:lnTo>
                    <a:pt x="1815" y="735"/>
                  </a:lnTo>
                  <a:lnTo>
                    <a:pt x="1777" y="719"/>
                  </a:lnTo>
                  <a:lnTo>
                    <a:pt x="1777" y="719"/>
                  </a:lnTo>
                  <a:lnTo>
                    <a:pt x="1769" y="713"/>
                  </a:lnTo>
                  <a:lnTo>
                    <a:pt x="1761" y="705"/>
                  </a:lnTo>
                  <a:lnTo>
                    <a:pt x="1759" y="701"/>
                  </a:lnTo>
                  <a:lnTo>
                    <a:pt x="1759" y="701"/>
                  </a:lnTo>
                  <a:lnTo>
                    <a:pt x="1749" y="683"/>
                  </a:lnTo>
                  <a:lnTo>
                    <a:pt x="1741" y="669"/>
                  </a:lnTo>
                  <a:lnTo>
                    <a:pt x="1696" y="635"/>
                  </a:lnTo>
                  <a:lnTo>
                    <a:pt x="1652" y="614"/>
                  </a:lnTo>
                  <a:lnTo>
                    <a:pt x="1624" y="614"/>
                  </a:lnTo>
                  <a:lnTo>
                    <a:pt x="1606" y="594"/>
                  </a:lnTo>
                  <a:lnTo>
                    <a:pt x="1612" y="574"/>
                  </a:lnTo>
                  <a:lnTo>
                    <a:pt x="1612" y="574"/>
                  </a:lnTo>
                  <a:lnTo>
                    <a:pt x="1612" y="562"/>
                  </a:lnTo>
                  <a:lnTo>
                    <a:pt x="1612" y="554"/>
                  </a:lnTo>
                  <a:lnTo>
                    <a:pt x="1612" y="548"/>
                  </a:lnTo>
                  <a:lnTo>
                    <a:pt x="1612" y="548"/>
                  </a:lnTo>
                  <a:lnTo>
                    <a:pt x="1596" y="536"/>
                  </a:lnTo>
                  <a:lnTo>
                    <a:pt x="1584" y="524"/>
                  </a:lnTo>
                  <a:lnTo>
                    <a:pt x="1546" y="524"/>
                  </a:lnTo>
                  <a:lnTo>
                    <a:pt x="1514" y="536"/>
                  </a:lnTo>
                  <a:lnTo>
                    <a:pt x="1497" y="536"/>
                  </a:lnTo>
                  <a:lnTo>
                    <a:pt x="1475" y="500"/>
                  </a:lnTo>
                  <a:lnTo>
                    <a:pt x="1431" y="486"/>
                  </a:lnTo>
                  <a:lnTo>
                    <a:pt x="1403" y="472"/>
                  </a:lnTo>
                  <a:lnTo>
                    <a:pt x="1403" y="472"/>
                  </a:lnTo>
                  <a:lnTo>
                    <a:pt x="1393" y="468"/>
                  </a:lnTo>
                  <a:lnTo>
                    <a:pt x="1381" y="464"/>
                  </a:lnTo>
                  <a:lnTo>
                    <a:pt x="1381" y="464"/>
                  </a:lnTo>
                  <a:lnTo>
                    <a:pt x="1365" y="466"/>
                  </a:lnTo>
                  <a:lnTo>
                    <a:pt x="1353" y="470"/>
                  </a:lnTo>
                  <a:lnTo>
                    <a:pt x="1353" y="470"/>
                  </a:lnTo>
                  <a:lnTo>
                    <a:pt x="1351" y="478"/>
                  </a:lnTo>
                  <a:lnTo>
                    <a:pt x="1349" y="484"/>
                  </a:lnTo>
                  <a:lnTo>
                    <a:pt x="1345" y="488"/>
                  </a:lnTo>
                  <a:lnTo>
                    <a:pt x="1345" y="488"/>
                  </a:lnTo>
                  <a:lnTo>
                    <a:pt x="1318" y="504"/>
                  </a:lnTo>
                  <a:lnTo>
                    <a:pt x="1290" y="520"/>
                  </a:lnTo>
                  <a:lnTo>
                    <a:pt x="1290" y="520"/>
                  </a:lnTo>
                  <a:lnTo>
                    <a:pt x="1242" y="538"/>
                  </a:lnTo>
                  <a:lnTo>
                    <a:pt x="1204" y="570"/>
                  </a:lnTo>
                  <a:lnTo>
                    <a:pt x="1184" y="598"/>
                  </a:lnTo>
                  <a:lnTo>
                    <a:pt x="1134" y="604"/>
                  </a:lnTo>
                  <a:lnTo>
                    <a:pt x="1107" y="572"/>
                  </a:lnTo>
                  <a:lnTo>
                    <a:pt x="1067" y="540"/>
                  </a:lnTo>
                  <a:lnTo>
                    <a:pt x="1013" y="540"/>
                  </a:lnTo>
                  <a:lnTo>
                    <a:pt x="989" y="536"/>
                  </a:lnTo>
                  <a:lnTo>
                    <a:pt x="963" y="544"/>
                  </a:lnTo>
                  <a:lnTo>
                    <a:pt x="930" y="578"/>
                  </a:lnTo>
                  <a:lnTo>
                    <a:pt x="930" y="578"/>
                  </a:lnTo>
                  <a:lnTo>
                    <a:pt x="920" y="596"/>
                  </a:lnTo>
                  <a:lnTo>
                    <a:pt x="910" y="608"/>
                  </a:lnTo>
                  <a:lnTo>
                    <a:pt x="906" y="612"/>
                  </a:lnTo>
                  <a:lnTo>
                    <a:pt x="902" y="616"/>
                  </a:lnTo>
                  <a:lnTo>
                    <a:pt x="902" y="616"/>
                  </a:lnTo>
                  <a:lnTo>
                    <a:pt x="894" y="618"/>
                  </a:lnTo>
                  <a:lnTo>
                    <a:pt x="882" y="618"/>
                  </a:lnTo>
                  <a:lnTo>
                    <a:pt x="868" y="620"/>
                  </a:lnTo>
                  <a:lnTo>
                    <a:pt x="846" y="596"/>
                  </a:lnTo>
                  <a:lnTo>
                    <a:pt x="838" y="576"/>
                  </a:lnTo>
                  <a:lnTo>
                    <a:pt x="838" y="560"/>
                  </a:lnTo>
                  <a:lnTo>
                    <a:pt x="878" y="562"/>
                  </a:lnTo>
                  <a:lnTo>
                    <a:pt x="894" y="546"/>
                  </a:lnTo>
                  <a:lnTo>
                    <a:pt x="894" y="530"/>
                  </a:lnTo>
                  <a:lnTo>
                    <a:pt x="896" y="504"/>
                  </a:lnTo>
                  <a:lnTo>
                    <a:pt x="910" y="470"/>
                  </a:lnTo>
                  <a:lnTo>
                    <a:pt x="928" y="456"/>
                  </a:lnTo>
                  <a:lnTo>
                    <a:pt x="926" y="412"/>
                  </a:lnTo>
                  <a:lnTo>
                    <a:pt x="906" y="376"/>
                  </a:lnTo>
                  <a:lnTo>
                    <a:pt x="900" y="353"/>
                  </a:lnTo>
                  <a:lnTo>
                    <a:pt x="848" y="321"/>
                  </a:lnTo>
                  <a:lnTo>
                    <a:pt x="828" y="297"/>
                  </a:lnTo>
                  <a:lnTo>
                    <a:pt x="828" y="279"/>
                  </a:lnTo>
                  <a:lnTo>
                    <a:pt x="848" y="269"/>
                  </a:lnTo>
                  <a:lnTo>
                    <a:pt x="842" y="223"/>
                  </a:lnTo>
                  <a:lnTo>
                    <a:pt x="834" y="179"/>
                  </a:lnTo>
                  <a:lnTo>
                    <a:pt x="856" y="163"/>
                  </a:lnTo>
                  <a:lnTo>
                    <a:pt x="866" y="141"/>
                  </a:lnTo>
                  <a:lnTo>
                    <a:pt x="874" y="115"/>
                  </a:lnTo>
                  <a:lnTo>
                    <a:pt x="878" y="86"/>
                  </a:lnTo>
                  <a:lnTo>
                    <a:pt x="878" y="86"/>
                  </a:lnTo>
                  <a:lnTo>
                    <a:pt x="872" y="40"/>
                  </a:lnTo>
                  <a:lnTo>
                    <a:pt x="862" y="42"/>
                  </a:lnTo>
                  <a:lnTo>
                    <a:pt x="854" y="10"/>
                  </a:lnTo>
                  <a:lnTo>
                    <a:pt x="842" y="0"/>
                  </a:lnTo>
                  <a:lnTo>
                    <a:pt x="808" y="0"/>
                  </a:lnTo>
                  <a:lnTo>
                    <a:pt x="772" y="16"/>
                  </a:lnTo>
                  <a:lnTo>
                    <a:pt x="772" y="44"/>
                  </a:lnTo>
                  <a:lnTo>
                    <a:pt x="741" y="62"/>
                  </a:lnTo>
                  <a:lnTo>
                    <a:pt x="741" y="62"/>
                  </a:lnTo>
                  <a:lnTo>
                    <a:pt x="727" y="62"/>
                  </a:lnTo>
                  <a:lnTo>
                    <a:pt x="717" y="62"/>
                  </a:lnTo>
                  <a:lnTo>
                    <a:pt x="711" y="62"/>
                  </a:lnTo>
                  <a:lnTo>
                    <a:pt x="711" y="62"/>
                  </a:lnTo>
                  <a:lnTo>
                    <a:pt x="695" y="68"/>
                  </a:lnTo>
                  <a:lnTo>
                    <a:pt x="681" y="72"/>
                  </a:lnTo>
                  <a:lnTo>
                    <a:pt x="681" y="72"/>
                  </a:lnTo>
                  <a:lnTo>
                    <a:pt x="667" y="72"/>
                  </a:lnTo>
                  <a:lnTo>
                    <a:pt x="657" y="72"/>
                  </a:lnTo>
                  <a:lnTo>
                    <a:pt x="649" y="72"/>
                  </a:lnTo>
                  <a:lnTo>
                    <a:pt x="649" y="72"/>
                  </a:lnTo>
                  <a:lnTo>
                    <a:pt x="643" y="76"/>
                  </a:lnTo>
                  <a:lnTo>
                    <a:pt x="635" y="84"/>
                  </a:lnTo>
                  <a:lnTo>
                    <a:pt x="625" y="92"/>
                  </a:lnTo>
                  <a:lnTo>
                    <a:pt x="609" y="121"/>
                  </a:lnTo>
                  <a:lnTo>
                    <a:pt x="555" y="169"/>
                  </a:lnTo>
                  <a:lnTo>
                    <a:pt x="536" y="189"/>
                  </a:lnTo>
                  <a:lnTo>
                    <a:pt x="528" y="219"/>
                  </a:lnTo>
                  <a:lnTo>
                    <a:pt x="528" y="219"/>
                  </a:lnTo>
                  <a:lnTo>
                    <a:pt x="504" y="219"/>
                  </a:lnTo>
                  <a:lnTo>
                    <a:pt x="504" y="219"/>
                  </a:lnTo>
                  <a:lnTo>
                    <a:pt x="476" y="229"/>
                  </a:lnTo>
                  <a:lnTo>
                    <a:pt x="440" y="247"/>
                  </a:lnTo>
                  <a:lnTo>
                    <a:pt x="402" y="247"/>
                  </a:lnTo>
                  <a:lnTo>
                    <a:pt x="374" y="261"/>
                  </a:lnTo>
                  <a:lnTo>
                    <a:pt x="341" y="283"/>
                  </a:lnTo>
                  <a:lnTo>
                    <a:pt x="341" y="283"/>
                  </a:lnTo>
                  <a:lnTo>
                    <a:pt x="323" y="315"/>
                  </a:lnTo>
                  <a:lnTo>
                    <a:pt x="323" y="315"/>
                  </a:lnTo>
                  <a:lnTo>
                    <a:pt x="311" y="351"/>
                  </a:lnTo>
                  <a:lnTo>
                    <a:pt x="309" y="394"/>
                  </a:lnTo>
                  <a:lnTo>
                    <a:pt x="291" y="446"/>
                  </a:lnTo>
                  <a:lnTo>
                    <a:pt x="299" y="472"/>
                  </a:lnTo>
                  <a:lnTo>
                    <a:pt x="333" y="496"/>
                  </a:lnTo>
                  <a:lnTo>
                    <a:pt x="382" y="534"/>
                  </a:lnTo>
                  <a:lnTo>
                    <a:pt x="382" y="560"/>
                  </a:lnTo>
                  <a:lnTo>
                    <a:pt x="394" y="600"/>
                  </a:lnTo>
                  <a:lnTo>
                    <a:pt x="416" y="620"/>
                  </a:lnTo>
                  <a:lnTo>
                    <a:pt x="442" y="653"/>
                  </a:lnTo>
                  <a:lnTo>
                    <a:pt x="466" y="689"/>
                  </a:lnTo>
                  <a:lnTo>
                    <a:pt x="468" y="711"/>
                  </a:lnTo>
                  <a:lnTo>
                    <a:pt x="472" y="743"/>
                  </a:lnTo>
                  <a:lnTo>
                    <a:pt x="504" y="791"/>
                  </a:lnTo>
                  <a:lnTo>
                    <a:pt x="546" y="821"/>
                  </a:lnTo>
                  <a:lnTo>
                    <a:pt x="579" y="831"/>
                  </a:lnTo>
                  <a:lnTo>
                    <a:pt x="607" y="847"/>
                  </a:lnTo>
                  <a:lnTo>
                    <a:pt x="641" y="894"/>
                  </a:lnTo>
                  <a:lnTo>
                    <a:pt x="665" y="924"/>
                  </a:lnTo>
                  <a:lnTo>
                    <a:pt x="665" y="924"/>
                  </a:lnTo>
                  <a:lnTo>
                    <a:pt x="681" y="940"/>
                  </a:lnTo>
                  <a:lnTo>
                    <a:pt x="697" y="958"/>
                  </a:lnTo>
                  <a:lnTo>
                    <a:pt x="697" y="958"/>
                  </a:lnTo>
                  <a:lnTo>
                    <a:pt x="711" y="982"/>
                  </a:lnTo>
                  <a:lnTo>
                    <a:pt x="727" y="1002"/>
                  </a:lnTo>
                  <a:lnTo>
                    <a:pt x="727" y="1082"/>
                  </a:lnTo>
                  <a:lnTo>
                    <a:pt x="713" y="1100"/>
                  </a:lnTo>
                  <a:lnTo>
                    <a:pt x="713" y="1100"/>
                  </a:lnTo>
                  <a:lnTo>
                    <a:pt x="701" y="1130"/>
                  </a:lnTo>
                  <a:lnTo>
                    <a:pt x="701" y="1130"/>
                  </a:lnTo>
                  <a:lnTo>
                    <a:pt x="703" y="1144"/>
                  </a:lnTo>
                  <a:lnTo>
                    <a:pt x="721" y="1163"/>
                  </a:lnTo>
                  <a:lnTo>
                    <a:pt x="723" y="1181"/>
                  </a:lnTo>
                  <a:lnTo>
                    <a:pt x="715" y="1193"/>
                  </a:lnTo>
                  <a:lnTo>
                    <a:pt x="715" y="1193"/>
                  </a:lnTo>
                  <a:lnTo>
                    <a:pt x="707" y="1215"/>
                  </a:lnTo>
                  <a:lnTo>
                    <a:pt x="707" y="1215"/>
                  </a:lnTo>
                  <a:lnTo>
                    <a:pt x="707" y="1235"/>
                  </a:lnTo>
                  <a:lnTo>
                    <a:pt x="677" y="1255"/>
                  </a:lnTo>
                  <a:lnTo>
                    <a:pt x="615" y="1325"/>
                  </a:lnTo>
                  <a:lnTo>
                    <a:pt x="577" y="1351"/>
                  </a:lnTo>
                  <a:lnTo>
                    <a:pt x="552" y="1365"/>
                  </a:lnTo>
                  <a:lnTo>
                    <a:pt x="526" y="1379"/>
                  </a:lnTo>
                  <a:lnTo>
                    <a:pt x="506" y="1395"/>
                  </a:lnTo>
                  <a:lnTo>
                    <a:pt x="506" y="1416"/>
                  </a:lnTo>
                  <a:lnTo>
                    <a:pt x="486" y="1450"/>
                  </a:lnTo>
                  <a:lnTo>
                    <a:pt x="468" y="1476"/>
                  </a:lnTo>
                  <a:lnTo>
                    <a:pt x="418" y="1476"/>
                  </a:lnTo>
                  <a:lnTo>
                    <a:pt x="400" y="1486"/>
                  </a:lnTo>
                  <a:lnTo>
                    <a:pt x="361" y="1486"/>
                  </a:lnTo>
                  <a:lnTo>
                    <a:pt x="319" y="1466"/>
                  </a:lnTo>
                  <a:lnTo>
                    <a:pt x="293" y="1454"/>
                  </a:lnTo>
                  <a:lnTo>
                    <a:pt x="293" y="1454"/>
                  </a:lnTo>
                  <a:lnTo>
                    <a:pt x="267" y="1464"/>
                  </a:lnTo>
                  <a:lnTo>
                    <a:pt x="267" y="1464"/>
                  </a:lnTo>
                  <a:lnTo>
                    <a:pt x="261" y="1472"/>
                  </a:lnTo>
                  <a:lnTo>
                    <a:pt x="255" y="1480"/>
                  </a:lnTo>
                  <a:lnTo>
                    <a:pt x="255" y="1480"/>
                  </a:lnTo>
                  <a:lnTo>
                    <a:pt x="251" y="1502"/>
                  </a:lnTo>
                  <a:lnTo>
                    <a:pt x="251" y="1502"/>
                  </a:lnTo>
                  <a:lnTo>
                    <a:pt x="225" y="1522"/>
                  </a:lnTo>
                  <a:lnTo>
                    <a:pt x="225" y="1522"/>
                  </a:lnTo>
                  <a:lnTo>
                    <a:pt x="199" y="1534"/>
                  </a:lnTo>
                  <a:lnTo>
                    <a:pt x="166" y="1552"/>
                  </a:lnTo>
                  <a:lnTo>
                    <a:pt x="130" y="1580"/>
                  </a:lnTo>
                  <a:lnTo>
                    <a:pt x="130" y="1580"/>
                  </a:lnTo>
                  <a:lnTo>
                    <a:pt x="112" y="1586"/>
                  </a:lnTo>
                  <a:lnTo>
                    <a:pt x="112" y="1586"/>
                  </a:lnTo>
                  <a:lnTo>
                    <a:pt x="104" y="1584"/>
                  </a:lnTo>
                  <a:lnTo>
                    <a:pt x="90" y="1582"/>
                  </a:lnTo>
                  <a:lnTo>
                    <a:pt x="66" y="1576"/>
                  </a:lnTo>
                  <a:lnTo>
                    <a:pt x="66" y="1576"/>
                  </a:lnTo>
                  <a:lnTo>
                    <a:pt x="62" y="1572"/>
                  </a:lnTo>
                  <a:lnTo>
                    <a:pt x="56" y="1566"/>
                  </a:lnTo>
                  <a:lnTo>
                    <a:pt x="48" y="1554"/>
                  </a:lnTo>
                  <a:lnTo>
                    <a:pt x="48" y="1554"/>
                  </a:lnTo>
                  <a:lnTo>
                    <a:pt x="40" y="1536"/>
                  </a:lnTo>
                  <a:lnTo>
                    <a:pt x="0" y="1528"/>
                  </a:lnTo>
                  <a:lnTo>
                    <a:pt x="6" y="1564"/>
                  </a:lnTo>
                  <a:lnTo>
                    <a:pt x="12" y="1578"/>
                  </a:lnTo>
                  <a:lnTo>
                    <a:pt x="26" y="1604"/>
                  </a:lnTo>
                  <a:lnTo>
                    <a:pt x="26" y="1624"/>
                  </a:lnTo>
                  <a:lnTo>
                    <a:pt x="46" y="1648"/>
                  </a:lnTo>
                  <a:lnTo>
                    <a:pt x="54" y="1678"/>
                  </a:lnTo>
                  <a:lnTo>
                    <a:pt x="72" y="1687"/>
                  </a:lnTo>
                  <a:lnTo>
                    <a:pt x="90" y="1695"/>
                  </a:lnTo>
                  <a:lnTo>
                    <a:pt x="96" y="1719"/>
                  </a:lnTo>
                  <a:lnTo>
                    <a:pt x="98" y="1823"/>
                  </a:lnTo>
                  <a:lnTo>
                    <a:pt x="98" y="1823"/>
                  </a:lnTo>
                  <a:lnTo>
                    <a:pt x="102" y="1855"/>
                  </a:lnTo>
                  <a:lnTo>
                    <a:pt x="102" y="1855"/>
                  </a:lnTo>
                  <a:lnTo>
                    <a:pt x="128" y="1893"/>
                  </a:lnTo>
                  <a:lnTo>
                    <a:pt x="148" y="1931"/>
                  </a:lnTo>
                  <a:lnTo>
                    <a:pt x="171" y="1984"/>
                  </a:lnTo>
                  <a:lnTo>
                    <a:pt x="185" y="2018"/>
                  </a:lnTo>
                  <a:lnTo>
                    <a:pt x="189" y="2040"/>
                  </a:lnTo>
                  <a:lnTo>
                    <a:pt x="221" y="2052"/>
                  </a:lnTo>
                  <a:lnTo>
                    <a:pt x="249" y="2076"/>
                  </a:lnTo>
                  <a:lnTo>
                    <a:pt x="253" y="2092"/>
                  </a:lnTo>
                  <a:lnTo>
                    <a:pt x="253" y="2134"/>
                  </a:lnTo>
                  <a:lnTo>
                    <a:pt x="261" y="2154"/>
                  </a:lnTo>
                  <a:lnTo>
                    <a:pt x="261" y="2154"/>
                  </a:lnTo>
                  <a:lnTo>
                    <a:pt x="273" y="2178"/>
                  </a:lnTo>
                  <a:lnTo>
                    <a:pt x="273" y="2178"/>
                  </a:lnTo>
                  <a:lnTo>
                    <a:pt x="277" y="2178"/>
                  </a:lnTo>
                  <a:lnTo>
                    <a:pt x="285" y="2176"/>
                  </a:lnTo>
                  <a:lnTo>
                    <a:pt x="297" y="2172"/>
                  </a:lnTo>
                  <a:lnTo>
                    <a:pt x="325" y="2160"/>
                  </a:lnTo>
                  <a:lnTo>
                    <a:pt x="343" y="2168"/>
                  </a:lnTo>
                  <a:lnTo>
                    <a:pt x="343" y="2186"/>
                  </a:lnTo>
                  <a:lnTo>
                    <a:pt x="343" y="2186"/>
                  </a:lnTo>
                  <a:lnTo>
                    <a:pt x="341" y="2192"/>
                  </a:lnTo>
                  <a:lnTo>
                    <a:pt x="339" y="2200"/>
                  </a:lnTo>
                  <a:lnTo>
                    <a:pt x="339" y="2200"/>
                  </a:lnTo>
                  <a:lnTo>
                    <a:pt x="339" y="2217"/>
                  </a:lnTo>
                  <a:lnTo>
                    <a:pt x="368" y="2241"/>
                  </a:lnTo>
                  <a:lnTo>
                    <a:pt x="386" y="2253"/>
                  </a:lnTo>
                  <a:lnTo>
                    <a:pt x="386" y="2253"/>
                  </a:lnTo>
                  <a:lnTo>
                    <a:pt x="402" y="2257"/>
                  </a:lnTo>
                  <a:lnTo>
                    <a:pt x="418" y="2259"/>
                  </a:lnTo>
                  <a:lnTo>
                    <a:pt x="418" y="2259"/>
                  </a:lnTo>
                  <a:lnTo>
                    <a:pt x="422" y="2269"/>
                  </a:lnTo>
                  <a:lnTo>
                    <a:pt x="424" y="2277"/>
                  </a:lnTo>
                  <a:lnTo>
                    <a:pt x="474" y="2311"/>
                  </a:lnTo>
                  <a:lnTo>
                    <a:pt x="524" y="2325"/>
                  </a:lnTo>
                  <a:lnTo>
                    <a:pt x="601" y="2327"/>
                  </a:lnTo>
                  <a:lnTo>
                    <a:pt x="625" y="2319"/>
                  </a:lnTo>
                  <a:lnTo>
                    <a:pt x="631" y="2291"/>
                  </a:lnTo>
                  <a:lnTo>
                    <a:pt x="643" y="2259"/>
                  </a:lnTo>
                  <a:lnTo>
                    <a:pt x="649" y="2233"/>
                  </a:lnTo>
                  <a:lnTo>
                    <a:pt x="663" y="2225"/>
                  </a:lnTo>
                  <a:lnTo>
                    <a:pt x="685" y="2209"/>
                  </a:lnTo>
                  <a:lnTo>
                    <a:pt x="699" y="2204"/>
                  </a:lnTo>
                  <a:lnTo>
                    <a:pt x="715" y="2209"/>
                  </a:lnTo>
                  <a:lnTo>
                    <a:pt x="733" y="2225"/>
                  </a:lnTo>
                  <a:lnTo>
                    <a:pt x="768" y="2237"/>
                  </a:lnTo>
                  <a:lnTo>
                    <a:pt x="794" y="2243"/>
                  </a:lnTo>
                  <a:lnTo>
                    <a:pt x="844" y="2237"/>
                  </a:lnTo>
                  <a:lnTo>
                    <a:pt x="860" y="2217"/>
                  </a:lnTo>
                  <a:lnTo>
                    <a:pt x="874" y="2202"/>
                  </a:lnTo>
                  <a:lnTo>
                    <a:pt x="894" y="2188"/>
                  </a:lnTo>
                  <a:lnTo>
                    <a:pt x="924" y="2184"/>
                  </a:lnTo>
                  <a:lnTo>
                    <a:pt x="955" y="2176"/>
                  </a:lnTo>
                  <a:lnTo>
                    <a:pt x="989" y="2176"/>
                  </a:lnTo>
                  <a:lnTo>
                    <a:pt x="1023" y="2188"/>
                  </a:lnTo>
                  <a:lnTo>
                    <a:pt x="1057" y="2188"/>
                  </a:lnTo>
                  <a:lnTo>
                    <a:pt x="1091" y="2176"/>
                  </a:lnTo>
                  <a:lnTo>
                    <a:pt x="1115" y="2176"/>
                  </a:lnTo>
                  <a:lnTo>
                    <a:pt x="1138" y="2194"/>
                  </a:lnTo>
                  <a:lnTo>
                    <a:pt x="1176" y="2202"/>
                  </a:lnTo>
                  <a:lnTo>
                    <a:pt x="1176" y="2202"/>
                  </a:lnTo>
                  <a:lnTo>
                    <a:pt x="1176" y="2202"/>
                  </a:lnTo>
                  <a:lnTo>
                    <a:pt x="1176" y="2168"/>
                  </a:lnTo>
                  <a:lnTo>
                    <a:pt x="1176" y="2168"/>
                  </a:lnTo>
                  <a:lnTo>
                    <a:pt x="1202" y="2136"/>
                  </a:lnTo>
                  <a:lnTo>
                    <a:pt x="1226" y="2108"/>
                  </a:lnTo>
                  <a:lnTo>
                    <a:pt x="1226" y="2108"/>
                  </a:lnTo>
                  <a:lnTo>
                    <a:pt x="1258" y="2136"/>
                  </a:lnTo>
                  <a:lnTo>
                    <a:pt x="1294" y="2168"/>
                  </a:lnTo>
                  <a:lnTo>
                    <a:pt x="1294" y="2168"/>
                  </a:lnTo>
                  <a:lnTo>
                    <a:pt x="1304" y="2166"/>
                  </a:lnTo>
                  <a:lnTo>
                    <a:pt x="1323" y="2162"/>
                  </a:lnTo>
                  <a:lnTo>
                    <a:pt x="1351" y="2156"/>
                  </a:lnTo>
                  <a:lnTo>
                    <a:pt x="1433" y="2096"/>
                  </a:lnTo>
                  <a:lnTo>
                    <a:pt x="1489" y="2136"/>
                  </a:lnTo>
                  <a:lnTo>
                    <a:pt x="1520" y="2209"/>
                  </a:lnTo>
                  <a:lnTo>
                    <a:pt x="1590" y="2207"/>
                  </a:lnTo>
                  <a:lnTo>
                    <a:pt x="1648" y="2180"/>
                  </a:lnTo>
                  <a:lnTo>
                    <a:pt x="1727" y="2114"/>
                  </a:lnTo>
                  <a:lnTo>
                    <a:pt x="1765" y="2096"/>
                  </a:lnTo>
                  <a:lnTo>
                    <a:pt x="1775" y="2048"/>
                  </a:lnTo>
                  <a:lnTo>
                    <a:pt x="1853" y="1960"/>
                  </a:lnTo>
                  <a:lnTo>
                    <a:pt x="1904" y="1891"/>
                  </a:lnTo>
                  <a:lnTo>
                    <a:pt x="2058" y="1773"/>
                  </a:lnTo>
                  <a:lnTo>
                    <a:pt x="2074" y="1721"/>
                  </a:lnTo>
                  <a:lnTo>
                    <a:pt x="2058" y="1662"/>
                  </a:lnTo>
                  <a:lnTo>
                    <a:pt x="2058" y="1662"/>
                  </a:lnTo>
                  <a:lnTo>
                    <a:pt x="2040" y="1642"/>
                  </a:lnTo>
                  <a:lnTo>
                    <a:pt x="2026" y="1628"/>
                  </a:lnTo>
                  <a:lnTo>
                    <a:pt x="2018" y="1620"/>
                  </a:lnTo>
                  <a:lnTo>
                    <a:pt x="2018" y="1620"/>
                  </a:lnTo>
                  <a:close/>
                </a:path>
              </a:pathLst>
            </a:custGeom>
            <a:grpFill/>
            <a:ln w="9525">
              <a:solidFill>
                <a:srgbClr val="0070C0"/>
              </a:solidFill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pPr defTabSz="1474777" latinLnBrk="1"/>
              <a:endParaRPr lang="ko-KR" altLang="en-US" sz="4198"/>
            </a:p>
          </p:txBody>
        </p:sp>
        <p:sp>
          <p:nvSpPr>
            <p:cNvPr id="263" name="Freeform 119">
              <a:extLst>
                <a:ext uri="{FF2B5EF4-FFF2-40B4-BE49-F238E27FC236}">
                  <a16:creationId xmlns:a16="http://schemas.microsoft.com/office/drawing/2014/main" id="{9E231882-D295-8174-2DEC-6CE191031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638" y="4953000"/>
              <a:ext cx="2836862" cy="3087688"/>
            </a:xfrm>
            <a:custGeom>
              <a:avLst/>
              <a:gdLst>
                <a:gd name="T0" fmla="*/ 1011 w 1787"/>
                <a:gd name="T1" fmla="*/ 1935 h 1945"/>
                <a:gd name="T2" fmla="*/ 1057 w 1787"/>
                <a:gd name="T3" fmla="*/ 1945 h 1945"/>
                <a:gd name="T4" fmla="*/ 1170 w 1787"/>
                <a:gd name="T5" fmla="*/ 1881 h 1945"/>
                <a:gd name="T6" fmla="*/ 1200 w 1787"/>
                <a:gd name="T7" fmla="*/ 1839 h 1945"/>
                <a:gd name="T8" fmla="*/ 1264 w 1787"/>
                <a:gd name="T9" fmla="*/ 1825 h 1945"/>
                <a:gd name="T10" fmla="*/ 1431 w 1787"/>
                <a:gd name="T11" fmla="*/ 1809 h 1945"/>
                <a:gd name="T12" fmla="*/ 1522 w 1787"/>
                <a:gd name="T13" fmla="*/ 1710 h 1945"/>
                <a:gd name="T14" fmla="*/ 1652 w 1787"/>
                <a:gd name="T15" fmla="*/ 1574 h 1945"/>
                <a:gd name="T16" fmla="*/ 1648 w 1787"/>
                <a:gd name="T17" fmla="*/ 1503 h 1945"/>
                <a:gd name="T18" fmla="*/ 1672 w 1787"/>
                <a:gd name="T19" fmla="*/ 1441 h 1945"/>
                <a:gd name="T20" fmla="*/ 1642 w 1787"/>
                <a:gd name="T21" fmla="*/ 1317 h 1945"/>
                <a:gd name="T22" fmla="*/ 1524 w 1787"/>
                <a:gd name="T23" fmla="*/ 1190 h 1945"/>
                <a:gd name="T24" fmla="*/ 1411 w 1787"/>
                <a:gd name="T25" fmla="*/ 1048 h 1945"/>
                <a:gd name="T26" fmla="*/ 1327 w 1787"/>
                <a:gd name="T27" fmla="*/ 893 h 1945"/>
                <a:gd name="T28" fmla="*/ 1256 w 1787"/>
                <a:gd name="T29" fmla="*/ 710 h 1945"/>
                <a:gd name="T30" fmla="*/ 1319 w 1787"/>
                <a:gd name="T31" fmla="*/ 620 h 1945"/>
                <a:gd name="T32" fmla="*/ 1449 w 1787"/>
                <a:gd name="T33" fmla="*/ 578 h 1945"/>
                <a:gd name="T34" fmla="*/ 1554 w 1787"/>
                <a:gd name="T35" fmla="*/ 480 h 1945"/>
                <a:gd name="T36" fmla="*/ 1594 w 1787"/>
                <a:gd name="T37" fmla="*/ 431 h 1945"/>
                <a:gd name="T38" fmla="*/ 1626 w 1787"/>
                <a:gd name="T39" fmla="*/ 431 h 1945"/>
                <a:gd name="T40" fmla="*/ 1672 w 1787"/>
                <a:gd name="T41" fmla="*/ 421 h 1945"/>
                <a:gd name="T42" fmla="*/ 1787 w 1787"/>
                <a:gd name="T43" fmla="*/ 359 h 1945"/>
                <a:gd name="T44" fmla="*/ 1703 w 1787"/>
                <a:gd name="T45" fmla="*/ 221 h 1945"/>
                <a:gd name="T46" fmla="*/ 1580 w 1787"/>
                <a:gd name="T47" fmla="*/ 233 h 1945"/>
                <a:gd name="T48" fmla="*/ 1427 w 1787"/>
                <a:gd name="T49" fmla="*/ 195 h 1945"/>
                <a:gd name="T50" fmla="*/ 1337 w 1787"/>
                <a:gd name="T51" fmla="*/ 267 h 1945"/>
                <a:gd name="T52" fmla="*/ 1043 w 1787"/>
                <a:gd name="T53" fmla="*/ 186 h 1945"/>
                <a:gd name="T54" fmla="*/ 842 w 1787"/>
                <a:gd name="T55" fmla="*/ 144 h 1945"/>
                <a:gd name="T56" fmla="*/ 742 w 1787"/>
                <a:gd name="T57" fmla="*/ 116 h 1945"/>
                <a:gd name="T58" fmla="*/ 689 w 1787"/>
                <a:gd name="T59" fmla="*/ 44 h 1945"/>
                <a:gd name="T60" fmla="*/ 569 w 1787"/>
                <a:gd name="T61" fmla="*/ 48 h 1945"/>
                <a:gd name="T62" fmla="*/ 484 w 1787"/>
                <a:gd name="T63" fmla="*/ 108 h 1945"/>
                <a:gd name="T64" fmla="*/ 287 w 1787"/>
                <a:gd name="T65" fmla="*/ 178 h 1945"/>
                <a:gd name="T66" fmla="*/ 261 w 1787"/>
                <a:gd name="T67" fmla="*/ 251 h 1945"/>
                <a:gd name="T68" fmla="*/ 189 w 1787"/>
                <a:gd name="T69" fmla="*/ 323 h 1945"/>
                <a:gd name="T70" fmla="*/ 163 w 1787"/>
                <a:gd name="T71" fmla="*/ 383 h 1945"/>
                <a:gd name="T72" fmla="*/ 175 w 1787"/>
                <a:gd name="T73" fmla="*/ 508 h 1945"/>
                <a:gd name="T74" fmla="*/ 102 w 1787"/>
                <a:gd name="T75" fmla="*/ 626 h 1945"/>
                <a:gd name="T76" fmla="*/ 20 w 1787"/>
                <a:gd name="T77" fmla="*/ 686 h 1945"/>
                <a:gd name="T78" fmla="*/ 114 w 1787"/>
                <a:gd name="T79" fmla="*/ 831 h 1945"/>
                <a:gd name="T80" fmla="*/ 142 w 1787"/>
                <a:gd name="T81" fmla="*/ 941 h 1945"/>
                <a:gd name="T82" fmla="*/ 94 w 1787"/>
                <a:gd name="T83" fmla="*/ 1054 h 1945"/>
                <a:gd name="T84" fmla="*/ 185 w 1787"/>
                <a:gd name="T85" fmla="*/ 1118 h 1945"/>
                <a:gd name="T86" fmla="*/ 303 w 1787"/>
                <a:gd name="T87" fmla="*/ 1116 h 1945"/>
                <a:gd name="T88" fmla="*/ 327 w 1787"/>
                <a:gd name="T89" fmla="*/ 1218 h 1945"/>
                <a:gd name="T90" fmla="*/ 358 w 1787"/>
                <a:gd name="T91" fmla="*/ 1287 h 1945"/>
                <a:gd name="T92" fmla="*/ 364 w 1787"/>
                <a:gd name="T93" fmla="*/ 1393 h 1945"/>
                <a:gd name="T94" fmla="*/ 416 w 1787"/>
                <a:gd name="T95" fmla="*/ 1510 h 1945"/>
                <a:gd name="T96" fmla="*/ 430 w 1787"/>
                <a:gd name="T97" fmla="*/ 1580 h 1945"/>
                <a:gd name="T98" fmla="*/ 520 w 1787"/>
                <a:gd name="T99" fmla="*/ 1634 h 1945"/>
                <a:gd name="T100" fmla="*/ 703 w 1787"/>
                <a:gd name="T101" fmla="*/ 1602 h 1945"/>
                <a:gd name="T102" fmla="*/ 784 w 1787"/>
                <a:gd name="T103" fmla="*/ 1612 h 1945"/>
                <a:gd name="T104" fmla="*/ 925 w 1787"/>
                <a:gd name="T105" fmla="*/ 1674 h 1945"/>
                <a:gd name="T106" fmla="*/ 1025 w 1787"/>
                <a:gd name="T107" fmla="*/ 1708 h 1945"/>
                <a:gd name="T108" fmla="*/ 1011 w 1787"/>
                <a:gd name="T109" fmla="*/ 1770 h 1945"/>
                <a:gd name="T110" fmla="*/ 985 w 1787"/>
                <a:gd name="T111" fmla="*/ 1895 h 19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787" h="1945">
                  <a:moveTo>
                    <a:pt x="993" y="1913"/>
                  </a:moveTo>
                  <a:lnTo>
                    <a:pt x="993" y="1913"/>
                  </a:lnTo>
                  <a:lnTo>
                    <a:pt x="1001" y="1925"/>
                  </a:lnTo>
                  <a:lnTo>
                    <a:pt x="1007" y="1931"/>
                  </a:lnTo>
                  <a:lnTo>
                    <a:pt x="1011" y="1935"/>
                  </a:lnTo>
                  <a:lnTo>
                    <a:pt x="1011" y="1935"/>
                  </a:lnTo>
                  <a:lnTo>
                    <a:pt x="1035" y="1941"/>
                  </a:lnTo>
                  <a:lnTo>
                    <a:pt x="1049" y="1943"/>
                  </a:lnTo>
                  <a:lnTo>
                    <a:pt x="1057" y="1945"/>
                  </a:lnTo>
                  <a:lnTo>
                    <a:pt x="1057" y="1945"/>
                  </a:lnTo>
                  <a:lnTo>
                    <a:pt x="1075" y="1939"/>
                  </a:lnTo>
                  <a:lnTo>
                    <a:pt x="1111" y="1911"/>
                  </a:lnTo>
                  <a:lnTo>
                    <a:pt x="1144" y="1893"/>
                  </a:lnTo>
                  <a:lnTo>
                    <a:pt x="1144" y="1893"/>
                  </a:lnTo>
                  <a:lnTo>
                    <a:pt x="1170" y="1881"/>
                  </a:lnTo>
                  <a:lnTo>
                    <a:pt x="1170" y="1881"/>
                  </a:lnTo>
                  <a:lnTo>
                    <a:pt x="1196" y="1861"/>
                  </a:lnTo>
                  <a:lnTo>
                    <a:pt x="1196" y="1861"/>
                  </a:lnTo>
                  <a:lnTo>
                    <a:pt x="1200" y="1839"/>
                  </a:lnTo>
                  <a:lnTo>
                    <a:pt x="1200" y="1839"/>
                  </a:lnTo>
                  <a:lnTo>
                    <a:pt x="1206" y="1831"/>
                  </a:lnTo>
                  <a:lnTo>
                    <a:pt x="1212" y="1823"/>
                  </a:lnTo>
                  <a:lnTo>
                    <a:pt x="1212" y="1823"/>
                  </a:lnTo>
                  <a:lnTo>
                    <a:pt x="1238" y="1813"/>
                  </a:lnTo>
                  <a:lnTo>
                    <a:pt x="1264" y="1825"/>
                  </a:lnTo>
                  <a:lnTo>
                    <a:pt x="1306" y="1845"/>
                  </a:lnTo>
                  <a:lnTo>
                    <a:pt x="1345" y="1845"/>
                  </a:lnTo>
                  <a:lnTo>
                    <a:pt x="1363" y="1835"/>
                  </a:lnTo>
                  <a:lnTo>
                    <a:pt x="1413" y="1835"/>
                  </a:lnTo>
                  <a:lnTo>
                    <a:pt x="1431" y="1809"/>
                  </a:lnTo>
                  <a:lnTo>
                    <a:pt x="1451" y="1775"/>
                  </a:lnTo>
                  <a:lnTo>
                    <a:pt x="1451" y="1754"/>
                  </a:lnTo>
                  <a:lnTo>
                    <a:pt x="1471" y="1738"/>
                  </a:lnTo>
                  <a:lnTo>
                    <a:pt x="1497" y="1724"/>
                  </a:lnTo>
                  <a:lnTo>
                    <a:pt x="1522" y="1710"/>
                  </a:lnTo>
                  <a:lnTo>
                    <a:pt x="1560" y="1684"/>
                  </a:lnTo>
                  <a:lnTo>
                    <a:pt x="1622" y="1614"/>
                  </a:lnTo>
                  <a:lnTo>
                    <a:pt x="1652" y="1594"/>
                  </a:lnTo>
                  <a:lnTo>
                    <a:pt x="1652" y="1594"/>
                  </a:lnTo>
                  <a:lnTo>
                    <a:pt x="1652" y="1574"/>
                  </a:lnTo>
                  <a:lnTo>
                    <a:pt x="1652" y="1574"/>
                  </a:lnTo>
                  <a:lnTo>
                    <a:pt x="1660" y="1552"/>
                  </a:lnTo>
                  <a:lnTo>
                    <a:pt x="1668" y="1540"/>
                  </a:lnTo>
                  <a:lnTo>
                    <a:pt x="1666" y="1522"/>
                  </a:lnTo>
                  <a:lnTo>
                    <a:pt x="1648" y="1503"/>
                  </a:lnTo>
                  <a:lnTo>
                    <a:pt x="1648" y="1503"/>
                  </a:lnTo>
                  <a:lnTo>
                    <a:pt x="1646" y="1489"/>
                  </a:lnTo>
                  <a:lnTo>
                    <a:pt x="1646" y="1489"/>
                  </a:lnTo>
                  <a:lnTo>
                    <a:pt x="1658" y="1459"/>
                  </a:lnTo>
                  <a:lnTo>
                    <a:pt x="1672" y="1441"/>
                  </a:lnTo>
                  <a:lnTo>
                    <a:pt x="1672" y="1361"/>
                  </a:lnTo>
                  <a:lnTo>
                    <a:pt x="1672" y="1361"/>
                  </a:lnTo>
                  <a:lnTo>
                    <a:pt x="1656" y="1341"/>
                  </a:lnTo>
                  <a:lnTo>
                    <a:pt x="1642" y="1317"/>
                  </a:lnTo>
                  <a:lnTo>
                    <a:pt x="1642" y="1317"/>
                  </a:lnTo>
                  <a:lnTo>
                    <a:pt x="1626" y="1299"/>
                  </a:lnTo>
                  <a:lnTo>
                    <a:pt x="1610" y="1283"/>
                  </a:lnTo>
                  <a:lnTo>
                    <a:pt x="1586" y="1253"/>
                  </a:lnTo>
                  <a:lnTo>
                    <a:pt x="1552" y="1206"/>
                  </a:lnTo>
                  <a:lnTo>
                    <a:pt x="1524" y="1190"/>
                  </a:lnTo>
                  <a:lnTo>
                    <a:pt x="1491" y="1180"/>
                  </a:lnTo>
                  <a:lnTo>
                    <a:pt x="1449" y="1150"/>
                  </a:lnTo>
                  <a:lnTo>
                    <a:pt x="1417" y="1102"/>
                  </a:lnTo>
                  <a:lnTo>
                    <a:pt x="1413" y="1070"/>
                  </a:lnTo>
                  <a:lnTo>
                    <a:pt x="1411" y="1048"/>
                  </a:lnTo>
                  <a:lnTo>
                    <a:pt x="1387" y="1012"/>
                  </a:lnTo>
                  <a:lnTo>
                    <a:pt x="1361" y="979"/>
                  </a:lnTo>
                  <a:lnTo>
                    <a:pt x="1339" y="959"/>
                  </a:lnTo>
                  <a:lnTo>
                    <a:pt x="1327" y="919"/>
                  </a:lnTo>
                  <a:lnTo>
                    <a:pt x="1327" y="893"/>
                  </a:lnTo>
                  <a:lnTo>
                    <a:pt x="1278" y="855"/>
                  </a:lnTo>
                  <a:lnTo>
                    <a:pt x="1244" y="831"/>
                  </a:lnTo>
                  <a:lnTo>
                    <a:pt x="1236" y="805"/>
                  </a:lnTo>
                  <a:lnTo>
                    <a:pt x="1254" y="753"/>
                  </a:lnTo>
                  <a:lnTo>
                    <a:pt x="1256" y="710"/>
                  </a:lnTo>
                  <a:lnTo>
                    <a:pt x="1256" y="710"/>
                  </a:lnTo>
                  <a:lnTo>
                    <a:pt x="1268" y="674"/>
                  </a:lnTo>
                  <a:lnTo>
                    <a:pt x="1268" y="674"/>
                  </a:lnTo>
                  <a:lnTo>
                    <a:pt x="1286" y="642"/>
                  </a:lnTo>
                  <a:lnTo>
                    <a:pt x="1319" y="620"/>
                  </a:lnTo>
                  <a:lnTo>
                    <a:pt x="1347" y="606"/>
                  </a:lnTo>
                  <a:lnTo>
                    <a:pt x="1385" y="606"/>
                  </a:lnTo>
                  <a:lnTo>
                    <a:pt x="1421" y="588"/>
                  </a:lnTo>
                  <a:lnTo>
                    <a:pt x="1421" y="588"/>
                  </a:lnTo>
                  <a:lnTo>
                    <a:pt x="1449" y="578"/>
                  </a:lnTo>
                  <a:lnTo>
                    <a:pt x="1449" y="578"/>
                  </a:lnTo>
                  <a:lnTo>
                    <a:pt x="1473" y="578"/>
                  </a:lnTo>
                  <a:lnTo>
                    <a:pt x="1481" y="548"/>
                  </a:lnTo>
                  <a:lnTo>
                    <a:pt x="1500" y="528"/>
                  </a:lnTo>
                  <a:lnTo>
                    <a:pt x="1554" y="480"/>
                  </a:lnTo>
                  <a:lnTo>
                    <a:pt x="1570" y="451"/>
                  </a:lnTo>
                  <a:lnTo>
                    <a:pt x="1570" y="451"/>
                  </a:lnTo>
                  <a:lnTo>
                    <a:pt x="1580" y="443"/>
                  </a:lnTo>
                  <a:lnTo>
                    <a:pt x="1588" y="435"/>
                  </a:lnTo>
                  <a:lnTo>
                    <a:pt x="1594" y="431"/>
                  </a:lnTo>
                  <a:lnTo>
                    <a:pt x="1594" y="431"/>
                  </a:lnTo>
                  <a:lnTo>
                    <a:pt x="1602" y="431"/>
                  </a:lnTo>
                  <a:lnTo>
                    <a:pt x="1612" y="431"/>
                  </a:lnTo>
                  <a:lnTo>
                    <a:pt x="1626" y="431"/>
                  </a:lnTo>
                  <a:lnTo>
                    <a:pt x="1626" y="431"/>
                  </a:lnTo>
                  <a:lnTo>
                    <a:pt x="1640" y="427"/>
                  </a:lnTo>
                  <a:lnTo>
                    <a:pt x="1656" y="421"/>
                  </a:lnTo>
                  <a:lnTo>
                    <a:pt x="1656" y="421"/>
                  </a:lnTo>
                  <a:lnTo>
                    <a:pt x="1662" y="421"/>
                  </a:lnTo>
                  <a:lnTo>
                    <a:pt x="1672" y="421"/>
                  </a:lnTo>
                  <a:lnTo>
                    <a:pt x="1686" y="421"/>
                  </a:lnTo>
                  <a:lnTo>
                    <a:pt x="1717" y="403"/>
                  </a:lnTo>
                  <a:lnTo>
                    <a:pt x="1717" y="375"/>
                  </a:lnTo>
                  <a:lnTo>
                    <a:pt x="1753" y="359"/>
                  </a:lnTo>
                  <a:lnTo>
                    <a:pt x="1787" y="359"/>
                  </a:lnTo>
                  <a:lnTo>
                    <a:pt x="1773" y="317"/>
                  </a:lnTo>
                  <a:lnTo>
                    <a:pt x="1773" y="289"/>
                  </a:lnTo>
                  <a:lnTo>
                    <a:pt x="1767" y="251"/>
                  </a:lnTo>
                  <a:lnTo>
                    <a:pt x="1751" y="227"/>
                  </a:lnTo>
                  <a:lnTo>
                    <a:pt x="1703" y="221"/>
                  </a:lnTo>
                  <a:lnTo>
                    <a:pt x="1660" y="221"/>
                  </a:lnTo>
                  <a:lnTo>
                    <a:pt x="1644" y="213"/>
                  </a:lnTo>
                  <a:lnTo>
                    <a:pt x="1620" y="205"/>
                  </a:lnTo>
                  <a:lnTo>
                    <a:pt x="1600" y="205"/>
                  </a:lnTo>
                  <a:lnTo>
                    <a:pt x="1580" y="233"/>
                  </a:lnTo>
                  <a:lnTo>
                    <a:pt x="1544" y="247"/>
                  </a:lnTo>
                  <a:lnTo>
                    <a:pt x="1516" y="239"/>
                  </a:lnTo>
                  <a:lnTo>
                    <a:pt x="1483" y="233"/>
                  </a:lnTo>
                  <a:lnTo>
                    <a:pt x="1447" y="205"/>
                  </a:lnTo>
                  <a:lnTo>
                    <a:pt x="1427" y="195"/>
                  </a:lnTo>
                  <a:lnTo>
                    <a:pt x="1407" y="199"/>
                  </a:lnTo>
                  <a:lnTo>
                    <a:pt x="1401" y="213"/>
                  </a:lnTo>
                  <a:lnTo>
                    <a:pt x="1389" y="235"/>
                  </a:lnTo>
                  <a:lnTo>
                    <a:pt x="1373" y="251"/>
                  </a:lnTo>
                  <a:lnTo>
                    <a:pt x="1337" y="267"/>
                  </a:lnTo>
                  <a:lnTo>
                    <a:pt x="1292" y="269"/>
                  </a:lnTo>
                  <a:lnTo>
                    <a:pt x="1248" y="253"/>
                  </a:lnTo>
                  <a:lnTo>
                    <a:pt x="1198" y="225"/>
                  </a:lnTo>
                  <a:lnTo>
                    <a:pt x="1136" y="211"/>
                  </a:lnTo>
                  <a:lnTo>
                    <a:pt x="1043" y="186"/>
                  </a:lnTo>
                  <a:lnTo>
                    <a:pt x="945" y="148"/>
                  </a:lnTo>
                  <a:lnTo>
                    <a:pt x="945" y="148"/>
                  </a:lnTo>
                  <a:lnTo>
                    <a:pt x="884" y="138"/>
                  </a:lnTo>
                  <a:lnTo>
                    <a:pt x="884" y="138"/>
                  </a:lnTo>
                  <a:lnTo>
                    <a:pt x="842" y="144"/>
                  </a:lnTo>
                  <a:lnTo>
                    <a:pt x="774" y="144"/>
                  </a:lnTo>
                  <a:lnTo>
                    <a:pt x="774" y="144"/>
                  </a:lnTo>
                  <a:lnTo>
                    <a:pt x="758" y="130"/>
                  </a:lnTo>
                  <a:lnTo>
                    <a:pt x="748" y="122"/>
                  </a:lnTo>
                  <a:lnTo>
                    <a:pt x="742" y="116"/>
                  </a:lnTo>
                  <a:lnTo>
                    <a:pt x="742" y="116"/>
                  </a:lnTo>
                  <a:lnTo>
                    <a:pt x="736" y="108"/>
                  </a:lnTo>
                  <a:lnTo>
                    <a:pt x="721" y="92"/>
                  </a:lnTo>
                  <a:lnTo>
                    <a:pt x="699" y="70"/>
                  </a:lnTo>
                  <a:lnTo>
                    <a:pt x="689" y="44"/>
                  </a:lnTo>
                  <a:lnTo>
                    <a:pt x="689" y="0"/>
                  </a:lnTo>
                  <a:lnTo>
                    <a:pt x="639" y="6"/>
                  </a:lnTo>
                  <a:lnTo>
                    <a:pt x="603" y="34"/>
                  </a:lnTo>
                  <a:lnTo>
                    <a:pt x="603" y="34"/>
                  </a:lnTo>
                  <a:lnTo>
                    <a:pt x="569" y="48"/>
                  </a:lnTo>
                  <a:lnTo>
                    <a:pt x="569" y="48"/>
                  </a:lnTo>
                  <a:lnTo>
                    <a:pt x="565" y="54"/>
                  </a:lnTo>
                  <a:lnTo>
                    <a:pt x="557" y="68"/>
                  </a:lnTo>
                  <a:lnTo>
                    <a:pt x="547" y="86"/>
                  </a:lnTo>
                  <a:lnTo>
                    <a:pt x="484" y="108"/>
                  </a:lnTo>
                  <a:lnTo>
                    <a:pt x="426" y="132"/>
                  </a:lnTo>
                  <a:lnTo>
                    <a:pt x="396" y="148"/>
                  </a:lnTo>
                  <a:lnTo>
                    <a:pt x="364" y="140"/>
                  </a:lnTo>
                  <a:lnTo>
                    <a:pt x="323" y="140"/>
                  </a:lnTo>
                  <a:lnTo>
                    <a:pt x="287" y="178"/>
                  </a:lnTo>
                  <a:lnTo>
                    <a:pt x="287" y="178"/>
                  </a:lnTo>
                  <a:lnTo>
                    <a:pt x="265" y="215"/>
                  </a:lnTo>
                  <a:lnTo>
                    <a:pt x="265" y="215"/>
                  </a:lnTo>
                  <a:lnTo>
                    <a:pt x="263" y="235"/>
                  </a:lnTo>
                  <a:lnTo>
                    <a:pt x="261" y="251"/>
                  </a:lnTo>
                  <a:lnTo>
                    <a:pt x="243" y="299"/>
                  </a:lnTo>
                  <a:lnTo>
                    <a:pt x="221" y="323"/>
                  </a:lnTo>
                  <a:lnTo>
                    <a:pt x="203" y="323"/>
                  </a:lnTo>
                  <a:lnTo>
                    <a:pt x="203" y="323"/>
                  </a:lnTo>
                  <a:lnTo>
                    <a:pt x="189" y="323"/>
                  </a:lnTo>
                  <a:lnTo>
                    <a:pt x="173" y="323"/>
                  </a:lnTo>
                  <a:lnTo>
                    <a:pt x="173" y="323"/>
                  </a:lnTo>
                  <a:lnTo>
                    <a:pt x="169" y="331"/>
                  </a:lnTo>
                  <a:lnTo>
                    <a:pt x="167" y="335"/>
                  </a:lnTo>
                  <a:lnTo>
                    <a:pt x="163" y="383"/>
                  </a:lnTo>
                  <a:lnTo>
                    <a:pt x="159" y="417"/>
                  </a:lnTo>
                  <a:lnTo>
                    <a:pt x="161" y="441"/>
                  </a:lnTo>
                  <a:lnTo>
                    <a:pt x="183" y="460"/>
                  </a:lnTo>
                  <a:lnTo>
                    <a:pt x="187" y="500"/>
                  </a:lnTo>
                  <a:lnTo>
                    <a:pt x="175" y="508"/>
                  </a:lnTo>
                  <a:lnTo>
                    <a:pt x="142" y="520"/>
                  </a:lnTo>
                  <a:lnTo>
                    <a:pt x="112" y="560"/>
                  </a:lnTo>
                  <a:lnTo>
                    <a:pt x="106" y="580"/>
                  </a:lnTo>
                  <a:lnTo>
                    <a:pt x="120" y="606"/>
                  </a:lnTo>
                  <a:lnTo>
                    <a:pt x="102" y="626"/>
                  </a:lnTo>
                  <a:lnTo>
                    <a:pt x="76" y="636"/>
                  </a:lnTo>
                  <a:lnTo>
                    <a:pt x="46" y="644"/>
                  </a:lnTo>
                  <a:lnTo>
                    <a:pt x="44" y="652"/>
                  </a:lnTo>
                  <a:lnTo>
                    <a:pt x="46" y="682"/>
                  </a:lnTo>
                  <a:lnTo>
                    <a:pt x="20" y="686"/>
                  </a:lnTo>
                  <a:lnTo>
                    <a:pt x="0" y="694"/>
                  </a:lnTo>
                  <a:lnTo>
                    <a:pt x="4" y="712"/>
                  </a:lnTo>
                  <a:lnTo>
                    <a:pt x="28" y="737"/>
                  </a:lnTo>
                  <a:lnTo>
                    <a:pt x="88" y="805"/>
                  </a:lnTo>
                  <a:lnTo>
                    <a:pt x="114" y="831"/>
                  </a:lnTo>
                  <a:lnTo>
                    <a:pt x="146" y="835"/>
                  </a:lnTo>
                  <a:lnTo>
                    <a:pt x="163" y="845"/>
                  </a:lnTo>
                  <a:lnTo>
                    <a:pt x="163" y="879"/>
                  </a:lnTo>
                  <a:lnTo>
                    <a:pt x="146" y="907"/>
                  </a:lnTo>
                  <a:lnTo>
                    <a:pt x="142" y="941"/>
                  </a:lnTo>
                  <a:lnTo>
                    <a:pt x="118" y="959"/>
                  </a:lnTo>
                  <a:lnTo>
                    <a:pt x="72" y="1012"/>
                  </a:lnTo>
                  <a:lnTo>
                    <a:pt x="66" y="1042"/>
                  </a:lnTo>
                  <a:lnTo>
                    <a:pt x="76" y="1068"/>
                  </a:lnTo>
                  <a:lnTo>
                    <a:pt x="94" y="1054"/>
                  </a:lnTo>
                  <a:lnTo>
                    <a:pt x="118" y="1042"/>
                  </a:lnTo>
                  <a:lnTo>
                    <a:pt x="136" y="1066"/>
                  </a:lnTo>
                  <a:lnTo>
                    <a:pt x="144" y="1102"/>
                  </a:lnTo>
                  <a:lnTo>
                    <a:pt x="161" y="1114"/>
                  </a:lnTo>
                  <a:lnTo>
                    <a:pt x="185" y="1118"/>
                  </a:lnTo>
                  <a:lnTo>
                    <a:pt x="215" y="1096"/>
                  </a:lnTo>
                  <a:lnTo>
                    <a:pt x="237" y="1084"/>
                  </a:lnTo>
                  <a:lnTo>
                    <a:pt x="285" y="1108"/>
                  </a:lnTo>
                  <a:lnTo>
                    <a:pt x="285" y="1108"/>
                  </a:lnTo>
                  <a:lnTo>
                    <a:pt x="303" y="1116"/>
                  </a:lnTo>
                  <a:lnTo>
                    <a:pt x="321" y="1126"/>
                  </a:lnTo>
                  <a:lnTo>
                    <a:pt x="321" y="1126"/>
                  </a:lnTo>
                  <a:lnTo>
                    <a:pt x="317" y="1152"/>
                  </a:lnTo>
                  <a:lnTo>
                    <a:pt x="319" y="1194"/>
                  </a:lnTo>
                  <a:lnTo>
                    <a:pt x="327" y="1218"/>
                  </a:lnTo>
                  <a:lnTo>
                    <a:pt x="347" y="1253"/>
                  </a:lnTo>
                  <a:lnTo>
                    <a:pt x="347" y="1253"/>
                  </a:lnTo>
                  <a:lnTo>
                    <a:pt x="352" y="1269"/>
                  </a:lnTo>
                  <a:lnTo>
                    <a:pt x="358" y="1287"/>
                  </a:lnTo>
                  <a:lnTo>
                    <a:pt x="358" y="1287"/>
                  </a:lnTo>
                  <a:lnTo>
                    <a:pt x="354" y="1301"/>
                  </a:lnTo>
                  <a:lnTo>
                    <a:pt x="350" y="1313"/>
                  </a:lnTo>
                  <a:lnTo>
                    <a:pt x="341" y="1337"/>
                  </a:lnTo>
                  <a:lnTo>
                    <a:pt x="354" y="1365"/>
                  </a:lnTo>
                  <a:lnTo>
                    <a:pt x="364" y="1393"/>
                  </a:lnTo>
                  <a:lnTo>
                    <a:pt x="396" y="1411"/>
                  </a:lnTo>
                  <a:lnTo>
                    <a:pt x="422" y="1437"/>
                  </a:lnTo>
                  <a:lnTo>
                    <a:pt x="422" y="1477"/>
                  </a:lnTo>
                  <a:lnTo>
                    <a:pt x="416" y="1510"/>
                  </a:lnTo>
                  <a:lnTo>
                    <a:pt x="416" y="1510"/>
                  </a:lnTo>
                  <a:lnTo>
                    <a:pt x="412" y="1518"/>
                  </a:lnTo>
                  <a:lnTo>
                    <a:pt x="408" y="1528"/>
                  </a:lnTo>
                  <a:lnTo>
                    <a:pt x="408" y="1528"/>
                  </a:lnTo>
                  <a:lnTo>
                    <a:pt x="410" y="1552"/>
                  </a:lnTo>
                  <a:lnTo>
                    <a:pt x="430" y="1580"/>
                  </a:lnTo>
                  <a:lnTo>
                    <a:pt x="470" y="1590"/>
                  </a:lnTo>
                  <a:lnTo>
                    <a:pt x="488" y="1604"/>
                  </a:lnTo>
                  <a:lnTo>
                    <a:pt x="506" y="1628"/>
                  </a:lnTo>
                  <a:lnTo>
                    <a:pt x="506" y="1628"/>
                  </a:lnTo>
                  <a:lnTo>
                    <a:pt x="520" y="1634"/>
                  </a:lnTo>
                  <a:lnTo>
                    <a:pt x="538" y="1638"/>
                  </a:lnTo>
                  <a:lnTo>
                    <a:pt x="538" y="1638"/>
                  </a:lnTo>
                  <a:lnTo>
                    <a:pt x="597" y="1632"/>
                  </a:lnTo>
                  <a:lnTo>
                    <a:pt x="597" y="1632"/>
                  </a:lnTo>
                  <a:lnTo>
                    <a:pt x="703" y="1602"/>
                  </a:lnTo>
                  <a:lnTo>
                    <a:pt x="703" y="1602"/>
                  </a:lnTo>
                  <a:lnTo>
                    <a:pt x="742" y="1580"/>
                  </a:lnTo>
                  <a:lnTo>
                    <a:pt x="764" y="1574"/>
                  </a:lnTo>
                  <a:lnTo>
                    <a:pt x="774" y="1586"/>
                  </a:lnTo>
                  <a:lnTo>
                    <a:pt x="784" y="1612"/>
                  </a:lnTo>
                  <a:lnTo>
                    <a:pt x="822" y="1628"/>
                  </a:lnTo>
                  <a:lnTo>
                    <a:pt x="872" y="1650"/>
                  </a:lnTo>
                  <a:lnTo>
                    <a:pt x="872" y="1650"/>
                  </a:lnTo>
                  <a:lnTo>
                    <a:pt x="898" y="1662"/>
                  </a:lnTo>
                  <a:lnTo>
                    <a:pt x="925" y="1674"/>
                  </a:lnTo>
                  <a:lnTo>
                    <a:pt x="925" y="1674"/>
                  </a:lnTo>
                  <a:lnTo>
                    <a:pt x="977" y="1660"/>
                  </a:lnTo>
                  <a:lnTo>
                    <a:pt x="977" y="1660"/>
                  </a:lnTo>
                  <a:lnTo>
                    <a:pt x="1009" y="1674"/>
                  </a:lnTo>
                  <a:lnTo>
                    <a:pt x="1025" y="1708"/>
                  </a:lnTo>
                  <a:lnTo>
                    <a:pt x="1025" y="1708"/>
                  </a:lnTo>
                  <a:lnTo>
                    <a:pt x="1015" y="1736"/>
                  </a:lnTo>
                  <a:lnTo>
                    <a:pt x="1015" y="1736"/>
                  </a:lnTo>
                  <a:lnTo>
                    <a:pt x="1011" y="1770"/>
                  </a:lnTo>
                  <a:lnTo>
                    <a:pt x="1011" y="1770"/>
                  </a:lnTo>
                  <a:lnTo>
                    <a:pt x="1009" y="1809"/>
                  </a:lnTo>
                  <a:lnTo>
                    <a:pt x="983" y="1839"/>
                  </a:lnTo>
                  <a:lnTo>
                    <a:pt x="949" y="1883"/>
                  </a:lnTo>
                  <a:lnTo>
                    <a:pt x="945" y="1887"/>
                  </a:lnTo>
                  <a:lnTo>
                    <a:pt x="985" y="1895"/>
                  </a:lnTo>
                  <a:lnTo>
                    <a:pt x="985" y="1895"/>
                  </a:lnTo>
                  <a:lnTo>
                    <a:pt x="993" y="1913"/>
                  </a:lnTo>
                  <a:lnTo>
                    <a:pt x="993" y="1913"/>
                  </a:lnTo>
                  <a:close/>
                </a:path>
              </a:pathLst>
            </a:custGeom>
            <a:grpFill/>
            <a:ln w="9525">
              <a:solidFill>
                <a:srgbClr val="0070C0"/>
              </a:solidFill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pPr defTabSz="1474777" latinLnBrk="1"/>
              <a:endParaRPr lang="ko-KR" altLang="en-US" sz="4198"/>
            </a:p>
          </p:txBody>
        </p:sp>
        <p:sp>
          <p:nvSpPr>
            <p:cNvPr id="264" name="Freeform 120">
              <a:extLst>
                <a:ext uri="{FF2B5EF4-FFF2-40B4-BE49-F238E27FC236}">
                  <a16:creationId xmlns:a16="http://schemas.microsoft.com/office/drawing/2014/main" id="{9465ADE4-C76E-9F43-7AE2-BF7FA951D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6125" y="9112250"/>
              <a:ext cx="2106612" cy="2370138"/>
            </a:xfrm>
            <a:custGeom>
              <a:avLst/>
              <a:gdLst>
                <a:gd name="T0" fmla="*/ 1311 w 1327"/>
                <a:gd name="T1" fmla="*/ 935 h 1493"/>
                <a:gd name="T2" fmla="*/ 1248 w 1327"/>
                <a:gd name="T3" fmla="*/ 745 h 1493"/>
                <a:gd name="T4" fmla="*/ 1196 w 1327"/>
                <a:gd name="T5" fmla="*/ 668 h 1493"/>
                <a:gd name="T6" fmla="*/ 1069 w 1327"/>
                <a:gd name="T7" fmla="*/ 626 h 1493"/>
                <a:gd name="T8" fmla="*/ 1053 w 1327"/>
                <a:gd name="T9" fmla="*/ 482 h 1493"/>
                <a:gd name="T10" fmla="*/ 1049 w 1327"/>
                <a:gd name="T11" fmla="*/ 417 h 1493"/>
                <a:gd name="T12" fmla="*/ 1043 w 1327"/>
                <a:gd name="T13" fmla="*/ 379 h 1493"/>
                <a:gd name="T14" fmla="*/ 1063 w 1327"/>
                <a:gd name="T15" fmla="*/ 293 h 1493"/>
                <a:gd name="T16" fmla="*/ 1061 w 1327"/>
                <a:gd name="T17" fmla="*/ 261 h 1493"/>
                <a:gd name="T18" fmla="*/ 1059 w 1327"/>
                <a:gd name="T19" fmla="*/ 170 h 1493"/>
                <a:gd name="T20" fmla="*/ 1023 w 1327"/>
                <a:gd name="T21" fmla="*/ 36 h 1493"/>
                <a:gd name="T22" fmla="*/ 957 w 1327"/>
                <a:gd name="T23" fmla="*/ 48 h 1493"/>
                <a:gd name="T24" fmla="*/ 870 w 1327"/>
                <a:gd name="T25" fmla="*/ 104 h 1493"/>
                <a:gd name="T26" fmla="*/ 736 w 1327"/>
                <a:gd name="T27" fmla="*/ 172 h 1493"/>
                <a:gd name="T28" fmla="*/ 667 w 1327"/>
                <a:gd name="T29" fmla="*/ 202 h 1493"/>
                <a:gd name="T30" fmla="*/ 649 w 1327"/>
                <a:gd name="T31" fmla="*/ 136 h 1493"/>
                <a:gd name="T32" fmla="*/ 621 w 1327"/>
                <a:gd name="T33" fmla="*/ 74 h 1493"/>
                <a:gd name="T34" fmla="*/ 555 w 1327"/>
                <a:gd name="T35" fmla="*/ 136 h 1493"/>
                <a:gd name="T36" fmla="*/ 526 w 1327"/>
                <a:gd name="T37" fmla="*/ 162 h 1493"/>
                <a:gd name="T38" fmla="*/ 484 w 1327"/>
                <a:gd name="T39" fmla="*/ 227 h 1493"/>
                <a:gd name="T40" fmla="*/ 406 w 1327"/>
                <a:gd name="T41" fmla="*/ 281 h 1493"/>
                <a:gd name="T42" fmla="*/ 356 w 1327"/>
                <a:gd name="T43" fmla="*/ 373 h 1493"/>
                <a:gd name="T44" fmla="*/ 275 w 1327"/>
                <a:gd name="T45" fmla="*/ 506 h 1493"/>
                <a:gd name="T46" fmla="*/ 239 w 1327"/>
                <a:gd name="T47" fmla="*/ 550 h 1493"/>
                <a:gd name="T48" fmla="*/ 217 w 1327"/>
                <a:gd name="T49" fmla="*/ 648 h 1493"/>
                <a:gd name="T50" fmla="*/ 209 w 1327"/>
                <a:gd name="T51" fmla="*/ 670 h 1493"/>
                <a:gd name="T52" fmla="*/ 185 w 1327"/>
                <a:gd name="T53" fmla="*/ 753 h 1493"/>
                <a:gd name="T54" fmla="*/ 114 w 1327"/>
                <a:gd name="T55" fmla="*/ 811 h 1493"/>
                <a:gd name="T56" fmla="*/ 88 w 1327"/>
                <a:gd name="T57" fmla="*/ 873 h 1493"/>
                <a:gd name="T58" fmla="*/ 0 w 1327"/>
                <a:gd name="T59" fmla="*/ 957 h 1493"/>
                <a:gd name="T60" fmla="*/ 122 w 1327"/>
                <a:gd name="T61" fmla="*/ 993 h 1493"/>
                <a:gd name="T62" fmla="*/ 185 w 1327"/>
                <a:gd name="T63" fmla="*/ 1068 h 1493"/>
                <a:gd name="T64" fmla="*/ 181 w 1327"/>
                <a:gd name="T65" fmla="*/ 1100 h 1493"/>
                <a:gd name="T66" fmla="*/ 112 w 1327"/>
                <a:gd name="T67" fmla="*/ 1228 h 1493"/>
                <a:gd name="T68" fmla="*/ 124 w 1327"/>
                <a:gd name="T69" fmla="*/ 1303 h 1493"/>
                <a:gd name="T70" fmla="*/ 165 w 1327"/>
                <a:gd name="T71" fmla="*/ 1377 h 1493"/>
                <a:gd name="T72" fmla="*/ 307 w 1327"/>
                <a:gd name="T73" fmla="*/ 1337 h 1493"/>
                <a:gd name="T74" fmla="*/ 382 w 1327"/>
                <a:gd name="T75" fmla="*/ 1283 h 1493"/>
                <a:gd name="T76" fmla="*/ 484 w 1327"/>
                <a:gd name="T77" fmla="*/ 1269 h 1493"/>
                <a:gd name="T78" fmla="*/ 569 w 1327"/>
                <a:gd name="T79" fmla="*/ 1295 h 1493"/>
                <a:gd name="T80" fmla="*/ 651 w 1327"/>
                <a:gd name="T81" fmla="*/ 1337 h 1493"/>
                <a:gd name="T82" fmla="*/ 715 w 1327"/>
                <a:gd name="T83" fmla="*/ 1345 h 1493"/>
                <a:gd name="T84" fmla="*/ 728 w 1327"/>
                <a:gd name="T85" fmla="*/ 1347 h 1493"/>
                <a:gd name="T86" fmla="*/ 792 w 1327"/>
                <a:gd name="T87" fmla="*/ 1323 h 1493"/>
                <a:gd name="T88" fmla="*/ 856 w 1327"/>
                <a:gd name="T89" fmla="*/ 1393 h 1493"/>
                <a:gd name="T90" fmla="*/ 876 w 1327"/>
                <a:gd name="T91" fmla="*/ 1415 h 1493"/>
                <a:gd name="T92" fmla="*/ 933 w 1327"/>
                <a:gd name="T93" fmla="*/ 1449 h 1493"/>
                <a:gd name="T94" fmla="*/ 1049 w 1327"/>
                <a:gd name="T95" fmla="*/ 1493 h 1493"/>
                <a:gd name="T96" fmla="*/ 1091 w 1327"/>
                <a:gd name="T97" fmla="*/ 1485 h 1493"/>
                <a:gd name="T98" fmla="*/ 1160 w 1327"/>
                <a:gd name="T99" fmla="*/ 1447 h 1493"/>
                <a:gd name="T100" fmla="*/ 1178 w 1327"/>
                <a:gd name="T101" fmla="*/ 1395 h 1493"/>
                <a:gd name="T102" fmla="*/ 1182 w 1327"/>
                <a:gd name="T103" fmla="*/ 1345 h 1493"/>
                <a:gd name="T104" fmla="*/ 1274 w 1327"/>
                <a:gd name="T105" fmla="*/ 1252 h 1493"/>
                <a:gd name="T106" fmla="*/ 1309 w 1327"/>
                <a:gd name="T107" fmla="*/ 1184 h 1493"/>
                <a:gd name="T108" fmla="*/ 1298 w 1327"/>
                <a:gd name="T109" fmla="*/ 1166 h 1493"/>
                <a:gd name="T110" fmla="*/ 1301 w 1327"/>
                <a:gd name="T111" fmla="*/ 1134 h 1493"/>
                <a:gd name="T112" fmla="*/ 1307 w 1327"/>
                <a:gd name="T113" fmla="*/ 1110 h 1493"/>
                <a:gd name="T114" fmla="*/ 1309 w 1327"/>
                <a:gd name="T115" fmla="*/ 1036 h 1493"/>
                <a:gd name="T116" fmla="*/ 1317 w 1327"/>
                <a:gd name="T117" fmla="*/ 1022 h 1493"/>
                <a:gd name="T118" fmla="*/ 1327 w 1327"/>
                <a:gd name="T119" fmla="*/ 995 h 1493"/>
                <a:gd name="T120" fmla="*/ 1327 w 1327"/>
                <a:gd name="T121" fmla="*/ 977 h 1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27" h="1493">
                  <a:moveTo>
                    <a:pt x="1327" y="977"/>
                  </a:moveTo>
                  <a:lnTo>
                    <a:pt x="1327" y="977"/>
                  </a:lnTo>
                  <a:lnTo>
                    <a:pt x="1311" y="935"/>
                  </a:lnTo>
                  <a:lnTo>
                    <a:pt x="1278" y="881"/>
                  </a:lnTo>
                  <a:lnTo>
                    <a:pt x="1254" y="823"/>
                  </a:lnTo>
                  <a:lnTo>
                    <a:pt x="1248" y="745"/>
                  </a:lnTo>
                  <a:lnTo>
                    <a:pt x="1248" y="698"/>
                  </a:lnTo>
                  <a:lnTo>
                    <a:pt x="1238" y="668"/>
                  </a:lnTo>
                  <a:lnTo>
                    <a:pt x="1196" y="668"/>
                  </a:lnTo>
                  <a:lnTo>
                    <a:pt x="1146" y="662"/>
                  </a:lnTo>
                  <a:lnTo>
                    <a:pt x="1106" y="644"/>
                  </a:lnTo>
                  <a:lnTo>
                    <a:pt x="1069" y="626"/>
                  </a:lnTo>
                  <a:lnTo>
                    <a:pt x="1063" y="592"/>
                  </a:lnTo>
                  <a:lnTo>
                    <a:pt x="1065" y="550"/>
                  </a:lnTo>
                  <a:lnTo>
                    <a:pt x="1053" y="482"/>
                  </a:lnTo>
                  <a:lnTo>
                    <a:pt x="1049" y="435"/>
                  </a:lnTo>
                  <a:lnTo>
                    <a:pt x="1049" y="435"/>
                  </a:lnTo>
                  <a:lnTo>
                    <a:pt x="1049" y="417"/>
                  </a:lnTo>
                  <a:lnTo>
                    <a:pt x="1049" y="395"/>
                  </a:lnTo>
                  <a:lnTo>
                    <a:pt x="1049" y="395"/>
                  </a:lnTo>
                  <a:lnTo>
                    <a:pt x="1043" y="379"/>
                  </a:lnTo>
                  <a:lnTo>
                    <a:pt x="1037" y="367"/>
                  </a:lnTo>
                  <a:lnTo>
                    <a:pt x="1039" y="323"/>
                  </a:lnTo>
                  <a:lnTo>
                    <a:pt x="1063" y="293"/>
                  </a:lnTo>
                  <a:lnTo>
                    <a:pt x="1063" y="293"/>
                  </a:lnTo>
                  <a:lnTo>
                    <a:pt x="1061" y="261"/>
                  </a:lnTo>
                  <a:lnTo>
                    <a:pt x="1061" y="261"/>
                  </a:lnTo>
                  <a:lnTo>
                    <a:pt x="1057" y="245"/>
                  </a:lnTo>
                  <a:lnTo>
                    <a:pt x="1053" y="233"/>
                  </a:lnTo>
                  <a:lnTo>
                    <a:pt x="1059" y="170"/>
                  </a:lnTo>
                  <a:lnTo>
                    <a:pt x="1043" y="132"/>
                  </a:lnTo>
                  <a:lnTo>
                    <a:pt x="1025" y="92"/>
                  </a:lnTo>
                  <a:lnTo>
                    <a:pt x="1023" y="36"/>
                  </a:lnTo>
                  <a:lnTo>
                    <a:pt x="1007" y="0"/>
                  </a:lnTo>
                  <a:lnTo>
                    <a:pt x="979" y="32"/>
                  </a:lnTo>
                  <a:lnTo>
                    <a:pt x="957" y="48"/>
                  </a:lnTo>
                  <a:lnTo>
                    <a:pt x="925" y="72"/>
                  </a:lnTo>
                  <a:lnTo>
                    <a:pt x="904" y="88"/>
                  </a:lnTo>
                  <a:lnTo>
                    <a:pt x="870" y="104"/>
                  </a:lnTo>
                  <a:lnTo>
                    <a:pt x="858" y="124"/>
                  </a:lnTo>
                  <a:lnTo>
                    <a:pt x="814" y="152"/>
                  </a:lnTo>
                  <a:lnTo>
                    <a:pt x="736" y="172"/>
                  </a:lnTo>
                  <a:lnTo>
                    <a:pt x="715" y="180"/>
                  </a:lnTo>
                  <a:lnTo>
                    <a:pt x="697" y="198"/>
                  </a:lnTo>
                  <a:lnTo>
                    <a:pt x="667" y="202"/>
                  </a:lnTo>
                  <a:lnTo>
                    <a:pt x="667" y="176"/>
                  </a:lnTo>
                  <a:lnTo>
                    <a:pt x="667" y="150"/>
                  </a:lnTo>
                  <a:lnTo>
                    <a:pt x="649" y="136"/>
                  </a:lnTo>
                  <a:lnTo>
                    <a:pt x="655" y="88"/>
                  </a:lnTo>
                  <a:lnTo>
                    <a:pt x="643" y="68"/>
                  </a:lnTo>
                  <a:lnTo>
                    <a:pt x="621" y="74"/>
                  </a:lnTo>
                  <a:lnTo>
                    <a:pt x="597" y="94"/>
                  </a:lnTo>
                  <a:lnTo>
                    <a:pt x="597" y="94"/>
                  </a:lnTo>
                  <a:lnTo>
                    <a:pt x="555" y="136"/>
                  </a:lnTo>
                  <a:lnTo>
                    <a:pt x="555" y="136"/>
                  </a:lnTo>
                  <a:lnTo>
                    <a:pt x="541" y="150"/>
                  </a:lnTo>
                  <a:lnTo>
                    <a:pt x="526" y="162"/>
                  </a:lnTo>
                  <a:lnTo>
                    <a:pt x="526" y="180"/>
                  </a:lnTo>
                  <a:lnTo>
                    <a:pt x="510" y="206"/>
                  </a:lnTo>
                  <a:lnTo>
                    <a:pt x="484" y="227"/>
                  </a:lnTo>
                  <a:lnTo>
                    <a:pt x="448" y="249"/>
                  </a:lnTo>
                  <a:lnTo>
                    <a:pt x="426" y="259"/>
                  </a:lnTo>
                  <a:lnTo>
                    <a:pt x="406" y="281"/>
                  </a:lnTo>
                  <a:lnTo>
                    <a:pt x="400" y="305"/>
                  </a:lnTo>
                  <a:lnTo>
                    <a:pt x="378" y="337"/>
                  </a:lnTo>
                  <a:lnTo>
                    <a:pt x="356" y="373"/>
                  </a:lnTo>
                  <a:lnTo>
                    <a:pt x="319" y="433"/>
                  </a:lnTo>
                  <a:lnTo>
                    <a:pt x="275" y="506"/>
                  </a:lnTo>
                  <a:lnTo>
                    <a:pt x="275" y="506"/>
                  </a:lnTo>
                  <a:lnTo>
                    <a:pt x="245" y="538"/>
                  </a:lnTo>
                  <a:lnTo>
                    <a:pt x="245" y="538"/>
                  </a:lnTo>
                  <a:lnTo>
                    <a:pt x="239" y="550"/>
                  </a:lnTo>
                  <a:lnTo>
                    <a:pt x="235" y="560"/>
                  </a:lnTo>
                  <a:lnTo>
                    <a:pt x="221" y="602"/>
                  </a:lnTo>
                  <a:lnTo>
                    <a:pt x="217" y="648"/>
                  </a:lnTo>
                  <a:lnTo>
                    <a:pt x="217" y="648"/>
                  </a:lnTo>
                  <a:lnTo>
                    <a:pt x="209" y="670"/>
                  </a:lnTo>
                  <a:lnTo>
                    <a:pt x="209" y="670"/>
                  </a:lnTo>
                  <a:lnTo>
                    <a:pt x="201" y="694"/>
                  </a:lnTo>
                  <a:lnTo>
                    <a:pt x="191" y="716"/>
                  </a:lnTo>
                  <a:lnTo>
                    <a:pt x="185" y="753"/>
                  </a:lnTo>
                  <a:lnTo>
                    <a:pt x="165" y="777"/>
                  </a:lnTo>
                  <a:lnTo>
                    <a:pt x="138" y="795"/>
                  </a:lnTo>
                  <a:lnTo>
                    <a:pt x="114" y="811"/>
                  </a:lnTo>
                  <a:lnTo>
                    <a:pt x="96" y="831"/>
                  </a:lnTo>
                  <a:lnTo>
                    <a:pt x="92" y="847"/>
                  </a:lnTo>
                  <a:lnTo>
                    <a:pt x="88" y="873"/>
                  </a:lnTo>
                  <a:lnTo>
                    <a:pt x="40" y="917"/>
                  </a:lnTo>
                  <a:lnTo>
                    <a:pt x="0" y="957"/>
                  </a:lnTo>
                  <a:lnTo>
                    <a:pt x="0" y="957"/>
                  </a:lnTo>
                  <a:lnTo>
                    <a:pt x="8" y="971"/>
                  </a:lnTo>
                  <a:lnTo>
                    <a:pt x="66" y="989"/>
                  </a:lnTo>
                  <a:lnTo>
                    <a:pt x="122" y="993"/>
                  </a:lnTo>
                  <a:lnTo>
                    <a:pt x="155" y="1028"/>
                  </a:lnTo>
                  <a:lnTo>
                    <a:pt x="185" y="1068"/>
                  </a:lnTo>
                  <a:lnTo>
                    <a:pt x="185" y="1068"/>
                  </a:lnTo>
                  <a:lnTo>
                    <a:pt x="183" y="1084"/>
                  </a:lnTo>
                  <a:lnTo>
                    <a:pt x="181" y="1100"/>
                  </a:lnTo>
                  <a:lnTo>
                    <a:pt x="181" y="1100"/>
                  </a:lnTo>
                  <a:lnTo>
                    <a:pt x="153" y="1130"/>
                  </a:lnTo>
                  <a:lnTo>
                    <a:pt x="136" y="1182"/>
                  </a:lnTo>
                  <a:lnTo>
                    <a:pt x="112" y="1228"/>
                  </a:lnTo>
                  <a:lnTo>
                    <a:pt x="112" y="1271"/>
                  </a:lnTo>
                  <a:lnTo>
                    <a:pt x="124" y="1303"/>
                  </a:lnTo>
                  <a:lnTo>
                    <a:pt x="124" y="1303"/>
                  </a:lnTo>
                  <a:lnTo>
                    <a:pt x="144" y="1345"/>
                  </a:lnTo>
                  <a:lnTo>
                    <a:pt x="144" y="1345"/>
                  </a:lnTo>
                  <a:lnTo>
                    <a:pt x="165" y="1377"/>
                  </a:lnTo>
                  <a:lnTo>
                    <a:pt x="209" y="1377"/>
                  </a:lnTo>
                  <a:lnTo>
                    <a:pt x="249" y="1359"/>
                  </a:lnTo>
                  <a:lnTo>
                    <a:pt x="307" y="1337"/>
                  </a:lnTo>
                  <a:lnTo>
                    <a:pt x="319" y="1311"/>
                  </a:lnTo>
                  <a:lnTo>
                    <a:pt x="340" y="1291"/>
                  </a:lnTo>
                  <a:lnTo>
                    <a:pt x="382" y="1283"/>
                  </a:lnTo>
                  <a:lnTo>
                    <a:pt x="426" y="1269"/>
                  </a:lnTo>
                  <a:lnTo>
                    <a:pt x="464" y="1262"/>
                  </a:lnTo>
                  <a:lnTo>
                    <a:pt x="484" y="1269"/>
                  </a:lnTo>
                  <a:lnTo>
                    <a:pt x="508" y="1299"/>
                  </a:lnTo>
                  <a:lnTo>
                    <a:pt x="539" y="1309"/>
                  </a:lnTo>
                  <a:lnTo>
                    <a:pt x="569" y="1295"/>
                  </a:lnTo>
                  <a:lnTo>
                    <a:pt x="599" y="1309"/>
                  </a:lnTo>
                  <a:lnTo>
                    <a:pt x="629" y="1335"/>
                  </a:lnTo>
                  <a:lnTo>
                    <a:pt x="651" y="1337"/>
                  </a:lnTo>
                  <a:lnTo>
                    <a:pt x="705" y="1343"/>
                  </a:lnTo>
                  <a:lnTo>
                    <a:pt x="705" y="1343"/>
                  </a:lnTo>
                  <a:lnTo>
                    <a:pt x="715" y="1345"/>
                  </a:lnTo>
                  <a:lnTo>
                    <a:pt x="723" y="1347"/>
                  </a:lnTo>
                  <a:lnTo>
                    <a:pt x="728" y="1347"/>
                  </a:lnTo>
                  <a:lnTo>
                    <a:pt x="728" y="1347"/>
                  </a:lnTo>
                  <a:lnTo>
                    <a:pt x="742" y="1341"/>
                  </a:lnTo>
                  <a:lnTo>
                    <a:pt x="750" y="1337"/>
                  </a:lnTo>
                  <a:lnTo>
                    <a:pt x="792" y="1323"/>
                  </a:lnTo>
                  <a:lnTo>
                    <a:pt x="816" y="1331"/>
                  </a:lnTo>
                  <a:lnTo>
                    <a:pt x="822" y="1365"/>
                  </a:lnTo>
                  <a:lnTo>
                    <a:pt x="856" y="1393"/>
                  </a:lnTo>
                  <a:lnTo>
                    <a:pt x="856" y="1393"/>
                  </a:lnTo>
                  <a:lnTo>
                    <a:pt x="864" y="1403"/>
                  </a:lnTo>
                  <a:lnTo>
                    <a:pt x="876" y="1415"/>
                  </a:lnTo>
                  <a:lnTo>
                    <a:pt x="876" y="1415"/>
                  </a:lnTo>
                  <a:lnTo>
                    <a:pt x="894" y="1441"/>
                  </a:lnTo>
                  <a:lnTo>
                    <a:pt x="933" y="1449"/>
                  </a:lnTo>
                  <a:lnTo>
                    <a:pt x="981" y="1463"/>
                  </a:lnTo>
                  <a:lnTo>
                    <a:pt x="1007" y="1485"/>
                  </a:lnTo>
                  <a:lnTo>
                    <a:pt x="1049" y="1493"/>
                  </a:lnTo>
                  <a:lnTo>
                    <a:pt x="1091" y="1485"/>
                  </a:lnTo>
                  <a:lnTo>
                    <a:pt x="1091" y="1485"/>
                  </a:lnTo>
                  <a:lnTo>
                    <a:pt x="1091" y="1485"/>
                  </a:lnTo>
                  <a:lnTo>
                    <a:pt x="1110" y="1473"/>
                  </a:lnTo>
                  <a:lnTo>
                    <a:pt x="1110" y="1473"/>
                  </a:lnTo>
                  <a:lnTo>
                    <a:pt x="1160" y="1447"/>
                  </a:lnTo>
                  <a:lnTo>
                    <a:pt x="1174" y="1437"/>
                  </a:lnTo>
                  <a:lnTo>
                    <a:pt x="1178" y="1395"/>
                  </a:lnTo>
                  <a:lnTo>
                    <a:pt x="1178" y="1395"/>
                  </a:lnTo>
                  <a:lnTo>
                    <a:pt x="1180" y="1371"/>
                  </a:lnTo>
                  <a:lnTo>
                    <a:pt x="1182" y="1345"/>
                  </a:lnTo>
                  <a:lnTo>
                    <a:pt x="1182" y="1345"/>
                  </a:lnTo>
                  <a:lnTo>
                    <a:pt x="1198" y="1315"/>
                  </a:lnTo>
                  <a:lnTo>
                    <a:pt x="1230" y="1287"/>
                  </a:lnTo>
                  <a:lnTo>
                    <a:pt x="1274" y="1252"/>
                  </a:lnTo>
                  <a:lnTo>
                    <a:pt x="1309" y="1228"/>
                  </a:lnTo>
                  <a:lnTo>
                    <a:pt x="1309" y="1184"/>
                  </a:lnTo>
                  <a:lnTo>
                    <a:pt x="1309" y="1184"/>
                  </a:lnTo>
                  <a:lnTo>
                    <a:pt x="1303" y="1176"/>
                  </a:lnTo>
                  <a:lnTo>
                    <a:pt x="1298" y="1166"/>
                  </a:lnTo>
                  <a:lnTo>
                    <a:pt x="1298" y="1166"/>
                  </a:lnTo>
                  <a:lnTo>
                    <a:pt x="1299" y="1150"/>
                  </a:lnTo>
                  <a:lnTo>
                    <a:pt x="1299" y="1138"/>
                  </a:lnTo>
                  <a:lnTo>
                    <a:pt x="1301" y="1134"/>
                  </a:lnTo>
                  <a:lnTo>
                    <a:pt x="1301" y="1134"/>
                  </a:lnTo>
                  <a:lnTo>
                    <a:pt x="1303" y="1126"/>
                  </a:lnTo>
                  <a:lnTo>
                    <a:pt x="1307" y="1110"/>
                  </a:lnTo>
                  <a:lnTo>
                    <a:pt x="1309" y="1088"/>
                  </a:lnTo>
                  <a:lnTo>
                    <a:pt x="1309" y="1088"/>
                  </a:lnTo>
                  <a:lnTo>
                    <a:pt x="1309" y="1036"/>
                  </a:lnTo>
                  <a:lnTo>
                    <a:pt x="1309" y="1036"/>
                  </a:lnTo>
                  <a:lnTo>
                    <a:pt x="1311" y="1032"/>
                  </a:lnTo>
                  <a:lnTo>
                    <a:pt x="1317" y="1022"/>
                  </a:lnTo>
                  <a:lnTo>
                    <a:pt x="1327" y="1010"/>
                  </a:lnTo>
                  <a:lnTo>
                    <a:pt x="1327" y="1010"/>
                  </a:lnTo>
                  <a:lnTo>
                    <a:pt x="1327" y="995"/>
                  </a:lnTo>
                  <a:lnTo>
                    <a:pt x="1327" y="983"/>
                  </a:lnTo>
                  <a:lnTo>
                    <a:pt x="1327" y="977"/>
                  </a:lnTo>
                  <a:lnTo>
                    <a:pt x="1327" y="977"/>
                  </a:lnTo>
                  <a:close/>
                </a:path>
              </a:pathLst>
            </a:custGeom>
            <a:grpFill/>
            <a:ln w="9525">
              <a:solidFill>
                <a:srgbClr val="0070C0"/>
              </a:solidFill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pPr defTabSz="1474777" latinLnBrk="1"/>
              <a:endParaRPr lang="ko-KR" altLang="en-US" sz="4198"/>
            </a:p>
          </p:txBody>
        </p:sp>
        <p:sp>
          <p:nvSpPr>
            <p:cNvPr id="265" name="Freeform 121">
              <a:extLst>
                <a:ext uri="{FF2B5EF4-FFF2-40B4-BE49-F238E27FC236}">
                  <a16:creationId xmlns:a16="http://schemas.microsoft.com/office/drawing/2014/main" id="{C4911302-6CB0-6843-4067-0BA43BB0B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363" y="11102975"/>
              <a:ext cx="2719387" cy="3279775"/>
            </a:xfrm>
            <a:custGeom>
              <a:avLst/>
              <a:gdLst>
                <a:gd name="T0" fmla="*/ 1528 w 1713"/>
                <a:gd name="T1" fmla="*/ 77 h 2066"/>
                <a:gd name="T2" fmla="*/ 1422 w 1713"/>
                <a:gd name="T3" fmla="*/ 119 h 2066"/>
                <a:gd name="T4" fmla="*/ 1343 w 1713"/>
                <a:gd name="T5" fmla="*/ 89 h 2066"/>
                <a:gd name="T6" fmla="*/ 1261 w 1713"/>
                <a:gd name="T7" fmla="*/ 133 h 2066"/>
                <a:gd name="T8" fmla="*/ 1257 w 1713"/>
                <a:gd name="T9" fmla="*/ 183 h 2066"/>
                <a:gd name="T10" fmla="*/ 1193 w 1713"/>
                <a:gd name="T11" fmla="*/ 219 h 2066"/>
                <a:gd name="T12" fmla="*/ 1148 w 1713"/>
                <a:gd name="T13" fmla="*/ 261 h 2066"/>
                <a:gd name="T14" fmla="*/ 1090 w 1713"/>
                <a:gd name="T15" fmla="*/ 322 h 2066"/>
                <a:gd name="T16" fmla="*/ 1056 w 1713"/>
                <a:gd name="T17" fmla="*/ 418 h 2066"/>
                <a:gd name="T18" fmla="*/ 1056 w 1713"/>
                <a:gd name="T19" fmla="*/ 520 h 2066"/>
                <a:gd name="T20" fmla="*/ 1032 w 1713"/>
                <a:gd name="T21" fmla="*/ 623 h 2066"/>
                <a:gd name="T22" fmla="*/ 1022 w 1713"/>
                <a:gd name="T23" fmla="*/ 751 h 2066"/>
                <a:gd name="T24" fmla="*/ 895 w 1713"/>
                <a:gd name="T25" fmla="*/ 864 h 2066"/>
                <a:gd name="T26" fmla="*/ 831 w 1713"/>
                <a:gd name="T27" fmla="*/ 926 h 2066"/>
                <a:gd name="T28" fmla="*/ 738 w 1713"/>
                <a:gd name="T29" fmla="*/ 926 h 2066"/>
                <a:gd name="T30" fmla="*/ 712 w 1713"/>
                <a:gd name="T31" fmla="*/ 910 h 2066"/>
                <a:gd name="T32" fmla="*/ 597 w 1713"/>
                <a:gd name="T33" fmla="*/ 812 h 2066"/>
                <a:gd name="T34" fmla="*/ 537 w 1713"/>
                <a:gd name="T35" fmla="*/ 713 h 2066"/>
                <a:gd name="T36" fmla="*/ 477 w 1713"/>
                <a:gd name="T37" fmla="*/ 775 h 2066"/>
                <a:gd name="T38" fmla="*/ 485 w 1713"/>
                <a:gd name="T39" fmla="*/ 806 h 2066"/>
                <a:gd name="T40" fmla="*/ 453 w 1713"/>
                <a:gd name="T41" fmla="*/ 826 h 2066"/>
                <a:gd name="T42" fmla="*/ 378 w 1713"/>
                <a:gd name="T43" fmla="*/ 820 h 2066"/>
                <a:gd name="T44" fmla="*/ 340 w 1713"/>
                <a:gd name="T45" fmla="*/ 938 h 2066"/>
                <a:gd name="T46" fmla="*/ 284 w 1713"/>
                <a:gd name="T47" fmla="*/ 990 h 2066"/>
                <a:gd name="T48" fmla="*/ 256 w 1713"/>
                <a:gd name="T49" fmla="*/ 1018 h 2066"/>
                <a:gd name="T50" fmla="*/ 234 w 1713"/>
                <a:gd name="T51" fmla="*/ 1107 h 2066"/>
                <a:gd name="T52" fmla="*/ 205 w 1713"/>
                <a:gd name="T53" fmla="*/ 1123 h 2066"/>
                <a:gd name="T54" fmla="*/ 137 w 1713"/>
                <a:gd name="T55" fmla="*/ 1205 h 2066"/>
                <a:gd name="T56" fmla="*/ 125 w 1713"/>
                <a:gd name="T57" fmla="*/ 1243 h 2066"/>
                <a:gd name="T58" fmla="*/ 81 w 1713"/>
                <a:gd name="T59" fmla="*/ 1358 h 2066"/>
                <a:gd name="T60" fmla="*/ 38 w 1713"/>
                <a:gd name="T61" fmla="*/ 1462 h 2066"/>
                <a:gd name="T62" fmla="*/ 38 w 1713"/>
                <a:gd name="T63" fmla="*/ 1554 h 2066"/>
                <a:gd name="T64" fmla="*/ 47 w 1713"/>
                <a:gd name="T65" fmla="*/ 1590 h 2066"/>
                <a:gd name="T66" fmla="*/ 34 w 1713"/>
                <a:gd name="T67" fmla="*/ 1609 h 2066"/>
                <a:gd name="T68" fmla="*/ 8 w 1713"/>
                <a:gd name="T69" fmla="*/ 1629 h 2066"/>
                <a:gd name="T70" fmla="*/ 4 w 1713"/>
                <a:gd name="T71" fmla="*/ 1663 h 2066"/>
                <a:gd name="T72" fmla="*/ 40 w 1713"/>
                <a:gd name="T73" fmla="*/ 1759 h 2066"/>
                <a:gd name="T74" fmla="*/ 24 w 1713"/>
                <a:gd name="T75" fmla="*/ 1882 h 2066"/>
                <a:gd name="T76" fmla="*/ 53 w 1713"/>
                <a:gd name="T77" fmla="*/ 1860 h 2066"/>
                <a:gd name="T78" fmla="*/ 87 w 1713"/>
                <a:gd name="T79" fmla="*/ 1854 h 2066"/>
                <a:gd name="T80" fmla="*/ 143 w 1713"/>
                <a:gd name="T81" fmla="*/ 1854 h 2066"/>
                <a:gd name="T82" fmla="*/ 171 w 1713"/>
                <a:gd name="T83" fmla="*/ 1884 h 2066"/>
                <a:gd name="T84" fmla="*/ 185 w 1713"/>
                <a:gd name="T85" fmla="*/ 1882 h 2066"/>
                <a:gd name="T86" fmla="*/ 272 w 1713"/>
                <a:gd name="T87" fmla="*/ 1896 h 2066"/>
                <a:gd name="T88" fmla="*/ 418 w 1713"/>
                <a:gd name="T89" fmla="*/ 1870 h 2066"/>
                <a:gd name="T90" fmla="*/ 465 w 1713"/>
                <a:gd name="T91" fmla="*/ 1803 h 2066"/>
                <a:gd name="T92" fmla="*/ 485 w 1713"/>
                <a:gd name="T93" fmla="*/ 1763 h 2066"/>
                <a:gd name="T94" fmla="*/ 517 w 1713"/>
                <a:gd name="T95" fmla="*/ 1749 h 2066"/>
                <a:gd name="T96" fmla="*/ 565 w 1713"/>
                <a:gd name="T97" fmla="*/ 1920 h 2066"/>
                <a:gd name="T98" fmla="*/ 710 w 1713"/>
                <a:gd name="T99" fmla="*/ 2006 h 2066"/>
                <a:gd name="T100" fmla="*/ 786 w 1713"/>
                <a:gd name="T101" fmla="*/ 2058 h 2066"/>
                <a:gd name="T102" fmla="*/ 935 w 1713"/>
                <a:gd name="T103" fmla="*/ 1880 h 2066"/>
                <a:gd name="T104" fmla="*/ 1275 w 1713"/>
                <a:gd name="T105" fmla="*/ 1787 h 2066"/>
                <a:gd name="T106" fmla="*/ 1351 w 1713"/>
                <a:gd name="T107" fmla="*/ 1576 h 2066"/>
                <a:gd name="T108" fmla="*/ 1436 w 1713"/>
                <a:gd name="T109" fmla="*/ 1418 h 2066"/>
                <a:gd name="T110" fmla="*/ 1512 w 1713"/>
                <a:gd name="T111" fmla="*/ 1332 h 2066"/>
                <a:gd name="T112" fmla="*/ 1460 w 1713"/>
                <a:gd name="T113" fmla="*/ 1235 h 2066"/>
                <a:gd name="T114" fmla="*/ 1615 w 1713"/>
                <a:gd name="T115" fmla="*/ 779 h 2066"/>
                <a:gd name="T116" fmla="*/ 1524 w 1713"/>
                <a:gd name="T117" fmla="*/ 575 h 2066"/>
                <a:gd name="T118" fmla="*/ 1552 w 1713"/>
                <a:gd name="T119" fmla="*/ 418 h 2066"/>
                <a:gd name="T120" fmla="*/ 1713 w 1713"/>
                <a:gd name="T121" fmla="*/ 171 h 2066"/>
                <a:gd name="T122" fmla="*/ 1623 w 1713"/>
                <a:gd name="T123" fmla="*/ 0 h 2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13" h="2066">
                  <a:moveTo>
                    <a:pt x="1573" y="9"/>
                  </a:moveTo>
                  <a:lnTo>
                    <a:pt x="1554" y="45"/>
                  </a:lnTo>
                  <a:lnTo>
                    <a:pt x="1528" y="77"/>
                  </a:lnTo>
                  <a:lnTo>
                    <a:pt x="1492" y="99"/>
                  </a:lnTo>
                  <a:lnTo>
                    <a:pt x="1462" y="99"/>
                  </a:lnTo>
                  <a:lnTo>
                    <a:pt x="1422" y="119"/>
                  </a:lnTo>
                  <a:lnTo>
                    <a:pt x="1392" y="119"/>
                  </a:lnTo>
                  <a:lnTo>
                    <a:pt x="1371" y="119"/>
                  </a:lnTo>
                  <a:lnTo>
                    <a:pt x="1343" y="89"/>
                  </a:lnTo>
                  <a:lnTo>
                    <a:pt x="1307" y="107"/>
                  </a:lnTo>
                  <a:lnTo>
                    <a:pt x="1275" y="127"/>
                  </a:lnTo>
                  <a:lnTo>
                    <a:pt x="1261" y="133"/>
                  </a:lnTo>
                  <a:lnTo>
                    <a:pt x="1261" y="133"/>
                  </a:lnTo>
                  <a:lnTo>
                    <a:pt x="1261" y="141"/>
                  </a:lnTo>
                  <a:lnTo>
                    <a:pt x="1257" y="183"/>
                  </a:lnTo>
                  <a:lnTo>
                    <a:pt x="1243" y="193"/>
                  </a:lnTo>
                  <a:lnTo>
                    <a:pt x="1243" y="193"/>
                  </a:lnTo>
                  <a:lnTo>
                    <a:pt x="1193" y="219"/>
                  </a:lnTo>
                  <a:lnTo>
                    <a:pt x="1193" y="219"/>
                  </a:lnTo>
                  <a:lnTo>
                    <a:pt x="1162" y="239"/>
                  </a:lnTo>
                  <a:lnTo>
                    <a:pt x="1148" y="261"/>
                  </a:lnTo>
                  <a:lnTo>
                    <a:pt x="1156" y="280"/>
                  </a:lnTo>
                  <a:lnTo>
                    <a:pt x="1138" y="290"/>
                  </a:lnTo>
                  <a:lnTo>
                    <a:pt x="1090" y="322"/>
                  </a:lnTo>
                  <a:lnTo>
                    <a:pt x="1078" y="348"/>
                  </a:lnTo>
                  <a:lnTo>
                    <a:pt x="1078" y="392"/>
                  </a:lnTo>
                  <a:lnTo>
                    <a:pt x="1056" y="418"/>
                  </a:lnTo>
                  <a:lnTo>
                    <a:pt x="1044" y="458"/>
                  </a:lnTo>
                  <a:lnTo>
                    <a:pt x="1044" y="500"/>
                  </a:lnTo>
                  <a:lnTo>
                    <a:pt x="1056" y="520"/>
                  </a:lnTo>
                  <a:lnTo>
                    <a:pt x="1056" y="553"/>
                  </a:lnTo>
                  <a:lnTo>
                    <a:pt x="1040" y="589"/>
                  </a:lnTo>
                  <a:lnTo>
                    <a:pt x="1032" y="623"/>
                  </a:lnTo>
                  <a:lnTo>
                    <a:pt x="1044" y="681"/>
                  </a:lnTo>
                  <a:lnTo>
                    <a:pt x="1044" y="729"/>
                  </a:lnTo>
                  <a:lnTo>
                    <a:pt x="1022" y="751"/>
                  </a:lnTo>
                  <a:lnTo>
                    <a:pt x="973" y="779"/>
                  </a:lnTo>
                  <a:lnTo>
                    <a:pt x="921" y="840"/>
                  </a:lnTo>
                  <a:lnTo>
                    <a:pt x="895" y="864"/>
                  </a:lnTo>
                  <a:lnTo>
                    <a:pt x="863" y="902"/>
                  </a:lnTo>
                  <a:lnTo>
                    <a:pt x="831" y="926"/>
                  </a:lnTo>
                  <a:lnTo>
                    <a:pt x="831" y="926"/>
                  </a:lnTo>
                  <a:lnTo>
                    <a:pt x="784" y="926"/>
                  </a:lnTo>
                  <a:lnTo>
                    <a:pt x="784" y="926"/>
                  </a:lnTo>
                  <a:lnTo>
                    <a:pt x="738" y="926"/>
                  </a:lnTo>
                  <a:lnTo>
                    <a:pt x="738" y="926"/>
                  </a:lnTo>
                  <a:lnTo>
                    <a:pt x="724" y="918"/>
                  </a:lnTo>
                  <a:lnTo>
                    <a:pt x="712" y="910"/>
                  </a:lnTo>
                  <a:lnTo>
                    <a:pt x="672" y="846"/>
                  </a:lnTo>
                  <a:lnTo>
                    <a:pt x="656" y="830"/>
                  </a:lnTo>
                  <a:lnTo>
                    <a:pt x="597" y="812"/>
                  </a:lnTo>
                  <a:lnTo>
                    <a:pt x="591" y="793"/>
                  </a:lnTo>
                  <a:lnTo>
                    <a:pt x="579" y="747"/>
                  </a:lnTo>
                  <a:lnTo>
                    <a:pt x="537" y="713"/>
                  </a:lnTo>
                  <a:lnTo>
                    <a:pt x="501" y="713"/>
                  </a:lnTo>
                  <a:lnTo>
                    <a:pt x="477" y="725"/>
                  </a:lnTo>
                  <a:lnTo>
                    <a:pt x="477" y="775"/>
                  </a:lnTo>
                  <a:lnTo>
                    <a:pt x="477" y="775"/>
                  </a:lnTo>
                  <a:lnTo>
                    <a:pt x="481" y="789"/>
                  </a:lnTo>
                  <a:lnTo>
                    <a:pt x="485" y="806"/>
                  </a:lnTo>
                  <a:lnTo>
                    <a:pt x="485" y="806"/>
                  </a:lnTo>
                  <a:lnTo>
                    <a:pt x="469" y="816"/>
                  </a:lnTo>
                  <a:lnTo>
                    <a:pt x="453" y="826"/>
                  </a:lnTo>
                  <a:lnTo>
                    <a:pt x="422" y="822"/>
                  </a:lnTo>
                  <a:lnTo>
                    <a:pt x="408" y="812"/>
                  </a:lnTo>
                  <a:lnTo>
                    <a:pt x="378" y="820"/>
                  </a:lnTo>
                  <a:lnTo>
                    <a:pt x="354" y="842"/>
                  </a:lnTo>
                  <a:lnTo>
                    <a:pt x="346" y="896"/>
                  </a:lnTo>
                  <a:lnTo>
                    <a:pt x="340" y="938"/>
                  </a:lnTo>
                  <a:lnTo>
                    <a:pt x="326" y="970"/>
                  </a:lnTo>
                  <a:lnTo>
                    <a:pt x="284" y="990"/>
                  </a:lnTo>
                  <a:lnTo>
                    <a:pt x="284" y="990"/>
                  </a:lnTo>
                  <a:lnTo>
                    <a:pt x="270" y="1002"/>
                  </a:lnTo>
                  <a:lnTo>
                    <a:pt x="256" y="1018"/>
                  </a:lnTo>
                  <a:lnTo>
                    <a:pt x="256" y="1018"/>
                  </a:lnTo>
                  <a:lnTo>
                    <a:pt x="242" y="1067"/>
                  </a:lnTo>
                  <a:lnTo>
                    <a:pt x="234" y="1107"/>
                  </a:lnTo>
                  <a:lnTo>
                    <a:pt x="234" y="1107"/>
                  </a:lnTo>
                  <a:lnTo>
                    <a:pt x="221" y="1115"/>
                  </a:lnTo>
                  <a:lnTo>
                    <a:pt x="205" y="1123"/>
                  </a:lnTo>
                  <a:lnTo>
                    <a:pt x="205" y="1123"/>
                  </a:lnTo>
                  <a:lnTo>
                    <a:pt x="201" y="1139"/>
                  </a:lnTo>
                  <a:lnTo>
                    <a:pt x="197" y="1153"/>
                  </a:lnTo>
                  <a:lnTo>
                    <a:pt x="137" y="1205"/>
                  </a:lnTo>
                  <a:lnTo>
                    <a:pt x="137" y="1205"/>
                  </a:lnTo>
                  <a:lnTo>
                    <a:pt x="125" y="1243"/>
                  </a:lnTo>
                  <a:lnTo>
                    <a:pt x="125" y="1243"/>
                  </a:lnTo>
                  <a:lnTo>
                    <a:pt x="113" y="1279"/>
                  </a:lnTo>
                  <a:lnTo>
                    <a:pt x="87" y="1321"/>
                  </a:lnTo>
                  <a:lnTo>
                    <a:pt x="81" y="1358"/>
                  </a:lnTo>
                  <a:lnTo>
                    <a:pt x="67" y="1392"/>
                  </a:lnTo>
                  <a:lnTo>
                    <a:pt x="45" y="1430"/>
                  </a:lnTo>
                  <a:lnTo>
                    <a:pt x="38" y="1462"/>
                  </a:lnTo>
                  <a:lnTo>
                    <a:pt x="32" y="1536"/>
                  </a:lnTo>
                  <a:lnTo>
                    <a:pt x="38" y="1554"/>
                  </a:lnTo>
                  <a:lnTo>
                    <a:pt x="38" y="1554"/>
                  </a:lnTo>
                  <a:lnTo>
                    <a:pt x="51" y="1574"/>
                  </a:lnTo>
                  <a:lnTo>
                    <a:pt x="51" y="1574"/>
                  </a:lnTo>
                  <a:lnTo>
                    <a:pt x="47" y="1590"/>
                  </a:lnTo>
                  <a:lnTo>
                    <a:pt x="45" y="1601"/>
                  </a:lnTo>
                  <a:lnTo>
                    <a:pt x="45" y="1601"/>
                  </a:lnTo>
                  <a:lnTo>
                    <a:pt x="34" y="1609"/>
                  </a:lnTo>
                  <a:lnTo>
                    <a:pt x="20" y="1617"/>
                  </a:lnTo>
                  <a:lnTo>
                    <a:pt x="20" y="1617"/>
                  </a:lnTo>
                  <a:lnTo>
                    <a:pt x="8" y="1629"/>
                  </a:lnTo>
                  <a:lnTo>
                    <a:pt x="0" y="1643"/>
                  </a:lnTo>
                  <a:lnTo>
                    <a:pt x="0" y="1643"/>
                  </a:lnTo>
                  <a:lnTo>
                    <a:pt x="4" y="1663"/>
                  </a:lnTo>
                  <a:lnTo>
                    <a:pt x="20" y="1693"/>
                  </a:lnTo>
                  <a:lnTo>
                    <a:pt x="24" y="1725"/>
                  </a:lnTo>
                  <a:lnTo>
                    <a:pt x="40" y="1759"/>
                  </a:lnTo>
                  <a:lnTo>
                    <a:pt x="30" y="1775"/>
                  </a:lnTo>
                  <a:lnTo>
                    <a:pt x="24" y="1821"/>
                  </a:lnTo>
                  <a:lnTo>
                    <a:pt x="24" y="1882"/>
                  </a:lnTo>
                  <a:lnTo>
                    <a:pt x="24" y="1882"/>
                  </a:lnTo>
                  <a:lnTo>
                    <a:pt x="41" y="1868"/>
                  </a:lnTo>
                  <a:lnTo>
                    <a:pt x="53" y="1860"/>
                  </a:lnTo>
                  <a:lnTo>
                    <a:pt x="53" y="1860"/>
                  </a:lnTo>
                  <a:lnTo>
                    <a:pt x="67" y="1858"/>
                  </a:lnTo>
                  <a:lnTo>
                    <a:pt x="87" y="1854"/>
                  </a:lnTo>
                  <a:lnTo>
                    <a:pt x="113" y="1853"/>
                  </a:lnTo>
                  <a:lnTo>
                    <a:pt x="143" y="1854"/>
                  </a:lnTo>
                  <a:lnTo>
                    <a:pt x="143" y="1854"/>
                  </a:lnTo>
                  <a:lnTo>
                    <a:pt x="155" y="1870"/>
                  </a:lnTo>
                  <a:lnTo>
                    <a:pt x="165" y="1880"/>
                  </a:lnTo>
                  <a:lnTo>
                    <a:pt x="171" y="1884"/>
                  </a:lnTo>
                  <a:lnTo>
                    <a:pt x="173" y="1886"/>
                  </a:lnTo>
                  <a:lnTo>
                    <a:pt x="173" y="1886"/>
                  </a:lnTo>
                  <a:lnTo>
                    <a:pt x="185" y="1882"/>
                  </a:lnTo>
                  <a:lnTo>
                    <a:pt x="203" y="1872"/>
                  </a:lnTo>
                  <a:lnTo>
                    <a:pt x="225" y="1858"/>
                  </a:lnTo>
                  <a:lnTo>
                    <a:pt x="272" y="1896"/>
                  </a:lnTo>
                  <a:lnTo>
                    <a:pt x="344" y="1858"/>
                  </a:lnTo>
                  <a:lnTo>
                    <a:pt x="370" y="1845"/>
                  </a:lnTo>
                  <a:lnTo>
                    <a:pt x="418" y="1870"/>
                  </a:lnTo>
                  <a:lnTo>
                    <a:pt x="465" y="1858"/>
                  </a:lnTo>
                  <a:lnTo>
                    <a:pt x="465" y="1803"/>
                  </a:lnTo>
                  <a:lnTo>
                    <a:pt x="465" y="1803"/>
                  </a:lnTo>
                  <a:lnTo>
                    <a:pt x="473" y="1783"/>
                  </a:lnTo>
                  <a:lnTo>
                    <a:pt x="479" y="1769"/>
                  </a:lnTo>
                  <a:lnTo>
                    <a:pt x="485" y="1763"/>
                  </a:lnTo>
                  <a:lnTo>
                    <a:pt x="485" y="1763"/>
                  </a:lnTo>
                  <a:lnTo>
                    <a:pt x="503" y="1755"/>
                  </a:lnTo>
                  <a:lnTo>
                    <a:pt x="517" y="1749"/>
                  </a:lnTo>
                  <a:lnTo>
                    <a:pt x="549" y="1783"/>
                  </a:lnTo>
                  <a:lnTo>
                    <a:pt x="559" y="1801"/>
                  </a:lnTo>
                  <a:lnTo>
                    <a:pt x="565" y="1920"/>
                  </a:lnTo>
                  <a:lnTo>
                    <a:pt x="636" y="1972"/>
                  </a:lnTo>
                  <a:lnTo>
                    <a:pt x="696" y="1984"/>
                  </a:lnTo>
                  <a:lnTo>
                    <a:pt x="710" y="2006"/>
                  </a:lnTo>
                  <a:lnTo>
                    <a:pt x="710" y="2038"/>
                  </a:lnTo>
                  <a:lnTo>
                    <a:pt x="748" y="2066"/>
                  </a:lnTo>
                  <a:lnTo>
                    <a:pt x="786" y="2058"/>
                  </a:lnTo>
                  <a:lnTo>
                    <a:pt x="841" y="1992"/>
                  </a:lnTo>
                  <a:lnTo>
                    <a:pt x="893" y="1964"/>
                  </a:lnTo>
                  <a:lnTo>
                    <a:pt x="935" y="1880"/>
                  </a:lnTo>
                  <a:lnTo>
                    <a:pt x="1008" y="1874"/>
                  </a:lnTo>
                  <a:lnTo>
                    <a:pt x="1188" y="1781"/>
                  </a:lnTo>
                  <a:lnTo>
                    <a:pt x="1275" y="1787"/>
                  </a:lnTo>
                  <a:lnTo>
                    <a:pt x="1305" y="1773"/>
                  </a:lnTo>
                  <a:lnTo>
                    <a:pt x="1309" y="1641"/>
                  </a:lnTo>
                  <a:lnTo>
                    <a:pt x="1351" y="1576"/>
                  </a:lnTo>
                  <a:lnTo>
                    <a:pt x="1422" y="1474"/>
                  </a:lnTo>
                  <a:lnTo>
                    <a:pt x="1436" y="1418"/>
                  </a:lnTo>
                  <a:lnTo>
                    <a:pt x="1436" y="1418"/>
                  </a:lnTo>
                  <a:lnTo>
                    <a:pt x="1514" y="1336"/>
                  </a:lnTo>
                  <a:lnTo>
                    <a:pt x="1514" y="1336"/>
                  </a:lnTo>
                  <a:lnTo>
                    <a:pt x="1512" y="1332"/>
                  </a:lnTo>
                  <a:lnTo>
                    <a:pt x="1506" y="1321"/>
                  </a:lnTo>
                  <a:lnTo>
                    <a:pt x="1488" y="1285"/>
                  </a:lnTo>
                  <a:lnTo>
                    <a:pt x="1460" y="1235"/>
                  </a:lnTo>
                  <a:lnTo>
                    <a:pt x="1603" y="1036"/>
                  </a:lnTo>
                  <a:lnTo>
                    <a:pt x="1560" y="970"/>
                  </a:lnTo>
                  <a:lnTo>
                    <a:pt x="1615" y="779"/>
                  </a:lnTo>
                  <a:lnTo>
                    <a:pt x="1572" y="687"/>
                  </a:lnTo>
                  <a:lnTo>
                    <a:pt x="1552" y="635"/>
                  </a:lnTo>
                  <a:lnTo>
                    <a:pt x="1524" y="575"/>
                  </a:lnTo>
                  <a:lnTo>
                    <a:pt x="1518" y="522"/>
                  </a:lnTo>
                  <a:lnTo>
                    <a:pt x="1552" y="482"/>
                  </a:lnTo>
                  <a:lnTo>
                    <a:pt x="1552" y="418"/>
                  </a:lnTo>
                  <a:lnTo>
                    <a:pt x="1599" y="320"/>
                  </a:lnTo>
                  <a:lnTo>
                    <a:pt x="1603" y="267"/>
                  </a:lnTo>
                  <a:lnTo>
                    <a:pt x="1713" y="171"/>
                  </a:lnTo>
                  <a:lnTo>
                    <a:pt x="1621" y="53"/>
                  </a:lnTo>
                  <a:lnTo>
                    <a:pt x="1619" y="13"/>
                  </a:lnTo>
                  <a:lnTo>
                    <a:pt x="1623" y="0"/>
                  </a:lnTo>
                  <a:lnTo>
                    <a:pt x="1593" y="0"/>
                  </a:lnTo>
                  <a:lnTo>
                    <a:pt x="1573" y="9"/>
                  </a:lnTo>
                  <a:close/>
                </a:path>
              </a:pathLst>
            </a:custGeom>
            <a:grpFill/>
            <a:ln w="9525">
              <a:solidFill>
                <a:srgbClr val="0070C0"/>
              </a:solidFill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pPr defTabSz="1474777" latinLnBrk="1"/>
              <a:endParaRPr lang="ko-KR" altLang="en-US" sz="4198"/>
            </a:p>
          </p:txBody>
        </p:sp>
        <p:sp>
          <p:nvSpPr>
            <p:cNvPr id="266" name="Freeform 122">
              <a:extLst>
                <a:ext uri="{FF2B5EF4-FFF2-40B4-BE49-F238E27FC236}">
                  <a16:creationId xmlns:a16="http://schemas.microsoft.com/office/drawing/2014/main" id="{D368D069-2051-D2A7-D444-AF464594E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1238" y="7948613"/>
              <a:ext cx="2154237" cy="3365500"/>
            </a:xfrm>
            <a:custGeom>
              <a:avLst/>
              <a:gdLst>
                <a:gd name="T0" fmla="*/ 1337 w 1357"/>
                <a:gd name="T1" fmla="*/ 674 h 2120"/>
                <a:gd name="T2" fmla="*/ 1252 w 1357"/>
                <a:gd name="T3" fmla="*/ 648 h 2120"/>
                <a:gd name="T4" fmla="*/ 1116 w 1357"/>
                <a:gd name="T5" fmla="*/ 648 h 2120"/>
                <a:gd name="T6" fmla="*/ 1021 w 1357"/>
                <a:gd name="T7" fmla="*/ 689 h 2120"/>
                <a:gd name="T8" fmla="*/ 894 w 1357"/>
                <a:gd name="T9" fmla="*/ 697 h 2120"/>
                <a:gd name="T10" fmla="*/ 824 w 1357"/>
                <a:gd name="T11" fmla="*/ 697 h 2120"/>
                <a:gd name="T12" fmla="*/ 786 w 1357"/>
                <a:gd name="T13" fmla="*/ 791 h 2120"/>
                <a:gd name="T14" fmla="*/ 585 w 1357"/>
                <a:gd name="T15" fmla="*/ 749 h 2120"/>
                <a:gd name="T16" fmla="*/ 579 w 1357"/>
                <a:gd name="T17" fmla="*/ 731 h 2120"/>
                <a:gd name="T18" fmla="*/ 500 w 1357"/>
                <a:gd name="T19" fmla="*/ 689 h 2120"/>
                <a:gd name="T20" fmla="*/ 502 w 1357"/>
                <a:gd name="T21" fmla="*/ 664 h 2120"/>
                <a:gd name="T22" fmla="*/ 458 w 1357"/>
                <a:gd name="T23" fmla="*/ 644 h 2120"/>
                <a:gd name="T24" fmla="*/ 434 w 1357"/>
                <a:gd name="T25" fmla="*/ 650 h 2120"/>
                <a:gd name="T26" fmla="*/ 414 w 1357"/>
                <a:gd name="T27" fmla="*/ 564 h 2120"/>
                <a:gd name="T28" fmla="*/ 346 w 1357"/>
                <a:gd name="T29" fmla="*/ 490 h 2120"/>
                <a:gd name="T30" fmla="*/ 289 w 1357"/>
                <a:gd name="T31" fmla="*/ 365 h 2120"/>
                <a:gd name="T32" fmla="*/ 257 w 1357"/>
                <a:gd name="T33" fmla="*/ 191 h 2120"/>
                <a:gd name="T34" fmla="*/ 207 w 1357"/>
                <a:gd name="T35" fmla="*/ 120 h 2120"/>
                <a:gd name="T36" fmla="*/ 167 w 1357"/>
                <a:gd name="T37" fmla="*/ 36 h 2120"/>
                <a:gd name="T38" fmla="*/ 110 w 1357"/>
                <a:gd name="T39" fmla="*/ 78 h 2120"/>
                <a:gd name="T40" fmla="*/ 80 w 1357"/>
                <a:gd name="T41" fmla="*/ 197 h 2120"/>
                <a:gd name="T42" fmla="*/ 0 w 1357"/>
                <a:gd name="T43" fmla="*/ 363 h 2120"/>
                <a:gd name="T44" fmla="*/ 34 w 1357"/>
                <a:gd name="T45" fmla="*/ 520 h 2120"/>
                <a:gd name="T46" fmla="*/ 50 w 1357"/>
                <a:gd name="T47" fmla="*/ 576 h 2120"/>
                <a:gd name="T48" fmla="*/ 60 w 1357"/>
                <a:gd name="T49" fmla="*/ 620 h 2120"/>
                <a:gd name="T50" fmla="*/ 56 w 1357"/>
                <a:gd name="T51" fmla="*/ 769 h 2120"/>
                <a:gd name="T52" fmla="*/ 86 w 1357"/>
                <a:gd name="T53" fmla="*/ 966 h 2120"/>
                <a:gd name="T54" fmla="*/ 94 w 1357"/>
                <a:gd name="T55" fmla="*/ 994 h 2120"/>
                <a:gd name="T56" fmla="*/ 70 w 1357"/>
                <a:gd name="T57" fmla="*/ 1100 h 2120"/>
                <a:gd name="T58" fmla="*/ 82 w 1357"/>
                <a:gd name="T59" fmla="*/ 1150 h 2120"/>
                <a:gd name="T60" fmla="*/ 96 w 1357"/>
                <a:gd name="T61" fmla="*/ 1325 h 2120"/>
                <a:gd name="T62" fmla="*/ 229 w 1357"/>
                <a:gd name="T63" fmla="*/ 1401 h 2120"/>
                <a:gd name="T64" fmla="*/ 287 w 1357"/>
                <a:gd name="T65" fmla="*/ 1556 h 2120"/>
                <a:gd name="T66" fmla="*/ 360 w 1357"/>
                <a:gd name="T67" fmla="*/ 1710 h 2120"/>
                <a:gd name="T68" fmla="*/ 360 w 1357"/>
                <a:gd name="T69" fmla="*/ 1743 h 2120"/>
                <a:gd name="T70" fmla="*/ 342 w 1357"/>
                <a:gd name="T71" fmla="*/ 1769 h 2120"/>
                <a:gd name="T72" fmla="*/ 340 w 1357"/>
                <a:gd name="T73" fmla="*/ 1843 h 2120"/>
                <a:gd name="T74" fmla="*/ 332 w 1357"/>
                <a:gd name="T75" fmla="*/ 1871 h 2120"/>
                <a:gd name="T76" fmla="*/ 336 w 1357"/>
                <a:gd name="T77" fmla="*/ 1909 h 2120"/>
                <a:gd name="T78" fmla="*/ 263 w 1357"/>
                <a:gd name="T79" fmla="*/ 2020 h 2120"/>
                <a:gd name="T80" fmla="*/ 215 w 1357"/>
                <a:gd name="T81" fmla="*/ 2078 h 2120"/>
                <a:gd name="T82" fmla="*/ 257 w 1357"/>
                <a:gd name="T83" fmla="*/ 2094 h 2120"/>
                <a:gd name="T84" fmla="*/ 372 w 1357"/>
                <a:gd name="T85" fmla="*/ 2106 h 2120"/>
                <a:gd name="T86" fmla="*/ 504 w 1357"/>
                <a:gd name="T87" fmla="*/ 2032 h 2120"/>
                <a:gd name="T88" fmla="*/ 579 w 1357"/>
                <a:gd name="T89" fmla="*/ 1963 h 2120"/>
                <a:gd name="T90" fmla="*/ 764 w 1357"/>
                <a:gd name="T91" fmla="*/ 1612 h 2120"/>
                <a:gd name="T92" fmla="*/ 963 w 1357"/>
                <a:gd name="T93" fmla="*/ 1739 h 2120"/>
                <a:gd name="T94" fmla="*/ 1128 w 1357"/>
                <a:gd name="T95" fmla="*/ 1759 h 2120"/>
                <a:gd name="T96" fmla="*/ 1256 w 1357"/>
                <a:gd name="T97" fmla="*/ 1612 h 2120"/>
                <a:gd name="T98" fmla="*/ 1248 w 1357"/>
                <a:gd name="T99" fmla="*/ 1343 h 2120"/>
                <a:gd name="T100" fmla="*/ 1323 w 1357"/>
                <a:gd name="T101" fmla="*/ 1247 h 2120"/>
                <a:gd name="T102" fmla="*/ 1307 w 1357"/>
                <a:gd name="T103" fmla="*/ 1040 h 2120"/>
                <a:gd name="T104" fmla="*/ 1357 w 1357"/>
                <a:gd name="T105" fmla="*/ 771 h 2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57" h="2120">
                  <a:moveTo>
                    <a:pt x="1357" y="771"/>
                  </a:moveTo>
                  <a:lnTo>
                    <a:pt x="1339" y="695"/>
                  </a:lnTo>
                  <a:lnTo>
                    <a:pt x="1339" y="695"/>
                  </a:lnTo>
                  <a:lnTo>
                    <a:pt x="1337" y="674"/>
                  </a:lnTo>
                  <a:lnTo>
                    <a:pt x="1337" y="674"/>
                  </a:lnTo>
                  <a:lnTo>
                    <a:pt x="1299" y="666"/>
                  </a:lnTo>
                  <a:lnTo>
                    <a:pt x="1276" y="648"/>
                  </a:lnTo>
                  <a:lnTo>
                    <a:pt x="1252" y="648"/>
                  </a:lnTo>
                  <a:lnTo>
                    <a:pt x="1218" y="660"/>
                  </a:lnTo>
                  <a:lnTo>
                    <a:pt x="1184" y="660"/>
                  </a:lnTo>
                  <a:lnTo>
                    <a:pt x="1150" y="648"/>
                  </a:lnTo>
                  <a:lnTo>
                    <a:pt x="1116" y="648"/>
                  </a:lnTo>
                  <a:lnTo>
                    <a:pt x="1085" y="656"/>
                  </a:lnTo>
                  <a:lnTo>
                    <a:pt x="1055" y="660"/>
                  </a:lnTo>
                  <a:lnTo>
                    <a:pt x="1035" y="674"/>
                  </a:lnTo>
                  <a:lnTo>
                    <a:pt x="1021" y="689"/>
                  </a:lnTo>
                  <a:lnTo>
                    <a:pt x="1005" y="709"/>
                  </a:lnTo>
                  <a:lnTo>
                    <a:pt x="955" y="715"/>
                  </a:lnTo>
                  <a:lnTo>
                    <a:pt x="929" y="709"/>
                  </a:lnTo>
                  <a:lnTo>
                    <a:pt x="894" y="697"/>
                  </a:lnTo>
                  <a:lnTo>
                    <a:pt x="876" y="681"/>
                  </a:lnTo>
                  <a:lnTo>
                    <a:pt x="860" y="676"/>
                  </a:lnTo>
                  <a:lnTo>
                    <a:pt x="846" y="681"/>
                  </a:lnTo>
                  <a:lnTo>
                    <a:pt x="824" y="697"/>
                  </a:lnTo>
                  <a:lnTo>
                    <a:pt x="810" y="705"/>
                  </a:lnTo>
                  <a:lnTo>
                    <a:pt x="804" y="731"/>
                  </a:lnTo>
                  <a:lnTo>
                    <a:pt x="792" y="763"/>
                  </a:lnTo>
                  <a:lnTo>
                    <a:pt x="786" y="791"/>
                  </a:lnTo>
                  <a:lnTo>
                    <a:pt x="762" y="799"/>
                  </a:lnTo>
                  <a:lnTo>
                    <a:pt x="685" y="797"/>
                  </a:lnTo>
                  <a:lnTo>
                    <a:pt x="635" y="783"/>
                  </a:lnTo>
                  <a:lnTo>
                    <a:pt x="585" y="749"/>
                  </a:lnTo>
                  <a:lnTo>
                    <a:pt x="585" y="749"/>
                  </a:lnTo>
                  <a:lnTo>
                    <a:pt x="583" y="741"/>
                  </a:lnTo>
                  <a:lnTo>
                    <a:pt x="579" y="731"/>
                  </a:lnTo>
                  <a:lnTo>
                    <a:pt x="579" y="731"/>
                  </a:lnTo>
                  <a:lnTo>
                    <a:pt x="563" y="729"/>
                  </a:lnTo>
                  <a:lnTo>
                    <a:pt x="547" y="725"/>
                  </a:lnTo>
                  <a:lnTo>
                    <a:pt x="529" y="713"/>
                  </a:lnTo>
                  <a:lnTo>
                    <a:pt x="500" y="689"/>
                  </a:lnTo>
                  <a:lnTo>
                    <a:pt x="500" y="689"/>
                  </a:lnTo>
                  <a:lnTo>
                    <a:pt x="500" y="672"/>
                  </a:lnTo>
                  <a:lnTo>
                    <a:pt x="500" y="672"/>
                  </a:lnTo>
                  <a:lnTo>
                    <a:pt x="502" y="664"/>
                  </a:lnTo>
                  <a:lnTo>
                    <a:pt x="504" y="658"/>
                  </a:lnTo>
                  <a:lnTo>
                    <a:pt x="504" y="640"/>
                  </a:lnTo>
                  <a:lnTo>
                    <a:pt x="486" y="632"/>
                  </a:lnTo>
                  <a:lnTo>
                    <a:pt x="458" y="644"/>
                  </a:lnTo>
                  <a:lnTo>
                    <a:pt x="458" y="644"/>
                  </a:lnTo>
                  <a:lnTo>
                    <a:pt x="446" y="648"/>
                  </a:lnTo>
                  <a:lnTo>
                    <a:pt x="438" y="650"/>
                  </a:lnTo>
                  <a:lnTo>
                    <a:pt x="434" y="650"/>
                  </a:lnTo>
                  <a:lnTo>
                    <a:pt x="434" y="650"/>
                  </a:lnTo>
                  <a:lnTo>
                    <a:pt x="422" y="626"/>
                  </a:lnTo>
                  <a:lnTo>
                    <a:pt x="414" y="606"/>
                  </a:lnTo>
                  <a:lnTo>
                    <a:pt x="414" y="564"/>
                  </a:lnTo>
                  <a:lnTo>
                    <a:pt x="410" y="548"/>
                  </a:lnTo>
                  <a:lnTo>
                    <a:pt x="382" y="524"/>
                  </a:lnTo>
                  <a:lnTo>
                    <a:pt x="350" y="512"/>
                  </a:lnTo>
                  <a:lnTo>
                    <a:pt x="346" y="490"/>
                  </a:lnTo>
                  <a:lnTo>
                    <a:pt x="332" y="456"/>
                  </a:lnTo>
                  <a:lnTo>
                    <a:pt x="309" y="403"/>
                  </a:lnTo>
                  <a:lnTo>
                    <a:pt x="289" y="365"/>
                  </a:lnTo>
                  <a:lnTo>
                    <a:pt x="289" y="365"/>
                  </a:lnTo>
                  <a:lnTo>
                    <a:pt x="263" y="327"/>
                  </a:lnTo>
                  <a:lnTo>
                    <a:pt x="263" y="327"/>
                  </a:lnTo>
                  <a:lnTo>
                    <a:pt x="259" y="295"/>
                  </a:lnTo>
                  <a:lnTo>
                    <a:pt x="257" y="191"/>
                  </a:lnTo>
                  <a:lnTo>
                    <a:pt x="251" y="167"/>
                  </a:lnTo>
                  <a:lnTo>
                    <a:pt x="233" y="159"/>
                  </a:lnTo>
                  <a:lnTo>
                    <a:pt x="215" y="150"/>
                  </a:lnTo>
                  <a:lnTo>
                    <a:pt x="207" y="120"/>
                  </a:lnTo>
                  <a:lnTo>
                    <a:pt x="187" y="96"/>
                  </a:lnTo>
                  <a:lnTo>
                    <a:pt x="187" y="76"/>
                  </a:lnTo>
                  <a:lnTo>
                    <a:pt x="173" y="50"/>
                  </a:lnTo>
                  <a:lnTo>
                    <a:pt x="167" y="36"/>
                  </a:lnTo>
                  <a:lnTo>
                    <a:pt x="161" y="0"/>
                  </a:lnTo>
                  <a:lnTo>
                    <a:pt x="118" y="18"/>
                  </a:lnTo>
                  <a:lnTo>
                    <a:pt x="106" y="38"/>
                  </a:lnTo>
                  <a:lnTo>
                    <a:pt x="110" y="78"/>
                  </a:lnTo>
                  <a:lnTo>
                    <a:pt x="94" y="106"/>
                  </a:lnTo>
                  <a:lnTo>
                    <a:pt x="78" y="136"/>
                  </a:lnTo>
                  <a:lnTo>
                    <a:pt x="80" y="163"/>
                  </a:lnTo>
                  <a:lnTo>
                    <a:pt x="80" y="197"/>
                  </a:lnTo>
                  <a:lnTo>
                    <a:pt x="74" y="221"/>
                  </a:lnTo>
                  <a:lnTo>
                    <a:pt x="44" y="287"/>
                  </a:lnTo>
                  <a:lnTo>
                    <a:pt x="8" y="335"/>
                  </a:lnTo>
                  <a:lnTo>
                    <a:pt x="0" y="363"/>
                  </a:lnTo>
                  <a:lnTo>
                    <a:pt x="4" y="391"/>
                  </a:lnTo>
                  <a:lnTo>
                    <a:pt x="36" y="424"/>
                  </a:lnTo>
                  <a:lnTo>
                    <a:pt x="36" y="458"/>
                  </a:lnTo>
                  <a:lnTo>
                    <a:pt x="34" y="520"/>
                  </a:lnTo>
                  <a:lnTo>
                    <a:pt x="34" y="520"/>
                  </a:lnTo>
                  <a:lnTo>
                    <a:pt x="46" y="558"/>
                  </a:lnTo>
                  <a:lnTo>
                    <a:pt x="46" y="558"/>
                  </a:lnTo>
                  <a:lnTo>
                    <a:pt x="50" y="576"/>
                  </a:lnTo>
                  <a:lnTo>
                    <a:pt x="56" y="596"/>
                  </a:lnTo>
                  <a:lnTo>
                    <a:pt x="56" y="596"/>
                  </a:lnTo>
                  <a:lnTo>
                    <a:pt x="58" y="606"/>
                  </a:lnTo>
                  <a:lnTo>
                    <a:pt x="60" y="620"/>
                  </a:lnTo>
                  <a:lnTo>
                    <a:pt x="60" y="638"/>
                  </a:lnTo>
                  <a:lnTo>
                    <a:pt x="38" y="676"/>
                  </a:lnTo>
                  <a:lnTo>
                    <a:pt x="38" y="729"/>
                  </a:lnTo>
                  <a:lnTo>
                    <a:pt x="56" y="769"/>
                  </a:lnTo>
                  <a:lnTo>
                    <a:pt x="58" y="825"/>
                  </a:lnTo>
                  <a:lnTo>
                    <a:pt x="76" y="865"/>
                  </a:lnTo>
                  <a:lnTo>
                    <a:pt x="92" y="903"/>
                  </a:lnTo>
                  <a:lnTo>
                    <a:pt x="86" y="966"/>
                  </a:lnTo>
                  <a:lnTo>
                    <a:pt x="86" y="966"/>
                  </a:lnTo>
                  <a:lnTo>
                    <a:pt x="90" y="978"/>
                  </a:lnTo>
                  <a:lnTo>
                    <a:pt x="94" y="994"/>
                  </a:lnTo>
                  <a:lnTo>
                    <a:pt x="94" y="994"/>
                  </a:lnTo>
                  <a:lnTo>
                    <a:pt x="96" y="1026"/>
                  </a:lnTo>
                  <a:lnTo>
                    <a:pt x="72" y="1056"/>
                  </a:lnTo>
                  <a:lnTo>
                    <a:pt x="70" y="1100"/>
                  </a:lnTo>
                  <a:lnTo>
                    <a:pt x="70" y="1100"/>
                  </a:lnTo>
                  <a:lnTo>
                    <a:pt x="76" y="1112"/>
                  </a:lnTo>
                  <a:lnTo>
                    <a:pt x="82" y="1128"/>
                  </a:lnTo>
                  <a:lnTo>
                    <a:pt x="82" y="1128"/>
                  </a:lnTo>
                  <a:lnTo>
                    <a:pt x="82" y="1150"/>
                  </a:lnTo>
                  <a:lnTo>
                    <a:pt x="82" y="1168"/>
                  </a:lnTo>
                  <a:lnTo>
                    <a:pt x="86" y="1215"/>
                  </a:lnTo>
                  <a:lnTo>
                    <a:pt x="98" y="1283"/>
                  </a:lnTo>
                  <a:lnTo>
                    <a:pt x="96" y="1325"/>
                  </a:lnTo>
                  <a:lnTo>
                    <a:pt x="102" y="1359"/>
                  </a:lnTo>
                  <a:lnTo>
                    <a:pt x="139" y="1377"/>
                  </a:lnTo>
                  <a:lnTo>
                    <a:pt x="179" y="1395"/>
                  </a:lnTo>
                  <a:lnTo>
                    <a:pt x="229" y="1401"/>
                  </a:lnTo>
                  <a:lnTo>
                    <a:pt x="271" y="1401"/>
                  </a:lnTo>
                  <a:lnTo>
                    <a:pt x="281" y="1431"/>
                  </a:lnTo>
                  <a:lnTo>
                    <a:pt x="281" y="1478"/>
                  </a:lnTo>
                  <a:lnTo>
                    <a:pt x="287" y="1556"/>
                  </a:lnTo>
                  <a:lnTo>
                    <a:pt x="311" y="1614"/>
                  </a:lnTo>
                  <a:lnTo>
                    <a:pt x="344" y="1668"/>
                  </a:lnTo>
                  <a:lnTo>
                    <a:pt x="344" y="1668"/>
                  </a:lnTo>
                  <a:lnTo>
                    <a:pt x="360" y="1710"/>
                  </a:lnTo>
                  <a:lnTo>
                    <a:pt x="360" y="1710"/>
                  </a:lnTo>
                  <a:lnTo>
                    <a:pt x="360" y="1716"/>
                  </a:lnTo>
                  <a:lnTo>
                    <a:pt x="360" y="1728"/>
                  </a:lnTo>
                  <a:lnTo>
                    <a:pt x="360" y="1743"/>
                  </a:lnTo>
                  <a:lnTo>
                    <a:pt x="360" y="1743"/>
                  </a:lnTo>
                  <a:lnTo>
                    <a:pt x="350" y="1755"/>
                  </a:lnTo>
                  <a:lnTo>
                    <a:pt x="344" y="1765"/>
                  </a:lnTo>
                  <a:lnTo>
                    <a:pt x="342" y="1769"/>
                  </a:lnTo>
                  <a:lnTo>
                    <a:pt x="342" y="1769"/>
                  </a:lnTo>
                  <a:lnTo>
                    <a:pt x="342" y="1821"/>
                  </a:lnTo>
                  <a:lnTo>
                    <a:pt x="342" y="1821"/>
                  </a:lnTo>
                  <a:lnTo>
                    <a:pt x="340" y="1843"/>
                  </a:lnTo>
                  <a:lnTo>
                    <a:pt x="336" y="1859"/>
                  </a:lnTo>
                  <a:lnTo>
                    <a:pt x="334" y="1867"/>
                  </a:lnTo>
                  <a:lnTo>
                    <a:pt x="334" y="1867"/>
                  </a:lnTo>
                  <a:lnTo>
                    <a:pt x="332" y="1871"/>
                  </a:lnTo>
                  <a:lnTo>
                    <a:pt x="332" y="1883"/>
                  </a:lnTo>
                  <a:lnTo>
                    <a:pt x="331" y="1899"/>
                  </a:lnTo>
                  <a:lnTo>
                    <a:pt x="331" y="1899"/>
                  </a:lnTo>
                  <a:lnTo>
                    <a:pt x="336" y="1909"/>
                  </a:lnTo>
                  <a:lnTo>
                    <a:pt x="342" y="1917"/>
                  </a:lnTo>
                  <a:lnTo>
                    <a:pt x="342" y="1961"/>
                  </a:lnTo>
                  <a:lnTo>
                    <a:pt x="307" y="1985"/>
                  </a:lnTo>
                  <a:lnTo>
                    <a:pt x="263" y="2020"/>
                  </a:lnTo>
                  <a:lnTo>
                    <a:pt x="231" y="2048"/>
                  </a:lnTo>
                  <a:lnTo>
                    <a:pt x="231" y="2048"/>
                  </a:lnTo>
                  <a:lnTo>
                    <a:pt x="215" y="2078"/>
                  </a:lnTo>
                  <a:lnTo>
                    <a:pt x="215" y="2078"/>
                  </a:lnTo>
                  <a:lnTo>
                    <a:pt x="213" y="2094"/>
                  </a:lnTo>
                  <a:lnTo>
                    <a:pt x="211" y="2120"/>
                  </a:lnTo>
                  <a:lnTo>
                    <a:pt x="225" y="2114"/>
                  </a:lnTo>
                  <a:lnTo>
                    <a:pt x="257" y="2094"/>
                  </a:lnTo>
                  <a:lnTo>
                    <a:pt x="293" y="2076"/>
                  </a:lnTo>
                  <a:lnTo>
                    <a:pt x="321" y="2106"/>
                  </a:lnTo>
                  <a:lnTo>
                    <a:pt x="342" y="2106"/>
                  </a:lnTo>
                  <a:lnTo>
                    <a:pt x="372" y="2106"/>
                  </a:lnTo>
                  <a:lnTo>
                    <a:pt x="412" y="2086"/>
                  </a:lnTo>
                  <a:lnTo>
                    <a:pt x="442" y="2086"/>
                  </a:lnTo>
                  <a:lnTo>
                    <a:pt x="478" y="2064"/>
                  </a:lnTo>
                  <a:lnTo>
                    <a:pt x="504" y="2032"/>
                  </a:lnTo>
                  <a:lnTo>
                    <a:pt x="523" y="1996"/>
                  </a:lnTo>
                  <a:lnTo>
                    <a:pt x="543" y="1987"/>
                  </a:lnTo>
                  <a:lnTo>
                    <a:pt x="573" y="1987"/>
                  </a:lnTo>
                  <a:lnTo>
                    <a:pt x="579" y="1963"/>
                  </a:lnTo>
                  <a:lnTo>
                    <a:pt x="663" y="1861"/>
                  </a:lnTo>
                  <a:lnTo>
                    <a:pt x="671" y="1791"/>
                  </a:lnTo>
                  <a:lnTo>
                    <a:pt x="701" y="1698"/>
                  </a:lnTo>
                  <a:lnTo>
                    <a:pt x="764" y="1612"/>
                  </a:lnTo>
                  <a:lnTo>
                    <a:pt x="810" y="1737"/>
                  </a:lnTo>
                  <a:lnTo>
                    <a:pt x="810" y="1737"/>
                  </a:lnTo>
                  <a:lnTo>
                    <a:pt x="963" y="1739"/>
                  </a:lnTo>
                  <a:lnTo>
                    <a:pt x="963" y="1739"/>
                  </a:lnTo>
                  <a:lnTo>
                    <a:pt x="1013" y="1767"/>
                  </a:lnTo>
                  <a:lnTo>
                    <a:pt x="1061" y="1795"/>
                  </a:lnTo>
                  <a:lnTo>
                    <a:pt x="1100" y="1765"/>
                  </a:lnTo>
                  <a:lnTo>
                    <a:pt x="1128" y="1759"/>
                  </a:lnTo>
                  <a:lnTo>
                    <a:pt x="1172" y="1684"/>
                  </a:lnTo>
                  <a:lnTo>
                    <a:pt x="1234" y="1684"/>
                  </a:lnTo>
                  <a:lnTo>
                    <a:pt x="1262" y="1654"/>
                  </a:lnTo>
                  <a:lnTo>
                    <a:pt x="1256" y="1612"/>
                  </a:lnTo>
                  <a:lnTo>
                    <a:pt x="1276" y="1566"/>
                  </a:lnTo>
                  <a:lnTo>
                    <a:pt x="1236" y="1520"/>
                  </a:lnTo>
                  <a:lnTo>
                    <a:pt x="1248" y="1343"/>
                  </a:lnTo>
                  <a:lnTo>
                    <a:pt x="1248" y="1343"/>
                  </a:lnTo>
                  <a:lnTo>
                    <a:pt x="1278" y="1305"/>
                  </a:lnTo>
                  <a:lnTo>
                    <a:pt x="1307" y="1265"/>
                  </a:lnTo>
                  <a:lnTo>
                    <a:pt x="1307" y="1265"/>
                  </a:lnTo>
                  <a:lnTo>
                    <a:pt x="1323" y="1247"/>
                  </a:lnTo>
                  <a:lnTo>
                    <a:pt x="1337" y="1233"/>
                  </a:lnTo>
                  <a:lnTo>
                    <a:pt x="1323" y="1190"/>
                  </a:lnTo>
                  <a:lnTo>
                    <a:pt x="1301" y="1130"/>
                  </a:lnTo>
                  <a:lnTo>
                    <a:pt x="1307" y="1040"/>
                  </a:lnTo>
                  <a:lnTo>
                    <a:pt x="1345" y="978"/>
                  </a:lnTo>
                  <a:lnTo>
                    <a:pt x="1345" y="925"/>
                  </a:lnTo>
                  <a:lnTo>
                    <a:pt x="1337" y="885"/>
                  </a:lnTo>
                  <a:lnTo>
                    <a:pt x="1357" y="771"/>
                  </a:lnTo>
                  <a:close/>
                </a:path>
              </a:pathLst>
            </a:custGeom>
            <a:grpFill/>
            <a:ln w="9525">
              <a:solidFill>
                <a:srgbClr val="0070C0"/>
              </a:solidFill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pPr defTabSz="1474777" latinLnBrk="1"/>
              <a:endParaRPr lang="ko-KR" altLang="en-US" sz="4198"/>
            </a:p>
          </p:txBody>
        </p:sp>
        <p:sp>
          <p:nvSpPr>
            <p:cNvPr id="267" name="Freeform 123">
              <a:extLst>
                <a:ext uri="{FF2B5EF4-FFF2-40B4-BE49-F238E27FC236}">
                  <a16:creationId xmlns:a16="http://schemas.microsoft.com/office/drawing/2014/main" id="{A7E133F8-6513-CB61-83C8-729969DC5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450" y="6788150"/>
              <a:ext cx="4270375" cy="3049588"/>
            </a:xfrm>
            <a:custGeom>
              <a:avLst/>
              <a:gdLst>
                <a:gd name="T0" fmla="*/ 2590 w 2690"/>
                <a:gd name="T1" fmla="*/ 518 h 1921"/>
                <a:gd name="T2" fmla="*/ 2449 w 2690"/>
                <a:gd name="T3" fmla="*/ 456 h 1921"/>
                <a:gd name="T4" fmla="*/ 2368 w 2690"/>
                <a:gd name="T5" fmla="*/ 446 h 1921"/>
                <a:gd name="T6" fmla="*/ 2218 w 2690"/>
                <a:gd name="T7" fmla="*/ 514 h 1921"/>
                <a:gd name="T8" fmla="*/ 2214 w 2690"/>
                <a:gd name="T9" fmla="*/ 576 h 1921"/>
                <a:gd name="T10" fmla="*/ 2045 w 2690"/>
                <a:gd name="T11" fmla="*/ 679 h 1921"/>
                <a:gd name="T12" fmla="*/ 2000 w 2690"/>
                <a:gd name="T13" fmla="*/ 707 h 1921"/>
                <a:gd name="T14" fmla="*/ 1996 w 2690"/>
                <a:gd name="T15" fmla="*/ 538 h 1921"/>
                <a:gd name="T16" fmla="*/ 1844 w 2690"/>
                <a:gd name="T17" fmla="*/ 442 h 1921"/>
                <a:gd name="T18" fmla="*/ 1713 w 2690"/>
                <a:gd name="T19" fmla="*/ 351 h 1921"/>
                <a:gd name="T20" fmla="*/ 1645 w 2690"/>
                <a:gd name="T21" fmla="*/ 476 h 1921"/>
                <a:gd name="T22" fmla="*/ 1596 w 2690"/>
                <a:gd name="T23" fmla="*/ 480 h 1921"/>
                <a:gd name="T24" fmla="*/ 1464 w 2690"/>
                <a:gd name="T25" fmla="*/ 458 h 1921"/>
                <a:gd name="T26" fmla="*/ 1413 w 2690"/>
                <a:gd name="T27" fmla="*/ 482 h 1921"/>
                <a:gd name="T28" fmla="*/ 1427 w 2690"/>
                <a:gd name="T29" fmla="*/ 426 h 1921"/>
                <a:gd name="T30" fmla="*/ 1407 w 2690"/>
                <a:gd name="T31" fmla="*/ 360 h 1921"/>
                <a:gd name="T32" fmla="*/ 1341 w 2690"/>
                <a:gd name="T33" fmla="*/ 237 h 1921"/>
                <a:gd name="T34" fmla="*/ 1285 w 2690"/>
                <a:gd name="T35" fmla="*/ 239 h 1921"/>
                <a:gd name="T36" fmla="*/ 1222 w 2690"/>
                <a:gd name="T37" fmla="*/ 219 h 1921"/>
                <a:gd name="T38" fmla="*/ 1122 w 2690"/>
                <a:gd name="T39" fmla="*/ 249 h 1921"/>
                <a:gd name="T40" fmla="*/ 995 w 2690"/>
                <a:gd name="T41" fmla="*/ 241 h 1921"/>
                <a:gd name="T42" fmla="*/ 836 w 2690"/>
                <a:gd name="T43" fmla="*/ 115 h 1921"/>
                <a:gd name="T44" fmla="*/ 820 w 2690"/>
                <a:gd name="T45" fmla="*/ 0 h 1921"/>
                <a:gd name="T46" fmla="*/ 531 w 2690"/>
                <a:gd name="T47" fmla="*/ 245 h 1921"/>
                <a:gd name="T48" fmla="*/ 352 w 2690"/>
                <a:gd name="T49" fmla="*/ 66 h 1921"/>
                <a:gd name="T50" fmla="*/ 86 w 2690"/>
                <a:gd name="T51" fmla="*/ 141 h 1921"/>
                <a:gd name="T52" fmla="*/ 16 w 2690"/>
                <a:gd name="T53" fmla="*/ 378 h 1921"/>
                <a:gd name="T54" fmla="*/ 24 w 2690"/>
                <a:gd name="T55" fmla="*/ 637 h 1921"/>
                <a:gd name="T56" fmla="*/ 121 w 2690"/>
                <a:gd name="T57" fmla="*/ 797 h 1921"/>
                <a:gd name="T58" fmla="*/ 84 w 2690"/>
                <a:gd name="T59" fmla="*/ 954 h 1921"/>
                <a:gd name="T60" fmla="*/ 169 w 2690"/>
                <a:gd name="T61" fmla="*/ 1010 h 1921"/>
                <a:gd name="T62" fmla="*/ 376 w 2690"/>
                <a:gd name="T63" fmla="*/ 1217 h 1921"/>
                <a:gd name="T64" fmla="*/ 503 w 2690"/>
                <a:gd name="T65" fmla="*/ 1518 h 1921"/>
                <a:gd name="T66" fmla="*/ 676 w 2690"/>
                <a:gd name="T67" fmla="*/ 1542 h 1921"/>
                <a:gd name="T68" fmla="*/ 690 w 2690"/>
                <a:gd name="T69" fmla="*/ 1576 h 1921"/>
                <a:gd name="T70" fmla="*/ 848 w 2690"/>
                <a:gd name="T71" fmla="*/ 1600 h 1921"/>
                <a:gd name="T72" fmla="*/ 903 w 2690"/>
                <a:gd name="T73" fmla="*/ 1793 h 1921"/>
                <a:gd name="T74" fmla="*/ 941 w 2690"/>
                <a:gd name="T75" fmla="*/ 1883 h 1921"/>
                <a:gd name="T76" fmla="*/ 1015 w 2690"/>
                <a:gd name="T77" fmla="*/ 1921 h 1921"/>
                <a:gd name="T78" fmla="*/ 1120 w 2690"/>
                <a:gd name="T79" fmla="*/ 1779 h 1921"/>
                <a:gd name="T80" fmla="*/ 1220 w 2690"/>
                <a:gd name="T81" fmla="*/ 1687 h 1921"/>
                <a:gd name="T82" fmla="*/ 1220 w 2690"/>
                <a:gd name="T83" fmla="*/ 1666 h 1921"/>
                <a:gd name="T84" fmla="*/ 1343 w 2690"/>
                <a:gd name="T85" fmla="*/ 1588 h 1921"/>
                <a:gd name="T86" fmla="*/ 1478 w 2690"/>
                <a:gd name="T87" fmla="*/ 1624 h 1921"/>
                <a:gd name="T88" fmla="*/ 1659 w 2690"/>
                <a:gd name="T89" fmla="*/ 1741 h 1921"/>
                <a:gd name="T90" fmla="*/ 1860 w 2690"/>
                <a:gd name="T91" fmla="*/ 1767 h 1921"/>
                <a:gd name="T92" fmla="*/ 1966 w 2690"/>
                <a:gd name="T93" fmla="*/ 1691 h 1921"/>
                <a:gd name="T94" fmla="*/ 2023 w 2690"/>
                <a:gd name="T95" fmla="*/ 1614 h 1921"/>
                <a:gd name="T96" fmla="*/ 2125 w 2690"/>
                <a:gd name="T97" fmla="*/ 1532 h 1921"/>
                <a:gd name="T98" fmla="*/ 2149 w 2690"/>
                <a:gd name="T99" fmla="*/ 1666 h 1921"/>
                <a:gd name="T100" fmla="*/ 2340 w 2690"/>
                <a:gd name="T101" fmla="*/ 1588 h 1921"/>
                <a:gd name="T102" fmla="*/ 2461 w 2690"/>
                <a:gd name="T103" fmla="*/ 1496 h 1921"/>
                <a:gd name="T104" fmla="*/ 2509 w 2690"/>
                <a:gd name="T105" fmla="*/ 1369 h 1921"/>
                <a:gd name="T106" fmla="*/ 2499 w 2690"/>
                <a:gd name="T107" fmla="*/ 1307 h 1921"/>
                <a:gd name="T108" fmla="*/ 2485 w 2690"/>
                <a:gd name="T109" fmla="*/ 1155 h 1921"/>
                <a:gd name="T110" fmla="*/ 2523 w 2690"/>
                <a:gd name="T111" fmla="*/ 952 h 1921"/>
                <a:gd name="T112" fmla="*/ 2559 w 2690"/>
                <a:gd name="T113" fmla="*/ 809 h 1921"/>
                <a:gd name="T114" fmla="*/ 2674 w 2690"/>
                <a:gd name="T115" fmla="*/ 653 h 1921"/>
                <a:gd name="T116" fmla="*/ 2680 w 2690"/>
                <a:gd name="T117" fmla="*/ 580 h 1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690" h="1921">
                  <a:moveTo>
                    <a:pt x="2674" y="518"/>
                  </a:moveTo>
                  <a:lnTo>
                    <a:pt x="2674" y="518"/>
                  </a:lnTo>
                  <a:lnTo>
                    <a:pt x="2642" y="504"/>
                  </a:lnTo>
                  <a:lnTo>
                    <a:pt x="2642" y="504"/>
                  </a:lnTo>
                  <a:lnTo>
                    <a:pt x="2590" y="518"/>
                  </a:lnTo>
                  <a:lnTo>
                    <a:pt x="2590" y="518"/>
                  </a:lnTo>
                  <a:lnTo>
                    <a:pt x="2563" y="506"/>
                  </a:lnTo>
                  <a:lnTo>
                    <a:pt x="2537" y="494"/>
                  </a:lnTo>
                  <a:lnTo>
                    <a:pt x="2487" y="472"/>
                  </a:lnTo>
                  <a:lnTo>
                    <a:pt x="2449" y="456"/>
                  </a:lnTo>
                  <a:lnTo>
                    <a:pt x="2439" y="430"/>
                  </a:lnTo>
                  <a:lnTo>
                    <a:pt x="2429" y="418"/>
                  </a:lnTo>
                  <a:lnTo>
                    <a:pt x="2407" y="424"/>
                  </a:lnTo>
                  <a:lnTo>
                    <a:pt x="2407" y="424"/>
                  </a:lnTo>
                  <a:lnTo>
                    <a:pt x="2368" y="446"/>
                  </a:lnTo>
                  <a:lnTo>
                    <a:pt x="2368" y="446"/>
                  </a:lnTo>
                  <a:lnTo>
                    <a:pt x="2262" y="476"/>
                  </a:lnTo>
                  <a:lnTo>
                    <a:pt x="2262" y="476"/>
                  </a:lnTo>
                  <a:lnTo>
                    <a:pt x="2224" y="480"/>
                  </a:lnTo>
                  <a:lnTo>
                    <a:pt x="2218" y="514"/>
                  </a:lnTo>
                  <a:lnTo>
                    <a:pt x="2220" y="538"/>
                  </a:lnTo>
                  <a:lnTo>
                    <a:pt x="2220" y="538"/>
                  </a:lnTo>
                  <a:lnTo>
                    <a:pt x="2220" y="566"/>
                  </a:lnTo>
                  <a:lnTo>
                    <a:pt x="2220" y="566"/>
                  </a:lnTo>
                  <a:lnTo>
                    <a:pt x="2214" y="576"/>
                  </a:lnTo>
                  <a:lnTo>
                    <a:pt x="2208" y="584"/>
                  </a:lnTo>
                  <a:lnTo>
                    <a:pt x="2177" y="596"/>
                  </a:lnTo>
                  <a:lnTo>
                    <a:pt x="2093" y="633"/>
                  </a:lnTo>
                  <a:lnTo>
                    <a:pt x="2067" y="655"/>
                  </a:lnTo>
                  <a:lnTo>
                    <a:pt x="2045" y="679"/>
                  </a:lnTo>
                  <a:lnTo>
                    <a:pt x="2045" y="699"/>
                  </a:lnTo>
                  <a:lnTo>
                    <a:pt x="2045" y="735"/>
                  </a:lnTo>
                  <a:lnTo>
                    <a:pt x="2033" y="743"/>
                  </a:lnTo>
                  <a:lnTo>
                    <a:pt x="2017" y="743"/>
                  </a:lnTo>
                  <a:lnTo>
                    <a:pt x="2000" y="707"/>
                  </a:lnTo>
                  <a:lnTo>
                    <a:pt x="2000" y="639"/>
                  </a:lnTo>
                  <a:lnTo>
                    <a:pt x="2015" y="616"/>
                  </a:lnTo>
                  <a:lnTo>
                    <a:pt x="2025" y="584"/>
                  </a:lnTo>
                  <a:lnTo>
                    <a:pt x="2017" y="558"/>
                  </a:lnTo>
                  <a:lnTo>
                    <a:pt x="1996" y="538"/>
                  </a:lnTo>
                  <a:lnTo>
                    <a:pt x="1964" y="536"/>
                  </a:lnTo>
                  <a:lnTo>
                    <a:pt x="1916" y="530"/>
                  </a:lnTo>
                  <a:lnTo>
                    <a:pt x="1880" y="514"/>
                  </a:lnTo>
                  <a:lnTo>
                    <a:pt x="1866" y="480"/>
                  </a:lnTo>
                  <a:lnTo>
                    <a:pt x="1844" y="442"/>
                  </a:lnTo>
                  <a:lnTo>
                    <a:pt x="1813" y="432"/>
                  </a:lnTo>
                  <a:lnTo>
                    <a:pt x="1783" y="416"/>
                  </a:lnTo>
                  <a:lnTo>
                    <a:pt x="1777" y="382"/>
                  </a:lnTo>
                  <a:lnTo>
                    <a:pt x="1729" y="354"/>
                  </a:lnTo>
                  <a:lnTo>
                    <a:pt x="1713" y="351"/>
                  </a:lnTo>
                  <a:lnTo>
                    <a:pt x="1695" y="358"/>
                  </a:lnTo>
                  <a:lnTo>
                    <a:pt x="1661" y="426"/>
                  </a:lnTo>
                  <a:lnTo>
                    <a:pt x="1645" y="462"/>
                  </a:lnTo>
                  <a:lnTo>
                    <a:pt x="1645" y="462"/>
                  </a:lnTo>
                  <a:lnTo>
                    <a:pt x="1645" y="476"/>
                  </a:lnTo>
                  <a:lnTo>
                    <a:pt x="1645" y="486"/>
                  </a:lnTo>
                  <a:lnTo>
                    <a:pt x="1645" y="490"/>
                  </a:lnTo>
                  <a:lnTo>
                    <a:pt x="1645" y="490"/>
                  </a:lnTo>
                  <a:lnTo>
                    <a:pt x="1626" y="496"/>
                  </a:lnTo>
                  <a:lnTo>
                    <a:pt x="1596" y="480"/>
                  </a:lnTo>
                  <a:lnTo>
                    <a:pt x="1562" y="482"/>
                  </a:lnTo>
                  <a:lnTo>
                    <a:pt x="1524" y="462"/>
                  </a:lnTo>
                  <a:lnTo>
                    <a:pt x="1506" y="442"/>
                  </a:lnTo>
                  <a:lnTo>
                    <a:pt x="1464" y="458"/>
                  </a:lnTo>
                  <a:lnTo>
                    <a:pt x="1464" y="458"/>
                  </a:lnTo>
                  <a:lnTo>
                    <a:pt x="1454" y="468"/>
                  </a:lnTo>
                  <a:lnTo>
                    <a:pt x="1442" y="480"/>
                  </a:lnTo>
                  <a:lnTo>
                    <a:pt x="1442" y="480"/>
                  </a:lnTo>
                  <a:lnTo>
                    <a:pt x="1427" y="480"/>
                  </a:lnTo>
                  <a:lnTo>
                    <a:pt x="1413" y="482"/>
                  </a:lnTo>
                  <a:lnTo>
                    <a:pt x="1413" y="482"/>
                  </a:lnTo>
                  <a:lnTo>
                    <a:pt x="1423" y="454"/>
                  </a:lnTo>
                  <a:lnTo>
                    <a:pt x="1427" y="434"/>
                  </a:lnTo>
                  <a:lnTo>
                    <a:pt x="1429" y="428"/>
                  </a:lnTo>
                  <a:lnTo>
                    <a:pt x="1427" y="426"/>
                  </a:lnTo>
                  <a:lnTo>
                    <a:pt x="1427" y="426"/>
                  </a:lnTo>
                  <a:lnTo>
                    <a:pt x="1411" y="414"/>
                  </a:lnTo>
                  <a:lnTo>
                    <a:pt x="1399" y="406"/>
                  </a:lnTo>
                  <a:lnTo>
                    <a:pt x="1399" y="378"/>
                  </a:lnTo>
                  <a:lnTo>
                    <a:pt x="1407" y="360"/>
                  </a:lnTo>
                  <a:lnTo>
                    <a:pt x="1417" y="293"/>
                  </a:lnTo>
                  <a:lnTo>
                    <a:pt x="1407" y="269"/>
                  </a:lnTo>
                  <a:lnTo>
                    <a:pt x="1391" y="247"/>
                  </a:lnTo>
                  <a:lnTo>
                    <a:pt x="1371" y="227"/>
                  </a:lnTo>
                  <a:lnTo>
                    <a:pt x="1341" y="237"/>
                  </a:lnTo>
                  <a:lnTo>
                    <a:pt x="1329" y="249"/>
                  </a:lnTo>
                  <a:lnTo>
                    <a:pt x="1301" y="249"/>
                  </a:lnTo>
                  <a:lnTo>
                    <a:pt x="1301" y="249"/>
                  </a:lnTo>
                  <a:lnTo>
                    <a:pt x="1293" y="243"/>
                  </a:lnTo>
                  <a:lnTo>
                    <a:pt x="1285" y="239"/>
                  </a:lnTo>
                  <a:lnTo>
                    <a:pt x="1281" y="237"/>
                  </a:lnTo>
                  <a:lnTo>
                    <a:pt x="1281" y="237"/>
                  </a:lnTo>
                  <a:lnTo>
                    <a:pt x="1246" y="233"/>
                  </a:lnTo>
                  <a:lnTo>
                    <a:pt x="1246" y="233"/>
                  </a:lnTo>
                  <a:lnTo>
                    <a:pt x="1222" y="219"/>
                  </a:lnTo>
                  <a:lnTo>
                    <a:pt x="1222" y="219"/>
                  </a:lnTo>
                  <a:lnTo>
                    <a:pt x="1196" y="201"/>
                  </a:lnTo>
                  <a:lnTo>
                    <a:pt x="1170" y="201"/>
                  </a:lnTo>
                  <a:lnTo>
                    <a:pt x="1146" y="215"/>
                  </a:lnTo>
                  <a:lnTo>
                    <a:pt x="1122" y="249"/>
                  </a:lnTo>
                  <a:lnTo>
                    <a:pt x="1112" y="275"/>
                  </a:lnTo>
                  <a:lnTo>
                    <a:pt x="1096" y="285"/>
                  </a:lnTo>
                  <a:lnTo>
                    <a:pt x="1064" y="289"/>
                  </a:lnTo>
                  <a:lnTo>
                    <a:pt x="1017" y="275"/>
                  </a:lnTo>
                  <a:lnTo>
                    <a:pt x="995" y="241"/>
                  </a:lnTo>
                  <a:lnTo>
                    <a:pt x="959" y="225"/>
                  </a:lnTo>
                  <a:lnTo>
                    <a:pt x="913" y="213"/>
                  </a:lnTo>
                  <a:lnTo>
                    <a:pt x="893" y="205"/>
                  </a:lnTo>
                  <a:lnTo>
                    <a:pt x="858" y="157"/>
                  </a:lnTo>
                  <a:lnTo>
                    <a:pt x="836" y="115"/>
                  </a:lnTo>
                  <a:lnTo>
                    <a:pt x="836" y="78"/>
                  </a:lnTo>
                  <a:lnTo>
                    <a:pt x="848" y="62"/>
                  </a:lnTo>
                  <a:lnTo>
                    <a:pt x="844" y="40"/>
                  </a:lnTo>
                  <a:lnTo>
                    <a:pt x="820" y="24"/>
                  </a:lnTo>
                  <a:lnTo>
                    <a:pt x="820" y="0"/>
                  </a:lnTo>
                  <a:lnTo>
                    <a:pt x="754" y="18"/>
                  </a:lnTo>
                  <a:lnTo>
                    <a:pt x="698" y="34"/>
                  </a:lnTo>
                  <a:lnTo>
                    <a:pt x="661" y="74"/>
                  </a:lnTo>
                  <a:lnTo>
                    <a:pt x="639" y="143"/>
                  </a:lnTo>
                  <a:lnTo>
                    <a:pt x="531" y="245"/>
                  </a:lnTo>
                  <a:lnTo>
                    <a:pt x="483" y="257"/>
                  </a:lnTo>
                  <a:lnTo>
                    <a:pt x="462" y="213"/>
                  </a:lnTo>
                  <a:lnTo>
                    <a:pt x="436" y="143"/>
                  </a:lnTo>
                  <a:lnTo>
                    <a:pt x="386" y="117"/>
                  </a:lnTo>
                  <a:lnTo>
                    <a:pt x="352" y="66"/>
                  </a:lnTo>
                  <a:lnTo>
                    <a:pt x="298" y="32"/>
                  </a:lnTo>
                  <a:lnTo>
                    <a:pt x="179" y="38"/>
                  </a:lnTo>
                  <a:lnTo>
                    <a:pt x="153" y="52"/>
                  </a:lnTo>
                  <a:lnTo>
                    <a:pt x="147" y="84"/>
                  </a:lnTo>
                  <a:lnTo>
                    <a:pt x="86" y="141"/>
                  </a:lnTo>
                  <a:lnTo>
                    <a:pt x="28" y="137"/>
                  </a:lnTo>
                  <a:lnTo>
                    <a:pt x="0" y="155"/>
                  </a:lnTo>
                  <a:lnTo>
                    <a:pt x="0" y="167"/>
                  </a:lnTo>
                  <a:lnTo>
                    <a:pt x="34" y="327"/>
                  </a:lnTo>
                  <a:lnTo>
                    <a:pt x="16" y="378"/>
                  </a:lnTo>
                  <a:lnTo>
                    <a:pt x="10" y="416"/>
                  </a:lnTo>
                  <a:lnTo>
                    <a:pt x="34" y="446"/>
                  </a:lnTo>
                  <a:lnTo>
                    <a:pt x="56" y="486"/>
                  </a:lnTo>
                  <a:lnTo>
                    <a:pt x="58" y="524"/>
                  </a:lnTo>
                  <a:lnTo>
                    <a:pt x="24" y="637"/>
                  </a:lnTo>
                  <a:lnTo>
                    <a:pt x="34" y="661"/>
                  </a:lnTo>
                  <a:lnTo>
                    <a:pt x="80" y="707"/>
                  </a:lnTo>
                  <a:lnTo>
                    <a:pt x="129" y="737"/>
                  </a:lnTo>
                  <a:lnTo>
                    <a:pt x="139" y="769"/>
                  </a:lnTo>
                  <a:lnTo>
                    <a:pt x="121" y="797"/>
                  </a:lnTo>
                  <a:lnTo>
                    <a:pt x="90" y="851"/>
                  </a:lnTo>
                  <a:lnTo>
                    <a:pt x="98" y="892"/>
                  </a:lnTo>
                  <a:lnTo>
                    <a:pt x="92" y="930"/>
                  </a:lnTo>
                  <a:lnTo>
                    <a:pt x="84" y="954"/>
                  </a:lnTo>
                  <a:lnTo>
                    <a:pt x="84" y="954"/>
                  </a:lnTo>
                  <a:lnTo>
                    <a:pt x="99" y="974"/>
                  </a:lnTo>
                  <a:lnTo>
                    <a:pt x="111" y="986"/>
                  </a:lnTo>
                  <a:lnTo>
                    <a:pt x="119" y="994"/>
                  </a:lnTo>
                  <a:lnTo>
                    <a:pt x="119" y="994"/>
                  </a:lnTo>
                  <a:lnTo>
                    <a:pt x="169" y="1010"/>
                  </a:lnTo>
                  <a:lnTo>
                    <a:pt x="215" y="1028"/>
                  </a:lnTo>
                  <a:lnTo>
                    <a:pt x="279" y="1056"/>
                  </a:lnTo>
                  <a:lnTo>
                    <a:pt x="300" y="1090"/>
                  </a:lnTo>
                  <a:lnTo>
                    <a:pt x="350" y="1189"/>
                  </a:lnTo>
                  <a:lnTo>
                    <a:pt x="376" y="1217"/>
                  </a:lnTo>
                  <a:lnTo>
                    <a:pt x="406" y="1255"/>
                  </a:lnTo>
                  <a:lnTo>
                    <a:pt x="422" y="1305"/>
                  </a:lnTo>
                  <a:lnTo>
                    <a:pt x="470" y="1438"/>
                  </a:lnTo>
                  <a:lnTo>
                    <a:pt x="482" y="1494"/>
                  </a:lnTo>
                  <a:lnTo>
                    <a:pt x="503" y="1518"/>
                  </a:lnTo>
                  <a:lnTo>
                    <a:pt x="565" y="1518"/>
                  </a:lnTo>
                  <a:lnTo>
                    <a:pt x="653" y="1518"/>
                  </a:lnTo>
                  <a:lnTo>
                    <a:pt x="653" y="1518"/>
                  </a:lnTo>
                  <a:lnTo>
                    <a:pt x="665" y="1530"/>
                  </a:lnTo>
                  <a:lnTo>
                    <a:pt x="676" y="1542"/>
                  </a:lnTo>
                  <a:lnTo>
                    <a:pt x="676" y="1542"/>
                  </a:lnTo>
                  <a:lnTo>
                    <a:pt x="682" y="1560"/>
                  </a:lnTo>
                  <a:lnTo>
                    <a:pt x="686" y="1570"/>
                  </a:lnTo>
                  <a:lnTo>
                    <a:pt x="688" y="1574"/>
                  </a:lnTo>
                  <a:lnTo>
                    <a:pt x="690" y="1576"/>
                  </a:lnTo>
                  <a:lnTo>
                    <a:pt x="690" y="1576"/>
                  </a:lnTo>
                  <a:lnTo>
                    <a:pt x="730" y="1578"/>
                  </a:lnTo>
                  <a:lnTo>
                    <a:pt x="758" y="1566"/>
                  </a:lnTo>
                  <a:lnTo>
                    <a:pt x="794" y="1572"/>
                  </a:lnTo>
                  <a:lnTo>
                    <a:pt x="848" y="1600"/>
                  </a:lnTo>
                  <a:lnTo>
                    <a:pt x="875" y="1628"/>
                  </a:lnTo>
                  <a:lnTo>
                    <a:pt x="885" y="1656"/>
                  </a:lnTo>
                  <a:lnTo>
                    <a:pt x="903" y="1713"/>
                  </a:lnTo>
                  <a:lnTo>
                    <a:pt x="901" y="1759"/>
                  </a:lnTo>
                  <a:lnTo>
                    <a:pt x="903" y="1793"/>
                  </a:lnTo>
                  <a:lnTo>
                    <a:pt x="937" y="1817"/>
                  </a:lnTo>
                  <a:lnTo>
                    <a:pt x="933" y="1857"/>
                  </a:lnTo>
                  <a:lnTo>
                    <a:pt x="933" y="1857"/>
                  </a:lnTo>
                  <a:lnTo>
                    <a:pt x="937" y="1873"/>
                  </a:lnTo>
                  <a:lnTo>
                    <a:pt x="941" y="1883"/>
                  </a:lnTo>
                  <a:lnTo>
                    <a:pt x="943" y="1887"/>
                  </a:lnTo>
                  <a:lnTo>
                    <a:pt x="943" y="1887"/>
                  </a:lnTo>
                  <a:lnTo>
                    <a:pt x="1011" y="1913"/>
                  </a:lnTo>
                  <a:lnTo>
                    <a:pt x="1015" y="1921"/>
                  </a:lnTo>
                  <a:lnTo>
                    <a:pt x="1015" y="1921"/>
                  </a:lnTo>
                  <a:lnTo>
                    <a:pt x="1047" y="1921"/>
                  </a:lnTo>
                  <a:lnTo>
                    <a:pt x="1055" y="1909"/>
                  </a:lnTo>
                  <a:lnTo>
                    <a:pt x="1055" y="1873"/>
                  </a:lnTo>
                  <a:lnTo>
                    <a:pt x="1078" y="1825"/>
                  </a:lnTo>
                  <a:lnTo>
                    <a:pt x="1120" y="1779"/>
                  </a:lnTo>
                  <a:lnTo>
                    <a:pt x="1142" y="1747"/>
                  </a:lnTo>
                  <a:lnTo>
                    <a:pt x="1176" y="1735"/>
                  </a:lnTo>
                  <a:lnTo>
                    <a:pt x="1212" y="1705"/>
                  </a:lnTo>
                  <a:lnTo>
                    <a:pt x="1220" y="1687"/>
                  </a:lnTo>
                  <a:lnTo>
                    <a:pt x="1220" y="1687"/>
                  </a:lnTo>
                  <a:lnTo>
                    <a:pt x="1218" y="1677"/>
                  </a:lnTo>
                  <a:lnTo>
                    <a:pt x="1218" y="1670"/>
                  </a:lnTo>
                  <a:lnTo>
                    <a:pt x="1218" y="1668"/>
                  </a:lnTo>
                  <a:lnTo>
                    <a:pt x="1220" y="1666"/>
                  </a:lnTo>
                  <a:lnTo>
                    <a:pt x="1220" y="1666"/>
                  </a:lnTo>
                  <a:lnTo>
                    <a:pt x="1246" y="1654"/>
                  </a:lnTo>
                  <a:lnTo>
                    <a:pt x="1265" y="1644"/>
                  </a:lnTo>
                  <a:lnTo>
                    <a:pt x="1295" y="1608"/>
                  </a:lnTo>
                  <a:lnTo>
                    <a:pt x="1327" y="1588"/>
                  </a:lnTo>
                  <a:lnTo>
                    <a:pt x="1343" y="1588"/>
                  </a:lnTo>
                  <a:lnTo>
                    <a:pt x="1373" y="1600"/>
                  </a:lnTo>
                  <a:lnTo>
                    <a:pt x="1389" y="1604"/>
                  </a:lnTo>
                  <a:lnTo>
                    <a:pt x="1423" y="1604"/>
                  </a:lnTo>
                  <a:lnTo>
                    <a:pt x="1446" y="1602"/>
                  </a:lnTo>
                  <a:lnTo>
                    <a:pt x="1478" y="1624"/>
                  </a:lnTo>
                  <a:lnTo>
                    <a:pt x="1524" y="1668"/>
                  </a:lnTo>
                  <a:lnTo>
                    <a:pt x="1546" y="1672"/>
                  </a:lnTo>
                  <a:lnTo>
                    <a:pt x="1562" y="1709"/>
                  </a:lnTo>
                  <a:lnTo>
                    <a:pt x="1598" y="1733"/>
                  </a:lnTo>
                  <a:lnTo>
                    <a:pt x="1659" y="1741"/>
                  </a:lnTo>
                  <a:lnTo>
                    <a:pt x="1711" y="1745"/>
                  </a:lnTo>
                  <a:lnTo>
                    <a:pt x="1747" y="1739"/>
                  </a:lnTo>
                  <a:lnTo>
                    <a:pt x="1793" y="1749"/>
                  </a:lnTo>
                  <a:lnTo>
                    <a:pt x="1822" y="1767"/>
                  </a:lnTo>
                  <a:lnTo>
                    <a:pt x="1860" y="1767"/>
                  </a:lnTo>
                  <a:lnTo>
                    <a:pt x="1884" y="1765"/>
                  </a:lnTo>
                  <a:lnTo>
                    <a:pt x="1888" y="1745"/>
                  </a:lnTo>
                  <a:lnTo>
                    <a:pt x="1908" y="1723"/>
                  </a:lnTo>
                  <a:lnTo>
                    <a:pt x="1930" y="1713"/>
                  </a:lnTo>
                  <a:lnTo>
                    <a:pt x="1966" y="1691"/>
                  </a:lnTo>
                  <a:lnTo>
                    <a:pt x="1992" y="1670"/>
                  </a:lnTo>
                  <a:lnTo>
                    <a:pt x="2008" y="1644"/>
                  </a:lnTo>
                  <a:lnTo>
                    <a:pt x="2008" y="1626"/>
                  </a:lnTo>
                  <a:lnTo>
                    <a:pt x="2008" y="1626"/>
                  </a:lnTo>
                  <a:lnTo>
                    <a:pt x="2023" y="1614"/>
                  </a:lnTo>
                  <a:lnTo>
                    <a:pt x="2037" y="1600"/>
                  </a:lnTo>
                  <a:lnTo>
                    <a:pt x="2037" y="1600"/>
                  </a:lnTo>
                  <a:lnTo>
                    <a:pt x="2079" y="1558"/>
                  </a:lnTo>
                  <a:lnTo>
                    <a:pt x="2103" y="1538"/>
                  </a:lnTo>
                  <a:lnTo>
                    <a:pt x="2125" y="1532"/>
                  </a:lnTo>
                  <a:lnTo>
                    <a:pt x="2137" y="1552"/>
                  </a:lnTo>
                  <a:lnTo>
                    <a:pt x="2131" y="1600"/>
                  </a:lnTo>
                  <a:lnTo>
                    <a:pt x="2149" y="1614"/>
                  </a:lnTo>
                  <a:lnTo>
                    <a:pt x="2149" y="1640"/>
                  </a:lnTo>
                  <a:lnTo>
                    <a:pt x="2149" y="1666"/>
                  </a:lnTo>
                  <a:lnTo>
                    <a:pt x="2179" y="1662"/>
                  </a:lnTo>
                  <a:lnTo>
                    <a:pt x="2197" y="1644"/>
                  </a:lnTo>
                  <a:lnTo>
                    <a:pt x="2218" y="1636"/>
                  </a:lnTo>
                  <a:lnTo>
                    <a:pt x="2296" y="1616"/>
                  </a:lnTo>
                  <a:lnTo>
                    <a:pt x="2340" y="1588"/>
                  </a:lnTo>
                  <a:lnTo>
                    <a:pt x="2352" y="1568"/>
                  </a:lnTo>
                  <a:lnTo>
                    <a:pt x="2386" y="1552"/>
                  </a:lnTo>
                  <a:lnTo>
                    <a:pt x="2407" y="1536"/>
                  </a:lnTo>
                  <a:lnTo>
                    <a:pt x="2439" y="1512"/>
                  </a:lnTo>
                  <a:lnTo>
                    <a:pt x="2461" y="1496"/>
                  </a:lnTo>
                  <a:lnTo>
                    <a:pt x="2489" y="1464"/>
                  </a:lnTo>
                  <a:lnTo>
                    <a:pt x="2487" y="1460"/>
                  </a:lnTo>
                  <a:lnTo>
                    <a:pt x="2487" y="1407"/>
                  </a:lnTo>
                  <a:lnTo>
                    <a:pt x="2509" y="1369"/>
                  </a:lnTo>
                  <a:lnTo>
                    <a:pt x="2509" y="1369"/>
                  </a:lnTo>
                  <a:lnTo>
                    <a:pt x="2509" y="1351"/>
                  </a:lnTo>
                  <a:lnTo>
                    <a:pt x="2507" y="1337"/>
                  </a:lnTo>
                  <a:lnTo>
                    <a:pt x="2505" y="1327"/>
                  </a:lnTo>
                  <a:lnTo>
                    <a:pt x="2505" y="1327"/>
                  </a:lnTo>
                  <a:lnTo>
                    <a:pt x="2499" y="1307"/>
                  </a:lnTo>
                  <a:lnTo>
                    <a:pt x="2495" y="1289"/>
                  </a:lnTo>
                  <a:lnTo>
                    <a:pt x="2495" y="1289"/>
                  </a:lnTo>
                  <a:lnTo>
                    <a:pt x="2483" y="1251"/>
                  </a:lnTo>
                  <a:lnTo>
                    <a:pt x="2485" y="1189"/>
                  </a:lnTo>
                  <a:lnTo>
                    <a:pt x="2485" y="1155"/>
                  </a:lnTo>
                  <a:lnTo>
                    <a:pt x="2453" y="1122"/>
                  </a:lnTo>
                  <a:lnTo>
                    <a:pt x="2449" y="1094"/>
                  </a:lnTo>
                  <a:lnTo>
                    <a:pt x="2457" y="1066"/>
                  </a:lnTo>
                  <a:lnTo>
                    <a:pt x="2493" y="1018"/>
                  </a:lnTo>
                  <a:lnTo>
                    <a:pt x="2523" y="952"/>
                  </a:lnTo>
                  <a:lnTo>
                    <a:pt x="2529" y="928"/>
                  </a:lnTo>
                  <a:lnTo>
                    <a:pt x="2529" y="894"/>
                  </a:lnTo>
                  <a:lnTo>
                    <a:pt x="2527" y="867"/>
                  </a:lnTo>
                  <a:lnTo>
                    <a:pt x="2543" y="837"/>
                  </a:lnTo>
                  <a:lnTo>
                    <a:pt x="2559" y="809"/>
                  </a:lnTo>
                  <a:lnTo>
                    <a:pt x="2555" y="769"/>
                  </a:lnTo>
                  <a:lnTo>
                    <a:pt x="2567" y="749"/>
                  </a:lnTo>
                  <a:lnTo>
                    <a:pt x="2614" y="727"/>
                  </a:lnTo>
                  <a:lnTo>
                    <a:pt x="2648" y="683"/>
                  </a:lnTo>
                  <a:lnTo>
                    <a:pt x="2674" y="653"/>
                  </a:lnTo>
                  <a:lnTo>
                    <a:pt x="2674" y="653"/>
                  </a:lnTo>
                  <a:lnTo>
                    <a:pt x="2676" y="614"/>
                  </a:lnTo>
                  <a:lnTo>
                    <a:pt x="2676" y="614"/>
                  </a:lnTo>
                  <a:lnTo>
                    <a:pt x="2680" y="580"/>
                  </a:lnTo>
                  <a:lnTo>
                    <a:pt x="2680" y="580"/>
                  </a:lnTo>
                  <a:lnTo>
                    <a:pt x="2690" y="552"/>
                  </a:lnTo>
                  <a:lnTo>
                    <a:pt x="2674" y="518"/>
                  </a:lnTo>
                  <a:close/>
                </a:path>
              </a:pathLst>
            </a:custGeom>
            <a:grpFill/>
            <a:ln w="9525">
              <a:solidFill>
                <a:srgbClr val="0070C0"/>
              </a:solidFill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pPr defTabSz="1474777" latinLnBrk="1"/>
              <a:endParaRPr lang="ko-KR" altLang="en-US" sz="4198"/>
            </a:p>
          </p:txBody>
        </p:sp>
        <p:sp>
          <p:nvSpPr>
            <p:cNvPr id="268" name="Freeform 124">
              <a:extLst>
                <a:ext uri="{FF2B5EF4-FFF2-40B4-BE49-F238E27FC236}">
                  <a16:creationId xmlns:a16="http://schemas.microsoft.com/office/drawing/2014/main" id="{C3248139-91BD-8ECC-B0FE-B24B8E199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763" y="10631488"/>
              <a:ext cx="2473325" cy="2254250"/>
            </a:xfrm>
            <a:custGeom>
              <a:avLst/>
              <a:gdLst>
                <a:gd name="T0" fmla="*/ 1400 w 1558"/>
                <a:gd name="T1" fmla="*/ 492 h 1420"/>
                <a:gd name="T2" fmla="*/ 1343 w 1558"/>
                <a:gd name="T3" fmla="*/ 458 h 1420"/>
                <a:gd name="T4" fmla="*/ 1283 w 1558"/>
                <a:gd name="T5" fmla="*/ 374 h 1420"/>
                <a:gd name="T6" fmla="*/ 1209 w 1558"/>
                <a:gd name="T7" fmla="*/ 384 h 1420"/>
                <a:gd name="T8" fmla="*/ 1182 w 1558"/>
                <a:gd name="T9" fmla="*/ 388 h 1420"/>
                <a:gd name="T10" fmla="*/ 1066 w 1558"/>
                <a:gd name="T11" fmla="*/ 352 h 1420"/>
                <a:gd name="T12" fmla="*/ 951 w 1558"/>
                <a:gd name="T13" fmla="*/ 312 h 1420"/>
                <a:gd name="T14" fmla="*/ 807 w 1558"/>
                <a:gd name="T15" fmla="*/ 334 h 1420"/>
                <a:gd name="T16" fmla="*/ 676 w 1558"/>
                <a:gd name="T17" fmla="*/ 420 h 1420"/>
                <a:gd name="T18" fmla="*/ 611 w 1558"/>
                <a:gd name="T19" fmla="*/ 388 h 1420"/>
                <a:gd name="T20" fmla="*/ 603 w 1558"/>
                <a:gd name="T21" fmla="*/ 225 h 1420"/>
                <a:gd name="T22" fmla="*/ 648 w 1558"/>
                <a:gd name="T23" fmla="*/ 143 h 1420"/>
                <a:gd name="T24" fmla="*/ 589 w 1558"/>
                <a:gd name="T25" fmla="*/ 36 h 1420"/>
                <a:gd name="T26" fmla="*/ 467 w 1558"/>
                <a:gd name="T27" fmla="*/ 0 h 1420"/>
                <a:gd name="T28" fmla="*/ 439 w 1558"/>
                <a:gd name="T29" fmla="*/ 75 h 1420"/>
                <a:gd name="T30" fmla="*/ 384 w 1558"/>
                <a:gd name="T31" fmla="*/ 161 h 1420"/>
                <a:gd name="T32" fmla="*/ 294 w 1558"/>
                <a:gd name="T33" fmla="*/ 277 h 1420"/>
                <a:gd name="T34" fmla="*/ 268 w 1558"/>
                <a:gd name="T35" fmla="*/ 330 h 1420"/>
                <a:gd name="T36" fmla="*/ 213 w 1558"/>
                <a:gd name="T37" fmla="*/ 424 h 1420"/>
                <a:gd name="T38" fmla="*/ 151 w 1558"/>
                <a:gd name="T39" fmla="*/ 478 h 1420"/>
                <a:gd name="T40" fmla="*/ 105 w 1558"/>
                <a:gd name="T41" fmla="*/ 534 h 1420"/>
                <a:gd name="T42" fmla="*/ 8 w 1558"/>
                <a:gd name="T43" fmla="*/ 645 h 1420"/>
                <a:gd name="T44" fmla="*/ 20 w 1558"/>
                <a:gd name="T45" fmla="*/ 763 h 1420"/>
                <a:gd name="T46" fmla="*/ 97 w 1558"/>
                <a:gd name="T47" fmla="*/ 805 h 1420"/>
                <a:gd name="T48" fmla="*/ 115 w 1558"/>
                <a:gd name="T49" fmla="*/ 858 h 1420"/>
                <a:gd name="T50" fmla="*/ 161 w 1558"/>
                <a:gd name="T51" fmla="*/ 982 h 1420"/>
                <a:gd name="T52" fmla="*/ 191 w 1558"/>
                <a:gd name="T53" fmla="*/ 1018 h 1420"/>
                <a:gd name="T54" fmla="*/ 171 w 1558"/>
                <a:gd name="T55" fmla="*/ 1046 h 1420"/>
                <a:gd name="T56" fmla="*/ 187 w 1558"/>
                <a:gd name="T57" fmla="*/ 1123 h 1420"/>
                <a:gd name="T58" fmla="*/ 244 w 1558"/>
                <a:gd name="T59" fmla="*/ 1179 h 1420"/>
                <a:gd name="T60" fmla="*/ 292 w 1558"/>
                <a:gd name="T61" fmla="*/ 1253 h 1420"/>
                <a:gd name="T62" fmla="*/ 348 w 1558"/>
                <a:gd name="T63" fmla="*/ 1193 h 1420"/>
                <a:gd name="T64" fmla="*/ 398 w 1558"/>
                <a:gd name="T65" fmla="*/ 1303 h 1420"/>
                <a:gd name="T66" fmla="*/ 523 w 1558"/>
                <a:gd name="T67" fmla="*/ 1355 h 1420"/>
                <a:gd name="T68" fmla="*/ 589 w 1558"/>
                <a:gd name="T69" fmla="*/ 1420 h 1420"/>
                <a:gd name="T70" fmla="*/ 626 w 1558"/>
                <a:gd name="T71" fmla="*/ 1364 h 1420"/>
                <a:gd name="T72" fmla="*/ 654 w 1558"/>
                <a:gd name="T73" fmla="*/ 1299 h 1420"/>
                <a:gd name="T74" fmla="*/ 730 w 1558"/>
                <a:gd name="T75" fmla="*/ 1193 h 1420"/>
                <a:gd name="T76" fmla="*/ 806 w 1558"/>
                <a:gd name="T77" fmla="*/ 1119 h 1420"/>
                <a:gd name="T78" fmla="*/ 869 w 1558"/>
                <a:gd name="T79" fmla="*/ 1103 h 1420"/>
                <a:gd name="T80" fmla="*/ 861 w 1558"/>
                <a:gd name="T81" fmla="*/ 1022 h 1420"/>
                <a:gd name="T82" fmla="*/ 975 w 1558"/>
                <a:gd name="T83" fmla="*/ 1090 h 1420"/>
                <a:gd name="T84" fmla="*/ 1096 w 1558"/>
                <a:gd name="T85" fmla="*/ 1207 h 1420"/>
                <a:gd name="T86" fmla="*/ 1122 w 1558"/>
                <a:gd name="T87" fmla="*/ 1223 h 1420"/>
                <a:gd name="T88" fmla="*/ 1247 w 1558"/>
                <a:gd name="T89" fmla="*/ 1199 h 1420"/>
                <a:gd name="T90" fmla="*/ 1406 w 1558"/>
                <a:gd name="T91" fmla="*/ 1048 h 1420"/>
                <a:gd name="T92" fmla="*/ 1424 w 1558"/>
                <a:gd name="T93" fmla="*/ 886 h 1420"/>
                <a:gd name="T94" fmla="*/ 1428 w 1558"/>
                <a:gd name="T95" fmla="*/ 755 h 1420"/>
                <a:gd name="T96" fmla="*/ 1474 w 1558"/>
                <a:gd name="T97" fmla="*/ 619 h 1420"/>
                <a:gd name="T98" fmla="*/ 1546 w 1558"/>
                <a:gd name="T99" fmla="*/ 536 h 1420"/>
                <a:gd name="T100" fmla="*/ 1516 w 1558"/>
                <a:gd name="T101" fmla="*/ 536 h 1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58" h="1420">
                  <a:moveTo>
                    <a:pt x="1516" y="536"/>
                  </a:moveTo>
                  <a:lnTo>
                    <a:pt x="1474" y="528"/>
                  </a:lnTo>
                  <a:lnTo>
                    <a:pt x="1448" y="506"/>
                  </a:lnTo>
                  <a:lnTo>
                    <a:pt x="1400" y="492"/>
                  </a:lnTo>
                  <a:lnTo>
                    <a:pt x="1361" y="484"/>
                  </a:lnTo>
                  <a:lnTo>
                    <a:pt x="1361" y="484"/>
                  </a:lnTo>
                  <a:lnTo>
                    <a:pt x="1343" y="458"/>
                  </a:lnTo>
                  <a:lnTo>
                    <a:pt x="1343" y="458"/>
                  </a:lnTo>
                  <a:lnTo>
                    <a:pt x="1331" y="446"/>
                  </a:lnTo>
                  <a:lnTo>
                    <a:pt x="1323" y="436"/>
                  </a:lnTo>
                  <a:lnTo>
                    <a:pt x="1289" y="408"/>
                  </a:lnTo>
                  <a:lnTo>
                    <a:pt x="1283" y="374"/>
                  </a:lnTo>
                  <a:lnTo>
                    <a:pt x="1259" y="366"/>
                  </a:lnTo>
                  <a:lnTo>
                    <a:pt x="1217" y="380"/>
                  </a:lnTo>
                  <a:lnTo>
                    <a:pt x="1217" y="380"/>
                  </a:lnTo>
                  <a:lnTo>
                    <a:pt x="1209" y="384"/>
                  </a:lnTo>
                  <a:lnTo>
                    <a:pt x="1195" y="390"/>
                  </a:lnTo>
                  <a:lnTo>
                    <a:pt x="1195" y="390"/>
                  </a:lnTo>
                  <a:lnTo>
                    <a:pt x="1190" y="390"/>
                  </a:lnTo>
                  <a:lnTo>
                    <a:pt x="1182" y="388"/>
                  </a:lnTo>
                  <a:lnTo>
                    <a:pt x="1172" y="386"/>
                  </a:lnTo>
                  <a:lnTo>
                    <a:pt x="1118" y="380"/>
                  </a:lnTo>
                  <a:lnTo>
                    <a:pt x="1096" y="378"/>
                  </a:lnTo>
                  <a:lnTo>
                    <a:pt x="1066" y="352"/>
                  </a:lnTo>
                  <a:lnTo>
                    <a:pt x="1036" y="338"/>
                  </a:lnTo>
                  <a:lnTo>
                    <a:pt x="1006" y="352"/>
                  </a:lnTo>
                  <a:lnTo>
                    <a:pt x="975" y="342"/>
                  </a:lnTo>
                  <a:lnTo>
                    <a:pt x="951" y="312"/>
                  </a:lnTo>
                  <a:lnTo>
                    <a:pt x="931" y="305"/>
                  </a:lnTo>
                  <a:lnTo>
                    <a:pt x="893" y="312"/>
                  </a:lnTo>
                  <a:lnTo>
                    <a:pt x="849" y="326"/>
                  </a:lnTo>
                  <a:lnTo>
                    <a:pt x="807" y="334"/>
                  </a:lnTo>
                  <a:lnTo>
                    <a:pt x="786" y="354"/>
                  </a:lnTo>
                  <a:lnTo>
                    <a:pt x="774" y="380"/>
                  </a:lnTo>
                  <a:lnTo>
                    <a:pt x="716" y="402"/>
                  </a:lnTo>
                  <a:lnTo>
                    <a:pt x="676" y="420"/>
                  </a:lnTo>
                  <a:lnTo>
                    <a:pt x="632" y="420"/>
                  </a:lnTo>
                  <a:lnTo>
                    <a:pt x="632" y="420"/>
                  </a:lnTo>
                  <a:lnTo>
                    <a:pt x="611" y="388"/>
                  </a:lnTo>
                  <a:lnTo>
                    <a:pt x="611" y="388"/>
                  </a:lnTo>
                  <a:lnTo>
                    <a:pt x="591" y="346"/>
                  </a:lnTo>
                  <a:lnTo>
                    <a:pt x="579" y="314"/>
                  </a:lnTo>
                  <a:lnTo>
                    <a:pt x="579" y="271"/>
                  </a:lnTo>
                  <a:lnTo>
                    <a:pt x="603" y="225"/>
                  </a:lnTo>
                  <a:lnTo>
                    <a:pt x="620" y="173"/>
                  </a:lnTo>
                  <a:lnTo>
                    <a:pt x="620" y="173"/>
                  </a:lnTo>
                  <a:lnTo>
                    <a:pt x="648" y="143"/>
                  </a:lnTo>
                  <a:lnTo>
                    <a:pt x="648" y="143"/>
                  </a:lnTo>
                  <a:lnTo>
                    <a:pt x="650" y="127"/>
                  </a:lnTo>
                  <a:lnTo>
                    <a:pt x="652" y="111"/>
                  </a:lnTo>
                  <a:lnTo>
                    <a:pt x="622" y="71"/>
                  </a:lnTo>
                  <a:lnTo>
                    <a:pt x="589" y="36"/>
                  </a:lnTo>
                  <a:lnTo>
                    <a:pt x="533" y="32"/>
                  </a:lnTo>
                  <a:lnTo>
                    <a:pt x="475" y="14"/>
                  </a:lnTo>
                  <a:lnTo>
                    <a:pt x="467" y="0"/>
                  </a:lnTo>
                  <a:lnTo>
                    <a:pt x="467" y="0"/>
                  </a:lnTo>
                  <a:lnTo>
                    <a:pt x="451" y="16"/>
                  </a:lnTo>
                  <a:lnTo>
                    <a:pt x="443" y="40"/>
                  </a:lnTo>
                  <a:lnTo>
                    <a:pt x="439" y="75"/>
                  </a:lnTo>
                  <a:lnTo>
                    <a:pt x="439" y="75"/>
                  </a:lnTo>
                  <a:lnTo>
                    <a:pt x="437" y="103"/>
                  </a:lnTo>
                  <a:lnTo>
                    <a:pt x="437" y="103"/>
                  </a:lnTo>
                  <a:lnTo>
                    <a:pt x="425" y="129"/>
                  </a:lnTo>
                  <a:lnTo>
                    <a:pt x="384" y="161"/>
                  </a:lnTo>
                  <a:lnTo>
                    <a:pt x="348" y="177"/>
                  </a:lnTo>
                  <a:lnTo>
                    <a:pt x="316" y="189"/>
                  </a:lnTo>
                  <a:lnTo>
                    <a:pt x="300" y="225"/>
                  </a:lnTo>
                  <a:lnTo>
                    <a:pt x="294" y="277"/>
                  </a:lnTo>
                  <a:lnTo>
                    <a:pt x="294" y="277"/>
                  </a:lnTo>
                  <a:lnTo>
                    <a:pt x="284" y="303"/>
                  </a:lnTo>
                  <a:lnTo>
                    <a:pt x="284" y="303"/>
                  </a:lnTo>
                  <a:lnTo>
                    <a:pt x="268" y="330"/>
                  </a:lnTo>
                  <a:lnTo>
                    <a:pt x="238" y="354"/>
                  </a:lnTo>
                  <a:lnTo>
                    <a:pt x="225" y="390"/>
                  </a:lnTo>
                  <a:lnTo>
                    <a:pt x="213" y="424"/>
                  </a:lnTo>
                  <a:lnTo>
                    <a:pt x="213" y="42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65" y="454"/>
                  </a:lnTo>
                  <a:lnTo>
                    <a:pt x="151" y="478"/>
                  </a:lnTo>
                  <a:lnTo>
                    <a:pt x="155" y="500"/>
                  </a:lnTo>
                  <a:lnTo>
                    <a:pt x="157" y="524"/>
                  </a:lnTo>
                  <a:lnTo>
                    <a:pt x="135" y="534"/>
                  </a:lnTo>
                  <a:lnTo>
                    <a:pt x="105" y="534"/>
                  </a:lnTo>
                  <a:lnTo>
                    <a:pt x="67" y="534"/>
                  </a:lnTo>
                  <a:lnTo>
                    <a:pt x="45" y="554"/>
                  </a:lnTo>
                  <a:lnTo>
                    <a:pt x="32" y="583"/>
                  </a:lnTo>
                  <a:lnTo>
                    <a:pt x="8" y="645"/>
                  </a:lnTo>
                  <a:lnTo>
                    <a:pt x="0" y="677"/>
                  </a:lnTo>
                  <a:lnTo>
                    <a:pt x="0" y="711"/>
                  </a:lnTo>
                  <a:lnTo>
                    <a:pt x="10" y="745"/>
                  </a:lnTo>
                  <a:lnTo>
                    <a:pt x="20" y="763"/>
                  </a:lnTo>
                  <a:lnTo>
                    <a:pt x="63" y="785"/>
                  </a:lnTo>
                  <a:lnTo>
                    <a:pt x="63" y="785"/>
                  </a:lnTo>
                  <a:lnTo>
                    <a:pt x="97" y="805"/>
                  </a:lnTo>
                  <a:lnTo>
                    <a:pt x="97" y="805"/>
                  </a:lnTo>
                  <a:lnTo>
                    <a:pt x="113" y="821"/>
                  </a:lnTo>
                  <a:lnTo>
                    <a:pt x="113" y="821"/>
                  </a:lnTo>
                  <a:lnTo>
                    <a:pt x="115" y="858"/>
                  </a:lnTo>
                  <a:lnTo>
                    <a:pt x="115" y="858"/>
                  </a:lnTo>
                  <a:lnTo>
                    <a:pt x="123" y="886"/>
                  </a:lnTo>
                  <a:lnTo>
                    <a:pt x="127" y="920"/>
                  </a:lnTo>
                  <a:lnTo>
                    <a:pt x="143" y="958"/>
                  </a:lnTo>
                  <a:lnTo>
                    <a:pt x="161" y="982"/>
                  </a:lnTo>
                  <a:lnTo>
                    <a:pt x="185" y="1002"/>
                  </a:lnTo>
                  <a:lnTo>
                    <a:pt x="185" y="1002"/>
                  </a:lnTo>
                  <a:lnTo>
                    <a:pt x="191" y="1018"/>
                  </a:lnTo>
                  <a:lnTo>
                    <a:pt x="191" y="1018"/>
                  </a:lnTo>
                  <a:lnTo>
                    <a:pt x="183" y="1032"/>
                  </a:lnTo>
                  <a:lnTo>
                    <a:pt x="183" y="1032"/>
                  </a:lnTo>
                  <a:lnTo>
                    <a:pt x="171" y="1046"/>
                  </a:lnTo>
                  <a:lnTo>
                    <a:pt x="171" y="1046"/>
                  </a:lnTo>
                  <a:lnTo>
                    <a:pt x="167" y="1062"/>
                  </a:lnTo>
                  <a:lnTo>
                    <a:pt x="167" y="1092"/>
                  </a:lnTo>
                  <a:lnTo>
                    <a:pt x="169" y="1107"/>
                  </a:lnTo>
                  <a:lnTo>
                    <a:pt x="187" y="1123"/>
                  </a:lnTo>
                  <a:lnTo>
                    <a:pt x="207" y="1123"/>
                  </a:lnTo>
                  <a:lnTo>
                    <a:pt x="221" y="1131"/>
                  </a:lnTo>
                  <a:lnTo>
                    <a:pt x="233" y="1149"/>
                  </a:lnTo>
                  <a:lnTo>
                    <a:pt x="244" y="1179"/>
                  </a:lnTo>
                  <a:lnTo>
                    <a:pt x="248" y="1189"/>
                  </a:lnTo>
                  <a:lnTo>
                    <a:pt x="266" y="1225"/>
                  </a:lnTo>
                  <a:lnTo>
                    <a:pt x="276" y="1243"/>
                  </a:lnTo>
                  <a:lnTo>
                    <a:pt x="292" y="1253"/>
                  </a:lnTo>
                  <a:lnTo>
                    <a:pt x="310" y="1219"/>
                  </a:lnTo>
                  <a:lnTo>
                    <a:pt x="316" y="1195"/>
                  </a:lnTo>
                  <a:lnTo>
                    <a:pt x="332" y="1179"/>
                  </a:lnTo>
                  <a:lnTo>
                    <a:pt x="348" y="1193"/>
                  </a:lnTo>
                  <a:lnTo>
                    <a:pt x="350" y="1223"/>
                  </a:lnTo>
                  <a:lnTo>
                    <a:pt x="350" y="1269"/>
                  </a:lnTo>
                  <a:lnTo>
                    <a:pt x="362" y="1281"/>
                  </a:lnTo>
                  <a:lnTo>
                    <a:pt x="398" y="1303"/>
                  </a:lnTo>
                  <a:lnTo>
                    <a:pt x="435" y="1307"/>
                  </a:lnTo>
                  <a:lnTo>
                    <a:pt x="477" y="1311"/>
                  </a:lnTo>
                  <a:lnTo>
                    <a:pt x="505" y="1331"/>
                  </a:lnTo>
                  <a:lnTo>
                    <a:pt x="523" y="1355"/>
                  </a:lnTo>
                  <a:lnTo>
                    <a:pt x="527" y="1380"/>
                  </a:lnTo>
                  <a:lnTo>
                    <a:pt x="549" y="1394"/>
                  </a:lnTo>
                  <a:lnTo>
                    <a:pt x="581" y="1408"/>
                  </a:lnTo>
                  <a:lnTo>
                    <a:pt x="589" y="1420"/>
                  </a:lnTo>
                  <a:lnTo>
                    <a:pt x="589" y="1420"/>
                  </a:lnTo>
                  <a:lnTo>
                    <a:pt x="605" y="1412"/>
                  </a:lnTo>
                  <a:lnTo>
                    <a:pt x="618" y="1404"/>
                  </a:lnTo>
                  <a:lnTo>
                    <a:pt x="626" y="1364"/>
                  </a:lnTo>
                  <a:lnTo>
                    <a:pt x="626" y="1364"/>
                  </a:lnTo>
                  <a:lnTo>
                    <a:pt x="640" y="1315"/>
                  </a:lnTo>
                  <a:lnTo>
                    <a:pt x="640" y="1315"/>
                  </a:lnTo>
                  <a:lnTo>
                    <a:pt x="654" y="1299"/>
                  </a:lnTo>
                  <a:lnTo>
                    <a:pt x="668" y="1287"/>
                  </a:lnTo>
                  <a:lnTo>
                    <a:pt x="710" y="1267"/>
                  </a:lnTo>
                  <a:lnTo>
                    <a:pt x="724" y="1235"/>
                  </a:lnTo>
                  <a:lnTo>
                    <a:pt x="730" y="1193"/>
                  </a:lnTo>
                  <a:lnTo>
                    <a:pt x="738" y="1139"/>
                  </a:lnTo>
                  <a:lnTo>
                    <a:pt x="762" y="1117"/>
                  </a:lnTo>
                  <a:lnTo>
                    <a:pt x="792" y="1109"/>
                  </a:lnTo>
                  <a:lnTo>
                    <a:pt x="806" y="1119"/>
                  </a:lnTo>
                  <a:lnTo>
                    <a:pt x="837" y="1123"/>
                  </a:lnTo>
                  <a:lnTo>
                    <a:pt x="837" y="1123"/>
                  </a:lnTo>
                  <a:lnTo>
                    <a:pt x="853" y="1113"/>
                  </a:lnTo>
                  <a:lnTo>
                    <a:pt x="869" y="1103"/>
                  </a:lnTo>
                  <a:lnTo>
                    <a:pt x="869" y="1103"/>
                  </a:lnTo>
                  <a:lnTo>
                    <a:pt x="865" y="1086"/>
                  </a:lnTo>
                  <a:lnTo>
                    <a:pt x="861" y="1072"/>
                  </a:lnTo>
                  <a:lnTo>
                    <a:pt x="861" y="1022"/>
                  </a:lnTo>
                  <a:lnTo>
                    <a:pt x="885" y="1010"/>
                  </a:lnTo>
                  <a:lnTo>
                    <a:pt x="921" y="1010"/>
                  </a:lnTo>
                  <a:lnTo>
                    <a:pt x="963" y="1044"/>
                  </a:lnTo>
                  <a:lnTo>
                    <a:pt x="975" y="1090"/>
                  </a:lnTo>
                  <a:lnTo>
                    <a:pt x="981" y="1109"/>
                  </a:lnTo>
                  <a:lnTo>
                    <a:pt x="1040" y="1127"/>
                  </a:lnTo>
                  <a:lnTo>
                    <a:pt x="1056" y="1143"/>
                  </a:lnTo>
                  <a:lnTo>
                    <a:pt x="1096" y="1207"/>
                  </a:lnTo>
                  <a:lnTo>
                    <a:pt x="1096" y="1207"/>
                  </a:lnTo>
                  <a:lnTo>
                    <a:pt x="1108" y="1215"/>
                  </a:lnTo>
                  <a:lnTo>
                    <a:pt x="1122" y="1223"/>
                  </a:lnTo>
                  <a:lnTo>
                    <a:pt x="1122" y="1223"/>
                  </a:lnTo>
                  <a:lnTo>
                    <a:pt x="1168" y="1223"/>
                  </a:lnTo>
                  <a:lnTo>
                    <a:pt x="1168" y="1223"/>
                  </a:lnTo>
                  <a:lnTo>
                    <a:pt x="1215" y="1223"/>
                  </a:lnTo>
                  <a:lnTo>
                    <a:pt x="1247" y="1199"/>
                  </a:lnTo>
                  <a:lnTo>
                    <a:pt x="1279" y="1161"/>
                  </a:lnTo>
                  <a:lnTo>
                    <a:pt x="1305" y="1137"/>
                  </a:lnTo>
                  <a:lnTo>
                    <a:pt x="1357" y="1076"/>
                  </a:lnTo>
                  <a:lnTo>
                    <a:pt x="1406" y="1048"/>
                  </a:lnTo>
                  <a:lnTo>
                    <a:pt x="1428" y="1026"/>
                  </a:lnTo>
                  <a:lnTo>
                    <a:pt x="1428" y="978"/>
                  </a:lnTo>
                  <a:lnTo>
                    <a:pt x="1416" y="920"/>
                  </a:lnTo>
                  <a:lnTo>
                    <a:pt x="1424" y="886"/>
                  </a:lnTo>
                  <a:lnTo>
                    <a:pt x="1440" y="850"/>
                  </a:lnTo>
                  <a:lnTo>
                    <a:pt x="1440" y="817"/>
                  </a:lnTo>
                  <a:lnTo>
                    <a:pt x="1428" y="797"/>
                  </a:lnTo>
                  <a:lnTo>
                    <a:pt x="1428" y="755"/>
                  </a:lnTo>
                  <a:lnTo>
                    <a:pt x="1440" y="715"/>
                  </a:lnTo>
                  <a:lnTo>
                    <a:pt x="1462" y="689"/>
                  </a:lnTo>
                  <a:lnTo>
                    <a:pt x="1462" y="645"/>
                  </a:lnTo>
                  <a:lnTo>
                    <a:pt x="1474" y="619"/>
                  </a:lnTo>
                  <a:lnTo>
                    <a:pt x="1522" y="587"/>
                  </a:lnTo>
                  <a:lnTo>
                    <a:pt x="1540" y="577"/>
                  </a:lnTo>
                  <a:lnTo>
                    <a:pt x="1532" y="558"/>
                  </a:lnTo>
                  <a:lnTo>
                    <a:pt x="1546" y="536"/>
                  </a:lnTo>
                  <a:lnTo>
                    <a:pt x="1546" y="536"/>
                  </a:lnTo>
                  <a:lnTo>
                    <a:pt x="1558" y="528"/>
                  </a:lnTo>
                  <a:lnTo>
                    <a:pt x="1558" y="528"/>
                  </a:lnTo>
                  <a:lnTo>
                    <a:pt x="1516" y="536"/>
                  </a:lnTo>
                  <a:close/>
                </a:path>
              </a:pathLst>
            </a:custGeom>
            <a:grpFill/>
            <a:ln w="9525">
              <a:solidFill>
                <a:srgbClr val="0070C0"/>
              </a:solidFill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pPr defTabSz="1474777" latinLnBrk="1"/>
              <a:endParaRPr lang="ko-KR" altLang="en-US" sz="4198"/>
            </a:p>
          </p:txBody>
        </p:sp>
        <p:sp>
          <p:nvSpPr>
            <p:cNvPr id="269" name="Freeform 125">
              <a:extLst>
                <a:ext uri="{FF2B5EF4-FFF2-40B4-BE49-F238E27FC236}">
                  <a16:creationId xmlns:a16="http://schemas.microsoft.com/office/drawing/2014/main" id="{5E59478D-7AFE-2855-1649-6A9227DD4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513" y="11595100"/>
              <a:ext cx="2173287" cy="3011488"/>
            </a:xfrm>
            <a:custGeom>
              <a:avLst/>
              <a:gdLst>
                <a:gd name="T0" fmla="*/ 718 w 1369"/>
                <a:gd name="T1" fmla="*/ 0 h 1897"/>
                <a:gd name="T2" fmla="*/ 547 w 1369"/>
                <a:gd name="T3" fmla="*/ 8 h 1897"/>
                <a:gd name="T4" fmla="*/ 457 w 1369"/>
                <a:gd name="T5" fmla="*/ 14 h 1897"/>
                <a:gd name="T6" fmla="*/ 410 w 1369"/>
                <a:gd name="T7" fmla="*/ 38 h 1897"/>
                <a:gd name="T8" fmla="*/ 404 w 1369"/>
                <a:gd name="T9" fmla="*/ 52 h 1897"/>
                <a:gd name="T10" fmla="*/ 376 w 1369"/>
                <a:gd name="T11" fmla="*/ 74 h 1897"/>
                <a:gd name="T12" fmla="*/ 346 w 1369"/>
                <a:gd name="T13" fmla="*/ 84 h 1897"/>
                <a:gd name="T14" fmla="*/ 332 w 1369"/>
                <a:gd name="T15" fmla="*/ 106 h 1897"/>
                <a:gd name="T16" fmla="*/ 248 w 1369"/>
                <a:gd name="T17" fmla="*/ 156 h 1897"/>
                <a:gd name="T18" fmla="*/ 203 w 1369"/>
                <a:gd name="T19" fmla="*/ 144 h 1897"/>
                <a:gd name="T20" fmla="*/ 264 w 1369"/>
                <a:gd name="T21" fmla="*/ 255 h 1897"/>
                <a:gd name="T22" fmla="*/ 252 w 1369"/>
                <a:gd name="T23" fmla="*/ 514 h 1897"/>
                <a:gd name="T24" fmla="*/ 229 w 1369"/>
                <a:gd name="T25" fmla="*/ 642 h 1897"/>
                <a:gd name="T26" fmla="*/ 211 w 1369"/>
                <a:gd name="T27" fmla="*/ 857 h 1897"/>
                <a:gd name="T28" fmla="*/ 135 w 1369"/>
                <a:gd name="T29" fmla="*/ 1048 h 1897"/>
                <a:gd name="T30" fmla="*/ 0 w 1369"/>
                <a:gd name="T31" fmla="*/ 1230 h 1897"/>
                <a:gd name="T32" fmla="*/ 161 w 1369"/>
                <a:gd name="T33" fmla="*/ 1299 h 1897"/>
                <a:gd name="T34" fmla="*/ 280 w 1369"/>
                <a:gd name="T35" fmla="*/ 1349 h 1897"/>
                <a:gd name="T36" fmla="*/ 376 w 1369"/>
                <a:gd name="T37" fmla="*/ 1461 h 1897"/>
                <a:gd name="T38" fmla="*/ 324 w 1369"/>
                <a:gd name="T39" fmla="*/ 1562 h 1897"/>
                <a:gd name="T40" fmla="*/ 384 w 1369"/>
                <a:gd name="T41" fmla="*/ 1574 h 1897"/>
                <a:gd name="T42" fmla="*/ 443 w 1369"/>
                <a:gd name="T43" fmla="*/ 1574 h 1897"/>
                <a:gd name="T44" fmla="*/ 625 w 1369"/>
                <a:gd name="T45" fmla="*/ 1712 h 1897"/>
                <a:gd name="T46" fmla="*/ 816 w 1369"/>
                <a:gd name="T47" fmla="*/ 1833 h 1897"/>
                <a:gd name="T48" fmla="*/ 1052 w 1369"/>
                <a:gd name="T49" fmla="*/ 1835 h 1897"/>
                <a:gd name="T50" fmla="*/ 1062 w 1369"/>
                <a:gd name="T51" fmla="*/ 1740 h 1897"/>
                <a:gd name="T52" fmla="*/ 1084 w 1369"/>
                <a:gd name="T53" fmla="*/ 1668 h 1897"/>
                <a:gd name="T54" fmla="*/ 1158 w 1369"/>
                <a:gd name="T55" fmla="*/ 1598 h 1897"/>
                <a:gd name="T56" fmla="*/ 1194 w 1369"/>
                <a:gd name="T57" fmla="*/ 1465 h 1897"/>
                <a:gd name="T58" fmla="*/ 1184 w 1369"/>
                <a:gd name="T59" fmla="*/ 1383 h 1897"/>
                <a:gd name="T60" fmla="*/ 1164 w 1369"/>
                <a:gd name="T61" fmla="*/ 1333 h 1897"/>
                <a:gd name="T62" fmla="*/ 1184 w 1369"/>
                <a:gd name="T63" fmla="*/ 1307 h 1897"/>
                <a:gd name="T64" fmla="*/ 1209 w 1369"/>
                <a:gd name="T65" fmla="*/ 1291 h 1897"/>
                <a:gd name="T66" fmla="*/ 1215 w 1369"/>
                <a:gd name="T67" fmla="*/ 1264 h 1897"/>
                <a:gd name="T68" fmla="*/ 1196 w 1369"/>
                <a:gd name="T69" fmla="*/ 1226 h 1897"/>
                <a:gd name="T70" fmla="*/ 1231 w 1369"/>
                <a:gd name="T71" fmla="*/ 1082 h 1897"/>
                <a:gd name="T72" fmla="*/ 1277 w 1369"/>
                <a:gd name="T73" fmla="*/ 969 h 1897"/>
                <a:gd name="T74" fmla="*/ 1289 w 1369"/>
                <a:gd name="T75" fmla="*/ 933 h 1897"/>
                <a:gd name="T76" fmla="*/ 1361 w 1369"/>
                <a:gd name="T77" fmla="*/ 843 h 1897"/>
                <a:gd name="T78" fmla="*/ 1361 w 1369"/>
                <a:gd name="T79" fmla="*/ 801 h 1897"/>
                <a:gd name="T80" fmla="*/ 1303 w 1369"/>
                <a:gd name="T81" fmla="*/ 748 h 1897"/>
                <a:gd name="T82" fmla="*/ 1215 w 1369"/>
                <a:gd name="T83" fmla="*/ 700 h 1897"/>
                <a:gd name="T84" fmla="*/ 1130 w 1369"/>
                <a:gd name="T85" fmla="*/ 662 h 1897"/>
                <a:gd name="T86" fmla="*/ 1112 w 1369"/>
                <a:gd name="T87" fmla="*/ 572 h 1897"/>
                <a:gd name="T88" fmla="*/ 1072 w 1369"/>
                <a:gd name="T89" fmla="*/ 646 h 1897"/>
                <a:gd name="T90" fmla="*/ 1028 w 1369"/>
                <a:gd name="T91" fmla="*/ 582 h 1897"/>
                <a:gd name="T92" fmla="*/ 1001 w 1369"/>
                <a:gd name="T93" fmla="*/ 524 h 1897"/>
                <a:gd name="T94" fmla="*/ 949 w 1369"/>
                <a:gd name="T95" fmla="*/ 500 h 1897"/>
                <a:gd name="T96" fmla="*/ 947 w 1369"/>
                <a:gd name="T97" fmla="*/ 455 h 1897"/>
                <a:gd name="T98" fmla="*/ 963 w 1369"/>
                <a:gd name="T99" fmla="*/ 425 h 1897"/>
                <a:gd name="T100" fmla="*/ 971 w 1369"/>
                <a:gd name="T101" fmla="*/ 411 h 1897"/>
                <a:gd name="T102" fmla="*/ 923 w 1369"/>
                <a:gd name="T103" fmla="*/ 351 h 1897"/>
                <a:gd name="T104" fmla="*/ 903 w 1369"/>
                <a:gd name="T105" fmla="*/ 279 h 1897"/>
                <a:gd name="T106" fmla="*/ 893 w 1369"/>
                <a:gd name="T107" fmla="*/ 214 h 1897"/>
                <a:gd name="T108" fmla="*/ 877 w 1369"/>
                <a:gd name="T109" fmla="*/ 198 h 1897"/>
                <a:gd name="T110" fmla="*/ 790 w 1369"/>
                <a:gd name="T111" fmla="*/ 138 h 1897"/>
                <a:gd name="T112" fmla="*/ 788 w 1369"/>
                <a:gd name="T113" fmla="*/ 38 h 1897"/>
                <a:gd name="T114" fmla="*/ 766 w 1369"/>
                <a:gd name="T115" fmla="*/ 22 h 1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69" h="1897">
                  <a:moveTo>
                    <a:pt x="766" y="22"/>
                  </a:moveTo>
                  <a:lnTo>
                    <a:pt x="744" y="8"/>
                  </a:lnTo>
                  <a:lnTo>
                    <a:pt x="718" y="0"/>
                  </a:lnTo>
                  <a:lnTo>
                    <a:pt x="672" y="0"/>
                  </a:lnTo>
                  <a:lnTo>
                    <a:pt x="569" y="0"/>
                  </a:lnTo>
                  <a:lnTo>
                    <a:pt x="547" y="8"/>
                  </a:lnTo>
                  <a:lnTo>
                    <a:pt x="511" y="14"/>
                  </a:lnTo>
                  <a:lnTo>
                    <a:pt x="457" y="14"/>
                  </a:lnTo>
                  <a:lnTo>
                    <a:pt x="457" y="14"/>
                  </a:lnTo>
                  <a:lnTo>
                    <a:pt x="434" y="24"/>
                  </a:lnTo>
                  <a:lnTo>
                    <a:pt x="434" y="24"/>
                  </a:lnTo>
                  <a:lnTo>
                    <a:pt x="410" y="38"/>
                  </a:lnTo>
                  <a:lnTo>
                    <a:pt x="410" y="38"/>
                  </a:lnTo>
                  <a:lnTo>
                    <a:pt x="408" y="42"/>
                  </a:lnTo>
                  <a:lnTo>
                    <a:pt x="404" y="52"/>
                  </a:lnTo>
                  <a:lnTo>
                    <a:pt x="400" y="64"/>
                  </a:lnTo>
                  <a:lnTo>
                    <a:pt x="376" y="74"/>
                  </a:lnTo>
                  <a:lnTo>
                    <a:pt x="376" y="74"/>
                  </a:lnTo>
                  <a:lnTo>
                    <a:pt x="362" y="78"/>
                  </a:lnTo>
                  <a:lnTo>
                    <a:pt x="352" y="80"/>
                  </a:lnTo>
                  <a:lnTo>
                    <a:pt x="346" y="84"/>
                  </a:lnTo>
                  <a:lnTo>
                    <a:pt x="346" y="84"/>
                  </a:lnTo>
                  <a:lnTo>
                    <a:pt x="338" y="96"/>
                  </a:lnTo>
                  <a:lnTo>
                    <a:pt x="332" y="106"/>
                  </a:lnTo>
                  <a:lnTo>
                    <a:pt x="312" y="118"/>
                  </a:lnTo>
                  <a:lnTo>
                    <a:pt x="278" y="136"/>
                  </a:lnTo>
                  <a:lnTo>
                    <a:pt x="248" y="156"/>
                  </a:lnTo>
                  <a:lnTo>
                    <a:pt x="223" y="144"/>
                  </a:lnTo>
                  <a:lnTo>
                    <a:pt x="203" y="144"/>
                  </a:lnTo>
                  <a:lnTo>
                    <a:pt x="203" y="144"/>
                  </a:lnTo>
                  <a:lnTo>
                    <a:pt x="213" y="170"/>
                  </a:lnTo>
                  <a:lnTo>
                    <a:pt x="248" y="227"/>
                  </a:lnTo>
                  <a:lnTo>
                    <a:pt x="264" y="255"/>
                  </a:lnTo>
                  <a:lnTo>
                    <a:pt x="262" y="331"/>
                  </a:lnTo>
                  <a:lnTo>
                    <a:pt x="248" y="429"/>
                  </a:lnTo>
                  <a:lnTo>
                    <a:pt x="252" y="514"/>
                  </a:lnTo>
                  <a:lnTo>
                    <a:pt x="270" y="564"/>
                  </a:lnTo>
                  <a:lnTo>
                    <a:pt x="254" y="612"/>
                  </a:lnTo>
                  <a:lnTo>
                    <a:pt x="229" y="642"/>
                  </a:lnTo>
                  <a:lnTo>
                    <a:pt x="197" y="696"/>
                  </a:lnTo>
                  <a:lnTo>
                    <a:pt x="193" y="773"/>
                  </a:lnTo>
                  <a:lnTo>
                    <a:pt x="211" y="857"/>
                  </a:lnTo>
                  <a:lnTo>
                    <a:pt x="213" y="891"/>
                  </a:lnTo>
                  <a:lnTo>
                    <a:pt x="135" y="999"/>
                  </a:lnTo>
                  <a:lnTo>
                    <a:pt x="135" y="1048"/>
                  </a:lnTo>
                  <a:lnTo>
                    <a:pt x="73" y="1096"/>
                  </a:lnTo>
                  <a:lnTo>
                    <a:pt x="0" y="1162"/>
                  </a:lnTo>
                  <a:lnTo>
                    <a:pt x="0" y="1230"/>
                  </a:lnTo>
                  <a:lnTo>
                    <a:pt x="61" y="1262"/>
                  </a:lnTo>
                  <a:lnTo>
                    <a:pt x="89" y="1242"/>
                  </a:lnTo>
                  <a:lnTo>
                    <a:pt x="161" y="1299"/>
                  </a:lnTo>
                  <a:lnTo>
                    <a:pt x="173" y="1367"/>
                  </a:lnTo>
                  <a:lnTo>
                    <a:pt x="203" y="1367"/>
                  </a:lnTo>
                  <a:lnTo>
                    <a:pt x="280" y="1349"/>
                  </a:lnTo>
                  <a:lnTo>
                    <a:pt x="320" y="1367"/>
                  </a:lnTo>
                  <a:lnTo>
                    <a:pt x="356" y="1415"/>
                  </a:lnTo>
                  <a:lnTo>
                    <a:pt x="376" y="1461"/>
                  </a:lnTo>
                  <a:lnTo>
                    <a:pt x="336" y="1509"/>
                  </a:lnTo>
                  <a:lnTo>
                    <a:pt x="324" y="1562"/>
                  </a:lnTo>
                  <a:lnTo>
                    <a:pt x="324" y="1562"/>
                  </a:lnTo>
                  <a:lnTo>
                    <a:pt x="352" y="1568"/>
                  </a:lnTo>
                  <a:lnTo>
                    <a:pt x="372" y="1572"/>
                  </a:lnTo>
                  <a:lnTo>
                    <a:pt x="384" y="1574"/>
                  </a:lnTo>
                  <a:lnTo>
                    <a:pt x="384" y="1574"/>
                  </a:lnTo>
                  <a:lnTo>
                    <a:pt x="416" y="1574"/>
                  </a:lnTo>
                  <a:lnTo>
                    <a:pt x="443" y="1574"/>
                  </a:lnTo>
                  <a:lnTo>
                    <a:pt x="453" y="1592"/>
                  </a:lnTo>
                  <a:lnTo>
                    <a:pt x="563" y="1550"/>
                  </a:lnTo>
                  <a:lnTo>
                    <a:pt x="625" y="1712"/>
                  </a:lnTo>
                  <a:lnTo>
                    <a:pt x="676" y="1712"/>
                  </a:lnTo>
                  <a:lnTo>
                    <a:pt x="714" y="1724"/>
                  </a:lnTo>
                  <a:lnTo>
                    <a:pt x="816" y="1833"/>
                  </a:lnTo>
                  <a:lnTo>
                    <a:pt x="909" y="1897"/>
                  </a:lnTo>
                  <a:lnTo>
                    <a:pt x="963" y="1897"/>
                  </a:lnTo>
                  <a:lnTo>
                    <a:pt x="1052" y="1835"/>
                  </a:lnTo>
                  <a:lnTo>
                    <a:pt x="1052" y="1835"/>
                  </a:lnTo>
                  <a:lnTo>
                    <a:pt x="1070" y="1790"/>
                  </a:lnTo>
                  <a:lnTo>
                    <a:pt x="1062" y="1740"/>
                  </a:lnTo>
                  <a:lnTo>
                    <a:pt x="1072" y="1704"/>
                  </a:lnTo>
                  <a:lnTo>
                    <a:pt x="1064" y="1672"/>
                  </a:lnTo>
                  <a:lnTo>
                    <a:pt x="1084" y="1668"/>
                  </a:lnTo>
                  <a:lnTo>
                    <a:pt x="1120" y="1650"/>
                  </a:lnTo>
                  <a:lnTo>
                    <a:pt x="1158" y="1598"/>
                  </a:lnTo>
                  <a:lnTo>
                    <a:pt x="1158" y="1598"/>
                  </a:lnTo>
                  <a:lnTo>
                    <a:pt x="1188" y="1572"/>
                  </a:lnTo>
                  <a:lnTo>
                    <a:pt x="1188" y="1511"/>
                  </a:lnTo>
                  <a:lnTo>
                    <a:pt x="1194" y="1465"/>
                  </a:lnTo>
                  <a:lnTo>
                    <a:pt x="1204" y="1449"/>
                  </a:lnTo>
                  <a:lnTo>
                    <a:pt x="1188" y="1415"/>
                  </a:lnTo>
                  <a:lnTo>
                    <a:pt x="1184" y="1383"/>
                  </a:lnTo>
                  <a:lnTo>
                    <a:pt x="1168" y="1353"/>
                  </a:lnTo>
                  <a:lnTo>
                    <a:pt x="1168" y="1353"/>
                  </a:lnTo>
                  <a:lnTo>
                    <a:pt x="1164" y="1333"/>
                  </a:lnTo>
                  <a:lnTo>
                    <a:pt x="1164" y="1333"/>
                  </a:lnTo>
                  <a:lnTo>
                    <a:pt x="1172" y="1319"/>
                  </a:lnTo>
                  <a:lnTo>
                    <a:pt x="1184" y="1307"/>
                  </a:lnTo>
                  <a:lnTo>
                    <a:pt x="1184" y="1307"/>
                  </a:lnTo>
                  <a:lnTo>
                    <a:pt x="1198" y="1299"/>
                  </a:lnTo>
                  <a:lnTo>
                    <a:pt x="1209" y="1291"/>
                  </a:lnTo>
                  <a:lnTo>
                    <a:pt x="1209" y="1291"/>
                  </a:lnTo>
                  <a:lnTo>
                    <a:pt x="1211" y="1280"/>
                  </a:lnTo>
                  <a:lnTo>
                    <a:pt x="1215" y="1264"/>
                  </a:lnTo>
                  <a:lnTo>
                    <a:pt x="1215" y="1264"/>
                  </a:lnTo>
                  <a:lnTo>
                    <a:pt x="1202" y="1244"/>
                  </a:lnTo>
                  <a:lnTo>
                    <a:pt x="1196" y="1226"/>
                  </a:lnTo>
                  <a:lnTo>
                    <a:pt x="1202" y="1152"/>
                  </a:lnTo>
                  <a:lnTo>
                    <a:pt x="1209" y="1120"/>
                  </a:lnTo>
                  <a:lnTo>
                    <a:pt x="1231" y="1082"/>
                  </a:lnTo>
                  <a:lnTo>
                    <a:pt x="1245" y="1048"/>
                  </a:lnTo>
                  <a:lnTo>
                    <a:pt x="1251" y="1011"/>
                  </a:lnTo>
                  <a:lnTo>
                    <a:pt x="1277" y="969"/>
                  </a:lnTo>
                  <a:lnTo>
                    <a:pt x="1277" y="969"/>
                  </a:lnTo>
                  <a:lnTo>
                    <a:pt x="1289" y="933"/>
                  </a:lnTo>
                  <a:lnTo>
                    <a:pt x="1289" y="933"/>
                  </a:lnTo>
                  <a:lnTo>
                    <a:pt x="1301" y="895"/>
                  </a:lnTo>
                  <a:lnTo>
                    <a:pt x="1361" y="843"/>
                  </a:lnTo>
                  <a:lnTo>
                    <a:pt x="1361" y="843"/>
                  </a:lnTo>
                  <a:lnTo>
                    <a:pt x="1365" y="829"/>
                  </a:lnTo>
                  <a:lnTo>
                    <a:pt x="1369" y="813"/>
                  </a:lnTo>
                  <a:lnTo>
                    <a:pt x="1361" y="801"/>
                  </a:lnTo>
                  <a:lnTo>
                    <a:pt x="1329" y="787"/>
                  </a:lnTo>
                  <a:lnTo>
                    <a:pt x="1307" y="773"/>
                  </a:lnTo>
                  <a:lnTo>
                    <a:pt x="1303" y="748"/>
                  </a:lnTo>
                  <a:lnTo>
                    <a:pt x="1285" y="724"/>
                  </a:lnTo>
                  <a:lnTo>
                    <a:pt x="1257" y="704"/>
                  </a:lnTo>
                  <a:lnTo>
                    <a:pt x="1215" y="700"/>
                  </a:lnTo>
                  <a:lnTo>
                    <a:pt x="1178" y="696"/>
                  </a:lnTo>
                  <a:lnTo>
                    <a:pt x="1142" y="674"/>
                  </a:lnTo>
                  <a:lnTo>
                    <a:pt x="1130" y="662"/>
                  </a:lnTo>
                  <a:lnTo>
                    <a:pt x="1130" y="616"/>
                  </a:lnTo>
                  <a:lnTo>
                    <a:pt x="1128" y="586"/>
                  </a:lnTo>
                  <a:lnTo>
                    <a:pt x="1112" y="572"/>
                  </a:lnTo>
                  <a:lnTo>
                    <a:pt x="1096" y="588"/>
                  </a:lnTo>
                  <a:lnTo>
                    <a:pt x="1090" y="612"/>
                  </a:lnTo>
                  <a:lnTo>
                    <a:pt x="1072" y="646"/>
                  </a:lnTo>
                  <a:lnTo>
                    <a:pt x="1056" y="636"/>
                  </a:lnTo>
                  <a:lnTo>
                    <a:pt x="1046" y="618"/>
                  </a:lnTo>
                  <a:lnTo>
                    <a:pt x="1028" y="582"/>
                  </a:lnTo>
                  <a:lnTo>
                    <a:pt x="1024" y="572"/>
                  </a:lnTo>
                  <a:lnTo>
                    <a:pt x="1013" y="542"/>
                  </a:lnTo>
                  <a:lnTo>
                    <a:pt x="1001" y="524"/>
                  </a:lnTo>
                  <a:lnTo>
                    <a:pt x="987" y="516"/>
                  </a:lnTo>
                  <a:lnTo>
                    <a:pt x="967" y="516"/>
                  </a:lnTo>
                  <a:lnTo>
                    <a:pt x="949" y="500"/>
                  </a:lnTo>
                  <a:lnTo>
                    <a:pt x="947" y="485"/>
                  </a:lnTo>
                  <a:lnTo>
                    <a:pt x="947" y="455"/>
                  </a:lnTo>
                  <a:lnTo>
                    <a:pt x="947" y="455"/>
                  </a:lnTo>
                  <a:lnTo>
                    <a:pt x="951" y="439"/>
                  </a:lnTo>
                  <a:lnTo>
                    <a:pt x="951" y="439"/>
                  </a:lnTo>
                  <a:lnTo>
                    <a:pt x="963" y="425"/>
                  </a:lnTo>
                  <a:lnTo>
                    <a:pt x="963" y="425"/>
                  </a:lnTo>
                  <a:lnTo>
                    <a:pt x="971" y="411"/>
                  </a:lnTo>
                  <a:lnTo>
                    <a:pt x="971" y="411"/>
                  </a:lnTo>
                  <a:lnTo>
                    <a:pt x="965" y="395"/>
                  </a:lnTo>
                  <a:lnTo>
                    <a:pt x="941" y="375"/>
                  </a:lnTo>
                  <a:lnTo>
                    <a:pt x="923" y="351"/>
                  </a:lnTo>
                  <a:lnTo>
                    <a:pt x="907" y="313"/>
                  </a:lnTo>
                  <a:lnTo>
                    <a:pt x="903" y="279"/>
                  </a:lnTo>
                  <a:lnTo>
                    <a:pt x="903" y="279"/>
                  </a:lnTo>
                  <a:lnTo>
                    <a:pt x="895" y="251"/>
                  </a:lnTo>
                  <a:lnTo>
                    <a:pt x="895" y="251"/>
                  </a:lnTo>
                  <a:lnTo>
                    <a:pt x="893" y="214"/>
                  </a:lnTo>
                  <a:lnTo>
                    <a:pt x="893" y="214"/>
                  </a:lnTo>
                  <a:lnTo>
                    <a:pt x="877" y="198"/>
                  </a:lnTo>
                  <a:lnTo>
                    <a:pt x="877" y="198"/>
                  </a:lnTo>
                  <a:lnTo>
                    <a:pt x="843" y="178"/>
                  </a:lnTo>
                  <a:lnTo>
                    <a:pt x="800" y="156"/>
                  </a:lnTo>
                  <a:lnTo>
                    <a:pt x="790" y="138"/>
                  </a:lnTo>
                  <a:lnTo>
                    <a:pt x="780" y="104"/>
                  </a:lnTo>
                  <a:lnTo>
                    <a:pt x="780" y="70"/>
                  </a:lnTo>
                  <a:lnTo>
                    <a:pt x="788" y="38"/>
                  </a:lnTo>
                  <a:lnTo>
                    <a:pt x="790" y="30"/>
                  </a:lnTo>
                  <a:lnTo>
                    <a:pt x="790" y="30"/>
                  </a:lnTo>
                  <a:lnTo>
                    <a:pt x="766" y="22"/>
                  </a:lnTo>
                  <a:close/>
                </a:path>
              </a:pathLst>
            </a:custGeom>
            <a:grpFill/>
            <a:ln w="9525">
              <a:solidFill>
                <a:srgbClr val="0070C0"/>
              </a:solidFill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pPr defTabSz="1474777" latinLnBrk="1"/>
              <a:endParaRPr lang="ko-KR" altLang="en-US" sz="4198"/>
            </a:p>
          </p:txBody>
        </p:sp>
        <p:sp>
          <p:nvSpPr>
            <p:cNvPr id="270" name="Freeform 126">
              <a:extLst>
                <a:ext uri="{FF2B5EF4-FFF2-40B4-BE49-F238E27FC236}">
                  <a16:creationId xmlns:a16="http://schemas.microsoft.com/office/drawing/2014/main" id="{16B1DEF9-3745-74F3-3A6B-ECC8510D0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2466975"/>
              <a:ext cx="3814762" cy="3122613"/>
            </a:xfrm>
            <a:custGeom>
              <a:avLst/>
              <a:gdLst>
                <a:gd name="T0" fmla="*/ 155 w 2403"/>
                <a:gd name="T1" fmla="*/ 1152 h 1967"/>
                <a:gd name="T2" fmla="*/ 210 w 2403"/>
                <a:gd name="T3" fmla="*/ 1196 h 1967"/>
                <a:gd name="T4" fmla="*/ 159 w 2403"/>
                <a:gd name="T5" fmla="*/ 1361 h 1967"/>
                <a:gd name="T6" fmla="*/ 284 w 2403"/>
                <a:gd name="T7" fmla="*/ 1427 h 1967"/>
                <a:gd name="T8" fmla="*/ 340 w 2403"/>
                <a:gd name="T9" fmla="*/ 1333 h 1967"/>
                <a:gd name="T10" fmla="*/ 380 w 2403"/>
                <a:gd name="T11" fmla="*/ 1343 h 1967"/>
                <a:gd name="T12" fmla="*/ 481 w 2403"/>
                <a:gd name="T13" fmla="*/ 1469 h 1967"/>
                <a:gd name="T14" fmla="*/ 527 w 2403"/>
                <a:gd name="T15" fmla="*/ 1524 h 1967"/>
                <a:gd name="T16" fmla="*/ 545 w 2403"/>
                <a:gd name="T17" fmla="*/ 1636 h 1967"/>
                <a:gd name="T18" fmla="*/ 594 w 2403"/>
                <a:gd name="T19" fmla="*/ 1688 h 1967"/>
                <a:gd name="T20" fmla="*/ 730 w 2403"/>
                <a:gd name="T21" fmla="*/ 1704 h 1967"/>
                <a:gd name="T22" fmla="*/ 1044 w 2403"/>
                <a:gd name="T23" fmla="*/ 1791 h 1967"/>
                <a:gd name="T24" fmla="*/ 1235 w 2403"/>
                <a:gd name="T25" fmla="*/ 1801 h 1967"/>
                <a:gd name="T26" fmla="*/ 1329 w 2403"/>
                <a:gd name="T27" fmla="*/ 1799 h 1967"/>
                <a:gd name="T28" fmla="*/ 1466 w 2403"/>
                <a:gd name="T29" fmla="*/ 1771 h 1967"/>
                <a:gd name="T30" fmla="*/ 1613 w 2403"/>
                <a:gd name="T31" fmla="*/ 1817 h 1967"/>
                <a:gd name="T32" fmla="*/ 1653 w 2403"/>
                <a:gd name="T33" fmla="*/ 1967 h 1967"/>
                <a:gd name="T34" fmla="*/ 1750 w 2403"/>
                <a:gd name="T35" fmla="*/ 1849 h 1967"/>
                <a:gd name="T36" fmla="*/ 1886 w 2403"/>
                <a:gd name="T37" fmla="*/ 1718 h 1967"/>
                <a:gd name="T38" fmla="*/ 1987 w 2403"/>
                <a:gd name="T39" fmla="*/ 1676 h 1967"/>
                <a:gd name="T40" fmla="*/ 2158 w 2403"/>
                <a:gd name="T41" fmla="*/ 1767 h 1967"/>
                <a:gd name="T42" fmla="*/ 2284 w 2403"/>
                <a:gd name="T43" fmla="*/ 1670 h 1967"/>
                <a:gd name="T44" fmla="*/ 2224 w 2403"/>
                <a:gd name="T45" fmla="*/ 1526 h 1967"/>
                <a:gd name="T46" fmla="*/ 2240 w 2403"/>
                <a:gd name="T47" fmla="*/ 1341 h 1967"/>
                <a:gd name="T48" fmla="*/ 2206 w 2403"/>
                <a:gd name="T49" fmla="*/ 1168 h 1967"/>
                <a:gd name="T50" fmla="*/ 2288 w 2403"/>
                <a:gd name="T51" fmla="*/ 1096 h 1967"/>
                <a:gd name="T52" fmla="*/ 2365 w 2403"/>
                <a:gd name="T53" fmla="*/ 1088 h 1967"/>
                <a:gd name="T54" fmla="*/ 2393 w 2403"/>
                <a:gd name="T55" fmla="*/ 815 h 1967"/>
                <a:gd name="T56" fmla="*/ 2393 w 2403"/>
                <a:gd name="T57" fmla="*/ 793 h 1967"/>
                <a:gd name="T58" fmla="*/ 2294 w 2403"/>
                <a:gd name="T59" fmla="*/ 799 h 1967"/>
                <a:gd name="T60" fmla="*/ 2254 w 2403"/>
                <a:gd name="T61" fmla="*/ 825 h 1967"/>
                <a:gd name="T62" fmla="*/ 2093 w 2403"/>
                <a:gd name="T63" fmla="*/ 725 h 1967"/>
                <a:gd name="T64" fmla="*/ 1959 w 2403"/>
                <a:gd name="T65" fmla="*/ 652 h 1967"/>
                <a:gd name="T66" fmla="*/ 1838 w 2403"/>
                <a:gd name="T67" fmla="*/ 640 h 1967"/>
                <a:gd name="T68" fmla="*/ 1754 w 2403"/>
                <a:gd name="T69" fmla="*/ 542 h 1967"/>
                <a:gd name="T70" fmla="*/ 1661 w 2403"/>
                <a:gd name="T71" fmla="*/ 176 h 1967"/>
                <a:gd name="T72" fmla="*/ 1623 w 2403"/>
                <a:gd name="T73" fmla="*/ 160 h 1967"/>
                <a:gd name="T74" fmla="*/ 1456 w 2403"/>
                <a:gd name="T75" fmla="*/ 227 h 1967"/>
                <a:gd name="T76" fmla="*/ 1215 w 2403"/>
                <a:gd name="T77" fmla="*/ 185 h 1967"/>
                <a:gd name="T78" fmla="*/ 1209 w 2403"/>
                <a:gd name="T79" fmla="*/ 38 h 1967"/>
                <a:gd name="T80" fmla="*/ 1044 w 2403"/>
                <a:gd name="T81" fmla="*/ 38 h 1967"/>
                <a:gd name="T82" fmla="*/ 919 w 2403"/>
                <a:gd name="T83" fmla="*/ 90 h 1967"/>
                <a:gd name="T84" fmla="*/ 957 w 2403"/>
                <a:gd name="T85" fmla="*/ 195 h 1967"/>
                <a:gd name="T86" fmla="*/ 917 w 2403"/>
                <a:gd name="T87" fmla="*/ 289 h 1967"/>
                <a:gd name="T88" fmla="*/ 931 w 2403"/>
                <a:gd name="T89" fmla="*/ 393 h 1967"/>
                <a:gd name="T90" fmla="*/ 839 w 2403"/>
                <a:gd name="T91" fmla="*/ 415 h 1967"/>
                <a:gd name="T92" fmla="*/ 764 w 2403"/>
                <a:gd name="T93" fmla="*/ 468 h 1967"/>
                <a:gd name="T94" fmla="*/ 686 w 2403"/>
                <a:gd name="T95" fmla="*/ 564 h 1967"/>
                <a:gd name="T96" fmla="*/ 608 w 2403"/>
                <a:gd name="T97" fmla="*/ 560 h 1967"/>
                <a:gd name="T98" fmla="*/ 413 w 2403"/>
                <a:gd name="T99" fmla="*/ 542 h 1967"/>
                <a:gd name="T100" fmla="*/ 401 w 2403"/>
                <a:gd name="T101" fmla="*/ 600 h 1967"/>
                <a:gd name="T102" fmla="*/ 374 w 2403"/>
                <a:gd name="T103" fmla="*/ 704 h 1967"/>
                <a:gd name="T104" fmla="*/ 264 w 2403"/>
                <a:gd name="T105" fmla="*/ 717 h 1967"/>
                <a:gd name="T106" fmla="*/ 175 w 2403"/>
                <a:gd name="T107" fmla="*/ 847 h 1967"/>
                <a:gd name="T108" fmla="*/ 9 w 2403"/>
                <a:gd name="T109" fmla="*/ 1008 h 1967"/>
                <a:gd name="T110" fmla="*/ 37 w 2403"/>
                <a:gd name="T111" fmla="*/ 1108 h 1967"/>
                <a:gd name="T112" fmla="*/ 37 w 2403"/>
                <a:gd name="T113" fmla="*/ 1170 h 1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03" h="1967">
                  <a:moveTo>
                    <a:pt x="37" y="1170"/>
                  </a:moveTo>
                  <a:lnTo>
                    <a:pt x="105" y="1166"/>
                  </a:lnTo>
                  <a:lnTo>
                    <a:pt x="139" y="1156"/>
                  </a:lnTo>
                  <a:lnTo>
                    <a:pt x="139" y="1156"/>
                  </a:lnTo>
                  <a:lnTo>
                    <a:pt x="155" y="1152"/>
                  </a:lnTo>
                  <a:lnTo>
                    <a:pt x="167" y="1150"/>
                  </a:lnTo>
                  <a:lnTo>
                    <a:pt x="175" y="1150"/>
                  </a:lnTo>
                  <a:lnTo>
                    <a:pt x="175" y="1150"/>
                  </a:lnTo>
                  <a:lnTo>
                    <a:pt x="206" y="1170"/>
                  </a:lnTo>
                  <a:lnTo>
                    <a:pt x="210" y="1196"/>
                  </a:lnTo>
                  <a:lnTo>
                    <a:pt x="189" y="1214"/>
                  </a:lnTo>
                  <a:lnTo>
                    <a:pt x="179" y="1237"/>
                  </a:lnTo>
                  <a:lnTo>
                    <a:pt x="189" y="1257"/>
                  </a:lnTo>
                  <a:lnTo>
                    <a:pt x="175" y="1319"/>
                  </a:lnTo>
                  <a:lnTo>
                    <a:pt x="159" y="1361"/>
                  </a:lnTo>
                  <a:lnTo>
                    <a:pt x="153" y="1395"/>
                  </a:lnTo>
                  <a:lnTo>
                    <a:pt x="159" y="1415"/>
                  </a:lnTo>
                  <a:lnTo>
                    <a:pt x="179" y="1429"/>
                  </a:lnTo>
                  <a:lnTo>
                    <a:pt x="256" y="1433"/>
                  </a:lnTo>
                  <a:lnTo>
                    <a:pt x="284" y="1427"/>
                  </a:lnTo>
                  <a:lnTo>
                    <a:pt x="318" y="1413"/>
                  </a:lnTo>
                  <a:lnTo>
                    <a:pt x="324" y="1391"/>
                  </a:lnTo>
                  <a:lnTo>
                    <a:pt x="324" y="1359"/>
                  </a:lnTo>
                  <a:lnTo>
                    <a:pt x="324" y="1343"/>
                  </a:lnTo>
                  <a:lnTo>
                    <a:pt x="340" y="1333"/>
                  </a:lnTo>
                  <a:lnTo>
                    <a:pt x="340" y="1333"/>
                  </a:lnTo>
                  <a:lnTo>
                    <a:pt x="368" y="1337"/>
                  </a:lnTo>
                  <a:lnTo>
                    <a:pt x="368" y="1337"/>
                  </a:lnTo>
                  <a:lnTo>
                    <a:pt x="372" y="1339"/>
                  </a:lnTo>
                  <a:lnTo>
                    <a:pt x="380" y="1343"/>
                  </a:lnTo>
                  <a:lnTo>
                    <a:pt x="389" y="1351"/>
                  </a:lnTo>
                  <a:lnTo>
                    <a:pt x="409" y="1381"/>
                  </a:lnTo>
                  <a:lnTo>
                    <a:pt x="433" y="1407"/>
                  </a:lnTo>
                  <a:lnTo>
                    <a:pt x="457" y="1435"/>
                  </a:lnTo>
                  <a:lnTo>
                    <a:pt x="481" y="1469"/>
                  </a:lnTo>
                  <a:lnTo>
                    <a:pt x="481" y="1469"/>
                  </a:lnTo>
                  <a:lnTo>
                    <a:pt x="509" y="1495"/>
                  </a:lnTo>
                  <a:lnTo>
                    <a:pt x="509" y="1495"/>
                  </a:lnTo>
                  <a:lnTo>
                    <a:pt x="519" y="1510"/>
                  </a:lnTo>
                  <a:lnTo>
                    <a:pt x="527" y="1524"/>
                  </a:lnTo>
                  <a:lnTo>
                    <a:pt x="527" y="1524"/>
                  </a:lnTo>
                  <a:lnTo>
                    <a:pt x="535" y="1558"/>
                  </a:lnTo>
                  <a:lnTo>
                    <a:pt x="535" y="1610"/>
                  </a:lnTo>
                  <a:lnTo>
                    <a:pt x="545" y="1636"/>
                  </a:lnTo>
                  <a:lnTo>
                    <a:pt x="545" y="1636"/>
                  </a:lnTo>
                  <a:lnTo>
                    <a:pt x="567" y="1658"/>
                  </a:lnTo>
                  <a:lnTo>
                    <a:pt x="582" y="1674"/>
                  </a:lnTo>
                  <a:lnTo>
                    <a:pt x="588" y="1682"/>
                  </a:lnTo>
                  <a:lnTo>
                    <a:pt x="588" y="1682"/>
                  </a:lnTo>
                  <a:lnTo>
                    <a:pt x="594" y="1688"/>
                  </a:lnTo>
                  <a:lnTo>
                    <a:pt x="604" y="1696"/>
                  </a:lnTo>
                  <a:lnTo>
                    <a:pt x="620" y="1710"/>
                  </a:lnTo>
                  <a:lnTo>
                    <a:pt x="688" y="1710"/>
                  </a:lnTo>
                  <a:lnTo>
                    <a:pt x="688" y="1710"/>
                  </a:lnTo>
                  <a:lnTo>
                    <a:pt x="730" y="1704"/>
                  </a:lnTo>
                  <a:lnTo>
                    <a:pt x="730" y="1704"/>
                  </a:lnTo>
                  <a:lnTo>
                    <a:pt x="791" y="1714"/>
                  </a:lnTo>
                  <a:lnTo>
                    <a:pt x="889" y="1752"/>
                  </a:lnTo>
                  <a:lnTo>
                    <a:pt x="982" y="1777"/>
                  </a:lnTo>
                  <a:lnTo>
                    <a:pt x="1044" y="1791"/>
                  </a:lnTo>
                  <a:lnTo>
                    <a:pt x="1094" y="1819"/>
                  </a:lnTo>
                  <a:lnTo>
                    <a:pt x="1138" y="1835"/>
                  </a:lnTo>
                  <a:lnTo>
                    <a:pt x="1183" y="1833"/>
                  </a:lnTo>
                  <a:lnTo>
                    <a:pt x="1219" y="1817"/>
                  </a:lnTo>
                  <a:lnTo>
                    <a:pt x="1235" y="1801"/>
                  </a:lnTo>
                  <a:lnTo>
                    <a:pt x="1247" y="1779"/>
                  </a:lnTo>
                  <a:lnTo>
                    <a:pt x="1253" y="1765"/>
                  </a:lnTo>
                  <a:lnTo>
                    <a:pt x="1273" y="1761"/>
                  </a:lnTo>
                  <a:lnTo>
                    <a:pt x="1293" y="1771"/>
                  </a:lnTo>
                  <a:lnTo>
                    <a:pt x="1329" y="1799"/>
                  </a:lnTo>
                  <a:lnTo>
                    <a:pt x="1362" y="1805"/>
                  </a:lnTo>
                  <a:lnTo>
                    <a:pt x="1390" y="1813"/>
                  </a:lnTo>
                  <a:lnTo>
                    <a:pt x="1426" y="1799"/>
                  </a:lnTo>
                  <a:lnTo>
                    <a:pt x="1446" y="1771"/>
                  </a:lnTo>
                  <a:lnTo>
                    <a:pt x="1466" y="1771"/>
                  </a:lnTo>
                  <a:lnTo>
                    <a:pt x="1490" y="1779"/>
                  </a:lnTo>
                  <a:lnTo>
                    <a:pt x="1506" y="1787"/>
                  </a:lnTo>
                  <a:lnTo>
                    <a:pt x="1549" y="1787"/>
                  </a:lnTo>
                  <a:lnTo>
                    <a:pt x="1597" y="1793"/>
                  </a:lnTo>
                  <a:lnTo>
                    <a:pt x="1613" y="1817"/>
                  </a:lnTo>
                  <a:lnTo>
                    <a:pt x="1619" y="1855"/>
                  </a:lnTo>
                  <a:lnTo>
                    <a:pt x="1619" y="1883"/>
                  </a:lnTo>
                  <a:lnTo>
                    <a:pt x="1633" y="1925"/>
                  </a:lnTo>
                  <a:lnTo>
                    <a:pt x="1645" y="1935"/>
                  </a:lnTo>
                  <a:lnTo>
                    <a:pt x="1653" y="1967"/>
                  </a:lnTo>
                  <a:lnTo>
                    <a:pt x="1663" y="1965"/>
                  </a:lnTo>
                  <a:lnTo>
                    <a:pt x="1675" y="1965"/>
                  </a:lnTo>
                  <a:lnTo>
                    <a:pt x="1701" y="1949"/>
                  </a:lnTo>
                  <a:lnTo>
                    <a:pt x="1725" y="1911"/>
                  </a:lnTo>
                  <a:lnTo>
                    <a:pt x="1750" y="1849"/>
                  </a:lnTo>
                  <a:lnTo>
                    <a:pt x="1772" y="1821"/>
                  </a:lnTo>
                  <a:lnTo>
                    <a:pt x="1780" y="1779"/>
                  </a:lnTo>
                  <a:lnTo>
                    <a:pt x="1806" y="1742"/>
                  </a:lnTo>
                  <a:lnTo>
                    <a:pt x="1822" y="1724"/>
                  </a:lnTo>
                  <a:lnTo>
                    <a:pt x="1886" y="1718"/>
                  </a:lnTo>
                  <a:lnTo>
                    <a:pt x="1927" y="1704"/>
                  </a:lnTo>
                  <a:lnTo>
                    <a:pt x="1927" y="1704"/>
                  </a:lnTo>
                  <a:lnTo>
                    <a:pt x="1959" y="1686"/>
                  </a:lnTo>
                  <a:lnTo>
                    <a:pt x="1959" y="1686"/>
                  </a:lnTo>
                  <a:lnTo>
                    <a:pt x="1987" y="1676"/>
                  </a:lnTo>
                  <a:lnTo>
                    <a:pt x="2049" y="1670"/>
                  </a:lnTo>
                  <a:lnTo>
                    <a:pt x="2063" y="1696"/>
                  </a:lnTo>
                  <a:lnTo>
                    <a:pt x="2085" y="1720"/>
                  </a:lnTo>
                  <a:lnTo>
                    <a:pt x="2116" y="1740"/>
                  </a:lnTo>
                  <a:lnTo>
                    <a:pt x="2158" y="1767"/>
                  </a:lnTo>
                  <a:lnTo>
                    <a:pt x="2184" y="1769"/>
                  </a:lnTo>
                  <a:lnTo>
                    <a:pt x="2216" y="1738"/>
                  </a:lnTo>
                  <a:lnTo>
                    <a:pt x="2246" y="1710"/>
                  </a:lnTo>
                  <a:lnTo>
                    <a:pt x="2268" y="1680"/>
                  </a:lnTo>
                  <a:lnTo>
                    <a:pt x="2284" y="1670"/>
                  </a:lnTo>
                  <a:lnTo>
                    <a:pt x="2288" y="1638"/>
                  </a:lnTo>
                  <a:lnTo>
                    <a:pt x="2294" y="1610"/>
                  </a:lnTo>
                  <a:lnTo>
                    <a:pt x="2274" y="1578"/>
                  </a:lnTo>
                  <a:lnTo>
                    <a:pt x="2242" y="1550"/>
                  </a:lnTo>
                  <a:lnTo>
                    <a:pt x="2224" y="1526"/>
                  </a:lnTo>
                  <a:lnTo>
                    <a:pt x="2224" y="1481"/>
                  </a:lnTo>
                  <a:lnTo>
                    <a:pt x="2208" y="1449"/>
                  </a:lnTo>
                  <a:lnTo>
                    <a:pt x="2206" y="1419"/>
                  </a:lnTo>
                  <a:lnTo>
                    <a:pt x="2224" y="1389"/>
                  </a:lnTo>
                  <a:lnTo>
                    <a:pt x="2240" y="1341"/>
                  </a:lnTo>
                  <a:lnTo>
                    <a:pt x="2232" y="1317"/>
                  </a:lnTo>
                  <a:lnTo>
                    <a:pt x="2210" y="1275"/>
                  </a:lnTo>
                  <a:lnTo>
                    <a:pt x="2202" y="1249"/>
                  </a:lnTo>
                  <a:lnTo>
                    <a:pt x="2206" y="1168"/>
                  </a:lnTo>
                  <a:lnTo>
                    <a:pt x="2206" y="1168"/>
                  </a:lnTo>
                  <a:lnTo>
                    <a:pt x="2214" y="1142"/>
                  </a:lnTo>
                  <a:lnTo>
                    <a:pt x="2214" y="1142"/>
                  </a:lnTo>
                  <a:lnTo>
                    <a:pt x="2230" y="1100"/>
                  </a:lnTo>
                  <a:lnTo>
                    <a:pt x="2248" y="1088"/>
                  </a:lnTo>
                  <a:lnTo>
                    <a:pt x="2288" y="1096"/>
                  </a:lnTo>
                  <a:lnTo>
                    <a:pt x="2288" y="1096"/>
                  </a:lnTo>
                  <a:lnTo>
                    <a:pt x="2296" y="1100"/>
                  </a:lnTo>
                  <a:lnTo>
                    <a:pt x="2303" y="1102"/>
                  </a:lnTo>
                  <a:lnTo>
                    <a:pt x="2303" y="1102"/>
                  </a:lnTo>
                  <a:lnTo>
                    <a:pt x="2365" y="1088"/>
                  </a:lnTo>
                  <a:lnTo>
                    <a:pt x="2389" y="1082"/>
                  </a:lnTo>
                  <a:lnTo>
                    <a:pt x="2403" y="1042"/>
                  </a:lnTo>
                  <a:lnTo>
                    <a:pt x="2387" y="984"/>
                  </a:lnTo>
                  <a:lnTo>
                    <a:pt x="2387" y="897"/>
                  </a:lnTo>
                  <a:lnTo>
                    <a:pt x="2393" y="815"/>
                  </a:lnTo>
                  <a:lnTo>
                    <a:pt x="2393" y="815"/>
                  </a:lnTo>
                  <a:lnTo>
                    <a:pt x="2393" y="807"/>
                  </a:lnTo>
                  <a:lnTo>
                    <a:pt x="2393" y="799"/>
                  </a:lnTo>
                  <a:lnTo>
                    <a:pt x="2393" y="793"/>
                  </a:lnTo>
                  <a:lnTo>
                    <a:pt x="2393" y="793"/>
                  </a:lnTo>
                  <a:lnTo>
                    <a:pt x="2383" y="781"/>
                  </a:lnTo>
                  <a:lnTo>
                    <a:pt x="2373" y="771"/>
                  </a:lnTo>
                  <a:lnTo>
                    <a:pt x="2351" y="761"/>
                  </a:lnTo>
                  <a:lnTo>
                    <a:pt x="2323" y="771"/>
                  </a:lnTo>
                  <a:lnTo>
                    <a:pt x="2294" y="799"/>
                  </a:lnTo>
                  <a:lnTo>
                    <a:pt x="2294" y="799"/>
                  </a:lnTo>
                  <a:lnTo>
                    <a:pt x="2278" y="813"/>
                  </a:lnTo>
                  <a:lnTo>
                    <a:pt x="2258" y="827"/>
                  </a:lnTo>
                  <a:lnTo>
                    <a:pt x="2258" y="827"/>
                  </a:lnTo>
                  <a:lnTo>
                    <a:pt x="2254" y="825"/>
                  </a:lnTo>
                  <a:lnTo>
                    <a:pt x="2244" y="819"/>
                  </a:lnTo>
                  <a:lnTo>
                    <a:pt x="2232" y="809"/>
                  </a:lnTo>
                  <a:lnTo>
                    <a:pt x="2200" y="795"/>
                  </a:lnTo>
                  <a:lnTo>
                    <a:pt x="2152" y="767"/>
                  </a:lnTo>
                  <a:lnTo>
                    <a:pt x="2093" y="725"/>
                  </a:lnTo>
                  <a:lnTo>
                    <a:pt x="2093" y="727"/>
                  </a:lnTo>
                  <a:lnTo>
                    <a:pt x="2031" y="721"/>
                  </a:lnTo>
                  <a:lnTo>
                    <a:pt x="2031" y="721"/>
                  </a:lnTo>
                  <a:lnTo>
                    <a:pt x="1989" y="680"/>
                  </a:lnTo>
                  <a:lnTo>
                    <a:pt x="1959" y="652"/>
                  </a:lnTo>
                  <a:lnTo>
                    <a:pt x="1949" y="642"/>
                  </a:lnTo>
                  <a:lnTo>
                    <a:pt x="1945" y="638"/>
                  </a:lnTo>
                  <a:lnTo>
                    <a:pt x="1945" y="638"/>
                  </a:lnTo>
                  <a:lnTo>
                    <a:pt x="1838" y="640"/>
                  </a:lnTo>
                  <a:lnTo>
                    <a:pt x="1838" y="640"/>
                  </a:lnTo>
                  <a:lnTo>
                    <a:pt x="1816" y="614"/>
                  </a:lnTo>
                  <a:lnTo>
                    <a:pt x="1790" y="584"/>
                  </a:lnTo>
                  <a:lnTo>
                    <a:pt x="1790" y="584"/>
                  </a:lnTo>
                  <a:lnTo>
                    <a:pt x="1772" y="562"/>
                  </a:lnTo>
                  <a:lnTo>
                    <a:pt x="1754" y="542"/>
                  </a:lnTo>
                  <a:lnTo>
                    <a:pt x="1756" y="478"/>
                  </a:lnTo>
                  <a:lnTo>
                    <a:pt x="1709" y="413"/>
                  </a:lnTo>
                  <a:lnTo>
                    <a:pt x="1687" y="355"/>
                  </a:lnTo>
                  <a:lnTo>
                    <a:pt x="1691" y="209"/>
                  </a:lnTo>
                  <a:lnTo>
                    <a:pt x="1661" y="176"/>
                  </a:lnTo>
                  <a:lnTo>
                    <a:pt x="1661" y="176"/>
                  </a:lnTo>
                  <a:lnTo>
                    <a:pt x="1645" y="166"/>
                  </a:lnTo>
                  <a:lnTo>
                    <a:pt x="1631" y="160"/>
                  </a:lnTo>
                  <a:lnTo>
                    <a:pt x="1627" y="160"/>
                  </a:lnTo>
                  <a:lnTo>
                    <a:pt x="1623" y="160"/>
                  </a:lnTo>
                  <a:lnTo>
                    <a:pt x="1623" y="160"/>
                  </a:lnTo>
                  <a:lnTo>
                    <a:pt x="1609" y="174"/>
                  </a:lnTo>
                  <a:lnTo>
                    <a:pt x="1595" y="187"/>
                  </a:lnTo>
                  <a:lnTo>
                    <a:pt x="1555" y="209"/>
                  </a:lnTo>
                  <a:lnTo>
                    <a:pt x="1456" y="227"/>
                  </a:lnTo>
                  <a:lnTo>
                    <a:pt x="1404" y="217"/>
                  </a:lnTo>
                  <a:lnTo>
                    <a:pt x="1344" y="243"/>
                  </a:lnTo>
                  <a:lnTo>
                    <a:pt x="1305" y="213"/>
                  </a:lnTo>
                  <a:lnTo>
                    <a:pt x="1265" y="229"/>
                  </a:lnTo>
                  <a:lnTo>
                    <a:pt x="1215" y="185"/>
                  </a:lnTo>
                  <a:lnTo>
                    <a:pt x="1215" y="185"/>
                  </a:lnTo>
                  <a:lnTo>
                    <a:pt x="1223" y="68"/>
                  </a:lnTo>
                  <a:lnTo>
                    <a:pt x="1223" y="68"/>
                  </a:lnTo>
                  <a:lnTo>
                    <a:pt x="1219" y="58"/>
                  </a:lnTo>
                  <a:lnTo>
                    <a:pt x="1209" y="38"/>
                  </a:lnTo>
                  <a:lnTo>
                    <a:pt x="1195" y="10"/>
                  </a:lnTo>
                  <a:lnTo>
                    <a:pt x="1148" y="0"/>
                  </a:lnTo>
                  <a:lnTo>
                    <a:pt x="1122" y="34"/>
                  </a:lnTo>
                  <a:lnTo>
                    <a:pt x="1088" y="38"/>
                  </a:lnTo>
                  <a:lnTo>
                    <a:pt x="1044" y="38"/>
                  </a:lnTo>
                  <a:lnTo>
                    <a:pt x="1030" y="26"/>
                  </a:lnTo>
                  <a:lnTo>
                    <a:pt x="1010" y="26"/>
                  </a:lnTo>
                  <a:lnTo>
                    <a:pt x="986" y="26"/>
                  </a:lnTo>
                  <a:lnTo>
                    <a:pt x="959" y="42"/>
                  </a:lnTo>
                  <a:lnTo>
                    <a:pt x="919" y="90"/>
                  </a:lnTo>
                  <a:lnTo>
                    <a:pt x="911" y="110"/>
                  </a:lnTo>
                  <a:lnTo>
                    <a:pt x="913" y="134"/>
                  </a:lnTo>
                  <a:lnTo>
                    <a:pt x="955" y="146"/>
                  </a:lnTo>
                  <a:lnTo>
                    <a:pt x="964" y="164"/>
                  </a:lnTo>
                  <a:lnTo>
                    <a:pt x="957" y="195"/>
                  </a:lnTo>
                  <a:lnTo>
                    <a:pt x="927" y="211"/>
                  </a:lnTo>
                  <a:lnTo>
                    <a:pt x="889" y="217"/>
                  </a:lnTo>
                  <a:lnTo>
                    <a:pt x="877" y="243"/>
                  </a:lnTo>
                  <a:lnTo>
                    <a:pt x="887" y="267"/>
                  </a:lnTo>
                  <a:lnTo>
                    <a:pt x="917" y="289"/>
                  </a:lnTo>
                  <a:lnTo>
                    <a:pt x="951" y="305"/>
                  </a:lnTo>
                  <a:lnTo>
                    <a:pt x="980" y="333"/>
                  </a:lnTo>
                  <a:lnTo>
                    <a:pt x="976" y="361"/>
                  </a:lnTo>
                  <a:lnTo>
                    <a:pt x="957" y="381"/>
                  </a:lnTo>
                  <a:lnTo>
                    <a:pt x="931" y="393"/>
                  </a:lnTo>
                  <a:lnTo>
                    <a:pt x="911" y="367"/>
                  </a:lnTo>
                  <a:lnTo>
                    <a:pt x="897" y="345"/>
                  </a:lnTo>
                  <a:lnTo>
                    <a:pt x="877" y="353"/>
                  </a:lnTo>
                  <a:lnTo>
                    <a:pt x="859" y="395"/>
                  </a:lnTo>
                  <a:lnTo>
                    <a:pt x="839" y="415"/>
                  </a:lnTo>
                  <a:lnTo>
                    <a:pt x="779" y="448"/>
                  </a:lnTo>
                  <a:lnTo>
                    <a:pt x="779" y="448"/>
                  </a:lnTo>
                  <a:lnTo>
                    <a:pt x="771" y="456"/>
                  </a:lnTo>
                  <a:lnTo>
                    <a:pt x="764" y="468"/>
                  </a:lnTo>
                  <a:lnTo>
                    <a:pt x="764" y="468"/>
                  </a:lnTo>
                  <a:lnTo>
                    <a:pt x="760" y="504"/>
                  </a:lnTo>
                  <a:lnTo>
                    <a:pt x="728" y="542"/>
                  </a:lnTo>
                  <a:lnTo>
                    <a:pt x="728" y="542"/>
                  </a:lnTo>
                  <a:lnTo>
                    <a:pt x="686" y="564"/>
                  </a:lnTo>
                  <a:lnTo>
                    <a:pt x="686" y="564"/>
                  </a:lnTo>
                  <a:lnTo>
                    <a:pt x="668" y="572"/>
                  </a:lnTo>
                  <a:lnTo>
                    <a:pt x="652" y="576"/>
                  </a:lnTo>
                  <a:lnTo>
                    <a:pt x="652" y="576"/>
                  </a:lnTo>
                  <a:lnTo>
                    <a:pt x="628" y="568"/>
                  </a:lnTo>
                  <a:lnTo>
                    <a:pt x="608" y="560"/>
                  </a:lnTo>
                  <a:lnTo>
                    <a:pt x="561" y="538"/>
                  </a:lnTo>
                  <a:lnTo>
                    <a:pt x="521" y="536"/>
                  </a:lnTo>
                  <a:lnTo>
                    <a:pt x="451" y="532"/>
                  </a:lnTo>
                  <a:lnTo>
                    <a:pt x="413" y="542"/>
                  </a:lnTo>
                  <a:lnTo>
                    <a:pt x="413" y="542"/>
                  </a:lnTo>
                  <a:lnTo>
                    <a:pt x="407" y="550"/>
                  </a:lnTo>
                  <a:lnTo>
                    <a:pt x="403" y="562"/>
                  </a:lnTo>
                  <a:lnTo>
                    <a:pt x="403" y="562"/>
                  </a:lnTo>
                  <a:lnTo>
                    <a:pt x="395" y="586"/>
                  </a:lnTo>
                  <a:lnTo>
                    <a:pt x="401" y="600"/>
                  </a:lnTo>
                  <a:lnTo>
                    <a:pt x="413" y="666"/>
                  </a:lnTo>
                  <a:lnTo>
                    <a:pt x="413" y="696"/>
                  </a:lnTo>
                  <a:lnTo>
                    <a:pt x="405" y="704"/>
                  </a:lnTo>
                  <a:lnTo>
                    <a:pt x="384" y="711"/>
                  </a:lnTo>
                  <a:lnTo>
                    <a:pt x="374" y="704"/>
                  </a:lnTo>
                  <a:lnTo>
                    <a:pt x="344" y="696"/>
                  </a:lnTo>
                  <a:lnTo>
                    <a:pt x="300" y="700"/>
                  </a:lnTo>
                  <a:lnTo>
                    <a:pt x="276" y="711"/>
                  </a:lnTo>
                  <a:lnTo>
                    <a:pt x="276" y="711"/>
                  </a:lnTo>
                  <a:lnTo>
                    <a:pt x="264" y="717"/>
                  </a:lnTo>
                  <a:lnTo>
                    <a:pt x="250" y="725"/>
                  </a:lnTo>
                  <a:lnTo>
                    <a:pt x="250" y="725"/>
                  </a:lnTo>
                  <a:lnTo>
                    <a:pt x="222" y="761"/>
                  </a:lnTo>
                  <a:lnTo>
                    <a:pt x="198" y="795"/>
                  </a:lnTo>
                  <a:lnTo>
                    <a:pt x="175" y="847"/>
                  </a:lnTo>
                  <a:lnTo>
                    <a:pt x="153" y="903"/>
                  </a:lnTo>
                  <a:lnTo>
                    <a:pt x="129" y="931"/>
                  </a:lnTo>
                  <a:lnTo>
                    <a:pt x="85" y="953"/>
                  </a:lnTo>
                  <a:lnTo>
                    <a:pt x="37" y="984"/>
                  </a:lnTo>
                  <a:lnTo>
                    <a:pt x="9" y="1008"/>
                  </a:lnTo>
                  <a:lnTo>
                    <a:pt x="0" y="1036"/>
                  </a:lnTo>
                  <a:lnTo>
                    <a:pt x="3" y="1060"/>
                  </a:lnTo>
                  <a:lnTo>
                    <a:pt x="9" y="1074"/>
                  </a:lnTo>
                  <a:lnTo>
                    <a:pt x="27" y="1086"/>
                  </a:lnTo>
                  <a:lnTo>
                    <a:pt x="37" y="1108"/>
                  </a:lnTo>
                  <a:lnTo>
                    <a:pt x="31" y="1136"/>
                  </a:lnTo>
                  <a:lnTo>
                    <a:pt x="13" y="1158"/>
                  </a:lnTo>
                  <a:lnTo>
                    <a:pt x="0" y="1170"/>
                  </a:lnTo>
                  <a:lnTo>
                    <a:pt x="0" y="1170"/>
                  </a:lnTo>
                  <a:lnTo>
                    <a:pt x="37" y="1170"/>
                  </a:lnTo>
                  <a:close/>
                </a:path>
              </a:pathLst>
            </a:custGeom>
            <a:grpFill/>
            <a:ln w="9525">
              <a:solidFill>
                <a:srgbClr val="0070C0"/>
              </a:solidFill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pPr defTabSz="1474777" latinLnBrk="1"/>
              <a:endParaRPr lang="ko-KR" altLang="en-US" sz="4198"/>
            </a:p>
          </p:txBody>
        </p:sp>
        <p:sp>
          <p:nvSpPr>
            <p:cNvPr id="271" name="Freeform 127">
              <a:extLst>
                <a:ext uri="{FF2B5EF4-FFF2-40B4-BE49-F238E27FC236}">
                  <a16:creationId xmlns:a16="http://schemas.microsoft.com/office/drawing/2014/main" id="{BB426203-74F2-310D-1BDD-418087044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075" y="4184650"/>
              <a:ext cx="3181350" cy="3783013"/>
            </a:xfrm>
            <a:custGeom>
              <a:avLst/>
              <a:gdLst>
                <a:gd name="T0" fmla="*/ 543 w 2004"/>
                <a:gd name="T1" fmla="*/ 1845 h 2383"/>
                <a:gd name="T2" fmla="*/ 746 w 2004"/>
                <a:gd name="T3" fmla="*/ 1925 h 2383"/>
                <a:gd name="T4" fmla="*/ 846 w 2004"/>
                <a:gd name="T5" fmla="*/ 1841 h 2383"/>
                <a:gd name="T6" fmla="*/ 931 w 2004"/>
                <a:gd name="T7" fmla="*/ 1877 h 2383"/>
                <a:gd name="T8" fmla="*/ 1021 w 2004"/>
                <a:gd name="T9" fmla="*/ 1867 h 2383"/>
                <a:gd name="T10" fmla="*/ 1049 w 2004"/>
                <a:gd name="T11" fmla="*/ 2046 h 2383"/>
                <a:gd name="T12" fmla="*/ 1077 w 2004"/>
                <a:gd name="T13" fmla="*/ 2074 h 2383"/>
                <a:gd name="T14" fmla="*/ 1092 w 2004"/>
                <a:gd name="T15" fmla="*/ 2120 h 2383"/>
                <a:gd name="T16" fmla="*/ 1246 w 2004"/>
                <a:gd name="T17" fmla="*/ 2120 h 2383"/>
                <a:gd name="T18" fmla="*/ 1295 w 2004"/>
                <a:gd name="T19" fmla="*/ 2116 h 2383"/>
                <a:gd name="T20" fmla="*/ 1427 w 2004"/>
                <a:gd name="T21" fmla="*/ 2022 h 2383"/>
                <a:gd name="T22" fmla="*/ 1566 w 2004"/>
                <a:gd name="T23" fmla="*/ 2170 h 2383"/>
                <a:gd name="T24" fmla="*/ 1650 w 2004"/>
                <a:gd name="T25" fmla="*/ 2279 h 2383"/>
                <a:gd name="T26" fmla="*/ 1695 w 2004"/>
                <a:gd name="T27" fmla="*/ 2319 h 2383"/>
                <a:gd name="T28" fmla="*/ 1864 w 2004"/>
                <a:gd name="T29" fmla="*/ 2216 h 2383"/>
                <a:gd name="T30" fmla="*/ 1874 w 2004"/>
                <a:gd name="T31" fmla="*/ 2120 h 2383"/>
                <a:gd name="T32" fmla="*/ 1785 w 2004"/>
                <a:gd name="T33" fmla="*/ 2074 h 2383"/>
                <a:gd name="T34" fmla="*/ 1727 w 2004"/>
                <a:gd name="T35" fmla="*/ 2002 h 2383"/>
                <a:gd name="T36" fmla="*/ 1669 w 2004"/>
                <a:gd name="T37" fmla="*/ 1849 h 2383"/>
                <a:gd name="T38" fmla="*/ 1673 w 2004"/>
                <a:gd name="T39" fmla="*/ 1771 h 2383"/>
                <a:gd name="T40" fmla="*/ 1632 w 2004"/>
                <a:gd name="T41" fmla="*/ 1636 h 2383"/>
                <a:gd name="T42" fmla="*/ 1530 w 2004"/>
                <a:gd name="T43" fmla="*/ 1580 h 2383"/>
                <a:gd name="T44" fmla="*/ 1409 w 2004"/>
                <a:gd name="T45" fmla="*/ 1538 h 2383"/>
                <a:gd name="T46" fmla="*/ 1461 w 2004"/>
                <a:gd name="T47" fmla="*/ 1391 h 2383"/>
                <a:gd name="T48" fmla="*/ 1343 w 2004"/>
                <a:gd name="T49" fmla="*/ 1221 h 2383"/>
                <a:gd name="T50" fmla="*/ 1361 w 2004"/>
                <a:gd name="T51" fmla="*/ 1128 h 2383"/>
                <a:gd name="T52" fmla="*/ 1457 w 2004"/>
                <a:gd name="T53" fmla="*/ 1004 h 2383"/>
                <a:gd name="T54" fmla="*/ 1478 w 2004"/>
                <a:gd name="T55" fmla="*/ 867 h 2383"/>
                <a:gd name="T56" fmla="*/ 1504 w 2004"/>
                <a:gd name="T57" fmla="*/ 807 h 2383"/>
                <a:gd name="T58" fmla="*/ 1578 w 2004"/>
                <a:gd name="T59" fmla="*/ 719 h 2383"/>
                <a:gd name="T60" fmla="*/ 1711 w 2004"/>
                <a:gd name="T61" fmla="*/ 632 h 2383"/>
                <a:gd name="T62" fmla="*/ 1880 w 2004"/>
                <a:gd name="T63" fmla="*/ 538 h 2383"/>
                <a:gd name="T64" fmla="*/ 2004 w 2004"/>
                <a:gd name="T65" fmla="*/ 476 h 2383"/>
                <a:gd name="T66" fmla="*/ 1978 w 2004"/>
                <a:gd name="T67" fmla="*/ 413 h 2383"/>
                <a:gd name="T68" fmla="*/ 1858 w 2004"/>
                <a:gd name="T69" fmla="*/ 269 h 2383"/>
                <a:gd name="T70" fmla="*/ 1793 w 2004"/>
                <a:gd name="T71" fmla="*/ 261 h 2383"/>
                <a:gd name="T72" fmla="*/ 1648 w 2004"/>
                <a:gd name="T73" fmla="*/ 347 h 2383"/>
                <a:gd name="T74" fmla="*/ 1648 w 2004"/>
                <a:gd name="T75" fmla="*/ 155 h 2383"/>
                <a:gd name="T76" fmla="*/ 1644 w 2004"/>
                <a:gd name="T77" fmla="*/ 68 h 2383"/>
                <a:gd name="T78" fmla="*/ 1469 w 2004"/>
                <a:gd name="T79" fmla="*/ 88 h 2383"/>
                <a:gd name="T80" fmla="*/ 1357 w 2004"/>
                <a:gd name="T81" fmla="*/ 140 h 2383"/>
                <a:gd name="T82" fmla="*/ 1347 w 2004"/>
                <a:gd name="T83" fmla="*/ 271 h 2383"/>
                <a:gd name="T84" fmla="*/ 1063 w 2004"/>
                <a:gd name="T85" fmla="*/ 159 h 2383"/>
                <a:gd name="T86" fmla="*/ 708 w 2004"/>
                <a:gd name="T87" fmla="*/ 201 h 2383"/>
                <a:gd name="T88" fmla="*/ 551 w 2004"/>
                <a:gd name="T89" fmla="*/ 132 h 2383"/>
                <a:gd name="T90" fmla="*/ 488 w 2004"/>
                <a:gd name="T91" fmla="*/ 0 h 2383"/>
                <a:gd name="T92" fmla="*/ 313 w 2004"/>
                <a:gd name="T93" fmla="*/ 201 h 2383"/>
                <a:gd name="T94" fmla="*/ 64 w 2004"/>
                <a:gd name="T95" fmla="*/ 249 h 2383"/>
                <a:gd name="T96" fmla="*/ 36 w 2004"/>
                <a:gd name="T97" fmla="*/ 532 h 2383"/>
                <a:gd name="T98" fmla="*/ 130 w 2004"/>
                <a:gd name="T99" fmla="*/ 713 h 2383"/>
                <a:gd name="T100" fmla="*/ 307 w 2004"/>
                <a:gd name="T101" fmla="*/ 695 h 2383"/>
                <a:gd name="T102" fmla="*/ 380 w 2004"/>
                <a:gd name="T103" fmla="*/ 791 h 2383"/>
                <a:gd name="T104" fmla="*/ 402 w 2004"/>
                <a:gd name="T105" fmla="*/ 946 h 2383"/>
                <a:gd name="T106" fmla="*/ 555 w 2004"/>
                <a:gd name="T107" fmla="*/ 1343 h 2383"/>
                <a:gd name="T108" fmla="*/ 470 w 2004"/>
                <a:gd name="T109" fmla="*/ 1640 h 2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04" h="2383">
                  <a:moveTo>
                    <a:pt x="494" y="1680"/>
                  </a:moveTo>
                  <a:lnTo>
                    <a:pt x="498" y="1702"/>
                  </a:lnTo>
                  <a:lnTo>
                    <a:pt x="486" y="1718"/>
                  </a:lnTo>
                  <a:lnTo>
                    <a:pt x="486" y="1755"/>
                  </a:lnTo>
                  <a:lnTo>
                    <a:pt x="508" y="1797"/>
                  </a:lnTo>
                  <a:lnTo>
                    <a:pt x="543" y="1845"/>
                  </a:lnTo>
                  <a:lnTo>
                    <a:pt x="563" y="1853"/>
                  </a:lnTo>
                  <a:lnTo>
                    <a:pt x="609" y="1865"/>
                  </a:lnTo>
                  <a:lnTo>
                    <a:pt x="645" y="1881"/>
                  </a:lnTo>
                  <a:lnTo>
                    <a:pt x="667" y="1915"/>
                  </a:lnTo>
                  <a:lnTo>
                    <a:pt x="714" y="1929"/>
                  </a:lnTo>
                  <a:lnTo>
                    <a:pt x="746" y="1925"/>
                  </a:lnTo>
                  <a:lnTo>
                    <a:pt x="762" y="1915"/>
                  </a:lnTo>
                  <a:lnTo>
                    <a:pt x="772" y="1889"/>
                  </a:lnTo>
                  <a:lnTo>
                    <a:pt x="796" y="1855"/>
                  </a:lnTo>
                  <a:lnTo>
                    <a:pt x="820" y="1841"/>
                  </a:lnTo>
                  <a:lnTo>
                    <a:pt x="846" y="1841"/>
                  </a:lnTo>
                  <a:lnTo>
                    <a:pt x="846" y="1841"/>
                  </a:lnTo>
                  <a:lnTo>
                    <a:pt x="872" y="1859"/>
                  </a:lnTo>
                  <a:lnTo>
                    <a:pt x="872" y="1859"/>
                  </a:lnTo>
                  <a:lnTo>
                    <a:pt x="896" y="1873"/>
                  </a:lnTo>
                  <a:lnTo>
                    <a:pt x="896" y="1873"/>
                  </a:lnTo>
                  <a:lnTo>
                    <a:pt x="931" y="1877"/>
                  </a:lnTo>
                  <a:lnTo>
                    <a:pt x="931" y="1877"/>
                  </a:lnTo>
                  <a:lnTo>
                    <a:pt x="935" y="1879"/>
                  </a:lnTo>
                  <a:lnTo>
                    <a:pt x="943" y="1883"/>
                  </a:lnTo>
                  <a:lnTo>
                    <a:pt x="951" y="1889"/>
                  </a:lnTo>
                  <a:lnTo>
                    <a:pt x="979" y="1889"/>
                  </a:lnTo>
                  <a:lnTo>
                    <a:pt x="991" y="1877"/>
                  </a:lnTo>
                  <a:lnTo>
                    <a:pt x="1021" y="1867"/>
                  </a:lnTo>
                  <a:lnTo>
                    <a:pt x="1041" y="1887"/>
                  </a:lnTo>
                  <a:lnTo>
                    <a:pt x="1057" y="1909"/>
                  </a:lnTo>
                  <a:lnTo>
                    <a:pt x="1067" y="1933"/>
                  </a:lnTo>
                  <a:lnTo>
                    <a:pt x="1057" y="2000"/>
                  </a:lnTo>
                  <a:lnTo>
                    <a:pt x="1049" y="2018"/>
                  </a:lnTo>
                  <a:lnTo>
                    <a:pt x="1049" y="2046"/>
                  </a:lnTo>
                  <a:lnTo>
                    <a:pt x="1049" y="2046"/>
                  </a:lnTo>
                  <a:lnTo>
                    <a:pt x="1061" y="2054"/>
                  </a:lnTo>
                  <a:lnTo>
                    <a:pt x="1077" y="2066"/>
                  </a:lnTo>
                  <a:lnTo>
                    <a:pt x="1077" y="2066"/>
                  </a:lnTo>
                  <a:lnTo>
                    <a:pt x="1079" y="2068"/>
                  </a:lnTo>
                  <a:lnTo>
                    <a:pt x="1077" y="2074"/>
                  </a:lnTo>
                  <a:lnTo>
                    <a:pt x="1073" y="2094"/>
                  </a:lnTo>
                  <a:lnTo>
                    <a:pt x="1063" y="2122"/>
                  </a:lnTo>
                  <a:lnTo>
                    <a:pt x="1063" y="2122"/>
                  </a:lnTo>
                  <a:lnTo>
                    <a:pt x="1077" y="2120"/>
                  </a:lnTo>
                  <a:lnTo>
                    <a:pt x="1092" y="2120"/>
                  </a:lnTo>
                  <a:lnTo>
                    <a:pt x="1092" y="2120"/>
                  </a:lnTo>
                  <a:lnTo>
                    <a:pt x="1104" y="2108"/>
                  </a:lnTo>
                  <a:lnTo>
                    <a:pt x="1114" y="2098"/>
                  </a:lnTo>
                  <a:lnTo>
                    <a:pt x="1156" y="2082"/>
                  </a:lnTo>
                  <a:lnTo>
                    <a:pt x="1174" y="2102"/>
                  </a:lnTo>
                  <a:lnTo>
                    <a:pt x="1212" y="2122"/>
                  </a:lnTo>
                  <a:lnTo>
                    <a:pt x="1246" y="2120"/>
                  </a:lnTo>
                  <a:lnTo>
                    <a:pt x="1276" y="2136"/>
                  </a:lnTo>
                  <a:lnTo>
                    <a:pt x="1276" y="2136"/>
                  </a:lnTo>
                  <a:lnTo>
                    <a:pt x="1295" y="2130"/>
                  </a:lnTo>
                  <a:lnTo>
                    <a:pt x="1295" y="2130"/>
                  </a:lnTo>
                  <a:lnTo>
                    <a:pt x="1295" y="2126"/>
                  </a:lnTo>
                  <a:lnTo>
                    <a:pt x="1295" y="2116"/>
                  </a:lnTo>
                  <a:lnTo>
                    <a:pt x="1295" y="2102"/>
                  </a:lnTo>
                  <a:lnTo>
                    <a:pt x="1311" y="2066"/>
                  </a:lnTo>
                  <a:lnTo>
                    <a:pt x="1345" y="1998"/>
                  </a:lnTo>
                  <a:lnTo>
                    <a:pt x="1363" y="1991"/>
                  </a:lnTo>
                  <a:lnTo>
                    <a:pt x="1379" y="1994"/>
                  </a:lnTo>
                  <a:lnTo>
                    <a:pt x="1427" y="2022"/>
                  </a:lnTo>
                  <a:lnTo>
                    <a:pt x="1433" y="2056"/>
                  </a:lnTo>
                  <a:lnTo>
                    <a:pt x="1463" y="2072"/>
                  </a:lnTo>
                  <a:lnTo>
                    <a:pt x="1494" y="2082"/>
                  </a:lnTo>
                  <a:lnTo>
                    <a:pt x="1516" y="2120"/>
                  </a:lnTo>
                  <a:lnTo>
                    <a:pt x="1530" y="2154"/>
                  </a:lnTo>
                  <a:lnTo>
                    <a:pt x="1566" y="2170"/>
                  </a:lnTo>
                  <a:lnTo>
                    <a:pt x="1614" y="2176"/>
                  </a:lnTo>
                  <a:lnTo>
                    <a:pt x="1646" y="2178"/>
                  </a:lnTo>
                  <a:lnTo>
                    <a:pt x="1667" y="2198"/>
                  </a:lnTo>
                  <a:lnTo>
                    <a:pt x="1675" y="2224"/>
                  </a:lnTo>
                  <a:lnTo>
                    <a:pt x="1665" y="2256"/>
                  </a:lnTo>
                  <a:lnTo>
                    <a:pt x="1650" y="2279"/>
                  </a:lnTo>
                  <a:lnTo>
                    <a:pt x="1650" y="2347"/>
                  </a:lnTo>
                  <a:lnTo>
                    <a:pt x="1667" y="2383"/>
                  </a:lnTo>
                  <a:lnTo>
                    <a:pt x="1683" y="2383"/>
                  </a:lnTo>
                  <a:lnTo>
                    <a:pt x="1695" y="2375"/>
                  </a:lnTo>
                  <a:lnTo>
                    <a:pt x="1695" y="2339"/>
                  </a:lnTo>
                  <a:lnTo>
                    <a:pt x="1695" y="2319"/>
                  </a:lnTo>
                  <a:lnTo>
                    <a:pt x="1717" y="2295"/>
                  </a:lnTo>
                  <a:lnTo>
                    <a:pt x="1743" y="2273"/>
                  </a:lnTo>
                  <a:lnTo>
                    <a:pt x="1827" y="2236"/>
                  </a:lnTo>
                  <a:lnTo>
                    <a:pt x="1858" y="2224"/>
                  </a:lnTo>
                  <a:lnTo>
                    <a:pt x="1858" y="2224"/>
                  </a:lnTo>
                  <a:lnTo>
                    <a:pt x="1864" y="2216"/>
                  </a:lnTo>
                  <a:lnTo>
                    <a:pt x="1870" y="2206"/>
                  </a:lnTo>
                  <a:lnTo>
                    <a:pt x="1870" y="2206"/>
                  </a:lnTo>
                  <a:lnTo>
                    <a:pt x="1870" y="2178"/>
                  </a:lnTo>
                  <a:lnTo>
                    <a:pt x="1868" y="2154"/>
                  </a:lnTo>
                  <a:lnTo>
                    <a:pt x="1874" y="2120"/>
                  </a:lnTo>
                  <a:lnTo>
                    <a:pt x="1874" y="2120"/>
                  </a:lnTo>
                  <a:lnTo>
                    <a:pt x="1853" y="2122"/>
                  </a:lnTo>
                  <a:lnTo>
                    <a:pt x="1853" y="2122"/>
                  </a:lnTo>
                  <a:lnTo>
                    <a:pt x="1835" y="2118"/>
                  </a:lnTo>
                  <a:lnTo>
                    <a:pt x="1821" y="2112"/>
                  </a:lnTo>
                  <a:lnTo>
                    <a:pt x="1803" y="2088"/>
                  </a:lnTo>
                  <a:lnTo>
                    <a:pt x="1785" y="2074"/>
                  </a:lnTo>
                  <a:lnTo>
                    <a:pt x="1745" y="2064"/>
                  </a:lnTo>
                  <a:lnTo>
                    <a:pt x="1725" y="2036"/>
                  </a:lnTo>
                  <a:lnTo>
                    <a:pt x="1725" y="2036"/>
                  </a:lnTo>
                  <a:lnTo>
                    <a:pt x="1723" y="2012"/>
                  </a:lnTo>
                  <a:lnTo>
                    <a:pt x="1723" y="2012"/>
                  </a:lnTo>
                  <a:lnTo>
                    <a:pt x="1727" y="2002"/>
                  </a:lnTo>
                  <a:lnTo>
                    <a:pt x="1731" y="1994"/>
                  </a:lnTo>
                  <a:lnTo>
                    <a:pt x="1737" y="1961"/>
                  </a:lnTo>
                  <a:lnTo>
                    <a:pt x="1737" y="1921"/>
                  </a:lnTo>
                  <a:lnTo>
                    <a:pt x="1711" y="1895"/>
                  </a:lnTo>
                  <a:lnTo>
                    <a:pt x="1679" y="1877"/>
                  </a:lnTo>
                  <a:lnTo>
                    <a:pt x="1669" y="1849"/>
                  </a:lnTo>
                  <a:lnTo>
                    <a:pt x="1656" y="1821"/>
                  </a:lnTo>
                  <a:lnTo>
                    <a:pt x="1665" y="1797"/>
                  </a:lnTo>
                  <a:lnTo>
                    <a:pt x="1665" y="1797"/>
                  </a:lnTo>
                  <a:lnTo>
                    <a:pt x="1669" y="1785"/>
                  </a:lnTo>
                  <a:lnTo>
                    <a:pt x="1673" y="1771"/>
                  </a:lnTo>
                  <a:lnTo>
                    <a:pt x="1673" y="1771"/>
                  </a:lnTo>
                  <a:lnTo>
                    <a:pt x="1667" y="1753"/>
                  </a:lnTo>
                  <a:lnTo>
                    <a:pt x="1662" y="1737"/>
                  </a:lnTo>
                  <a:lnTo>
                    <a:pt x="1642" y="1702"/>
                  </a:lnTo>
                  <a:lnTo>
                    <a:pt x="1634" y="1678"/>
                  </a:lnTo>
                  <a:lnTo>
                    <a:pt x="1632" y="1636"/>
                  </a:lnTo>
                  <a:lnTo>
                    <a:pt x="1632" y="1636"/>
                  </a:lnTo>
                  <a:lnTo>
                    <a:pt x="1636" y="1610"/>
                  </a:lnTo>
                  <a:lnTo>
                    <a:pt x="1636" y="1610"/>
                  </a:lnTo>
                  <a:lnTo>
                    <a:pt x="1618" y="1600"/>
                  </a:lnTo>
                  <a:lnTo>
                    <a:pt x="1600" y="1592"/>
                  </a:lnTo>
                  <a:lnTo>
                    <a:pt x="1552" y="1568"/>
                  </a:lnTo>
                  <a:lnTo>
                    <a:pt x="1530" y="1580"/>
                  </a:lnTo>
                  <a:lnTo>
                    <a:pt x="1500" y="1602"/>
                  </a:lnTo>
                  <a:lnTo>
                    <a:pt x="1476" y="1598"/>
                  </a:lnTo>
                  <a:lnTo>
                    <a:pt x="1459" y="1586"/>
                  </a:lnTo>
                  <a:lnTo>
                    <a:pt x="1451" y="1550"/>
                  </a:lnTo>
                  <a:lnTo>
                    <a:pt x="1433" y="1526"/>
                  </a:lnTo>
                  <a:lnTo>
                    <a:pt x="1409" y="1538"/>
                  </a:lnTo>
                  <a:lnTo>
                    <a:pt x="1391" y="1552"/>
                  </a:lnTo>
                  <a:lnTo>
                    <a:pt x="1381" y="1526"/>
                  </a:lnTo>
                  <a:lnTo>
                    <a:pt x="1387" y="1496"/>
                  </a:lnTo>
                  <a:lnTo>
                    <a:pt x="1433" y="1443"/>
                  </a:lnTo>
                  <a:lnTo>
                    <a:pt x="1457" y="1425"/>
                  </a:lnTo>
                  <a:lnTo>
                    <a:pt x="1461" y="1391"/>
                  </a:lnTo>
                  <a:lnTo>
                    <a:pt x="1478" y="1363"/>
                  </a:lnTo>
                  <a:lnTo>
                    <a:pt x="1478" y="1329"/>
                  </a:lnTo>
                  <a:lnTo>
                    <a:pt x="1461" y="1319"/>
                  </a:lnTo>
                  <a:lnTo>
                    <a:pt x="1429" y="1315"/>
                  </a:lnTo>
                  <a:lnTo>
                    <a:pt x="1403" y="1289"/>
                  </a:lnTo>
                  <a:lnTo>
                    <a:pt x="1343" y="1221"/>
                  </a:lnTo>
                  <a:lnTo>
                    <a:pt x="1319" y="1196"/>
                  </a:lnTo>
                  <a:lnTo>
                    <a:pt x="1315" y="1178"/>
                  </a:lnTo>
                  <a:lnTo>
                    <a:pt x="1335" y="1170"/>
                  </a:lnTo>
                  <a:lnTo>
                    <a:pt x="1361" y="1166"/>
                  </a:lnTo>
                  <a:lnTo>
                    <a:pt x="1359" y="1136"/>
                  </a:lnTo>
                  <a:lnTo>
                    <a:pt x="1361" y="1128"/>
                  </a:lnTo>
                  <a:lnTo>
                    <a:pt x="1391" y="1120"/>
                  </a:lnTo>
                  <a:lnTo>
                    <a:pt x="1417" y="1110"/>
                  </a:lnTo>
                  <a:lnTo>
                    <a:pt x="1435" y="1090"/>
                  </a:lnTo>
                  <a:lnTo>
                    <a:pt x="1421" y="1064"/>
                  </a:lnTo>
                  <a:lnTo>
                    <a:pt x="1427" y="1044"/>
                  </a:lnTo>
                  <a:lnTo>
                    <a:pt x="1457" y="1004"/>
                  </a:lnTo>
                  <a:lnTo>
                    <a:pt x="1490" y="992"/>
                  </a:lnTo>
                  <a:lnTo>
                    <a:pt x="1502" y="984"/>
                  </a:lnTo>
                  <a:lnTo>
                    <a:pt x="1498" y="944"/>
                  </a:lnTo>
                  <a:lnTo>
                    <a:pt x="1476" y="925"/>
                  </a:lnTo>
                  <a:lnTo>
                    <a:pt x="1474" y="901"/>
                  </a:lnTo>
                  <a:lnTo>
                    <a:pt x="1478" y="867"/>
                  </a:lnTo>
                  <a:lnTo>
                    <a:pt x="1482" y="819"/>
                  </a:lnTo>
                  <a:lnTo>
                    <a:pt x="1482" y="819"/>
                  </a:lnTo>
                  <a:lnTo>
                    <a:pt x="1484" y="815"/>
                  </a:lnTo>
                  <a:lnTo>
                    <a:pt x="1488" y="807"/>
                  </a:lnTo>
                  <a:lnTo>
                    <a:pt x="1488" y="807"/>
                  </a:lnTo>
                  <a:lnTo>
                    <a:pt x="1504" y="807"/>
                  </a:lnTo>
                  <a:lnTo>
                    <a:pt x="1518" y="807"/>
                  </a:lnTo>
                  <a:lnTo>
                    <a:pt x="1536" y="807"/>
                  </a:lnTo>
                  <a:lnTo>
                    <a:pt x="1558" y="783"/>
                  </a:lnTo>
                  <a:lnTo>
                    <a:pt x="1576" y="735"/>
                  </a:lnTo>
                  <a:lnTo>
                    <a:pt x="1576" y="735"/>
                  </a:lnTo>
                  <a:lnTo>
                    <a:pt x="1578" y="719"/>
                  </a:lnTo>
                  <a:lnTo>
                    <a:pt x="1580" y="699"/>
                  </a:lnTo>
                  <a:lnTo>
                    <a:pt x="1580" y="699"/>
                  </a:lnTo>
                  <a:lnTo>
                    <a:pt x="1602" y="662"/>
                  </a:lnTo>
                  <a:lnTo>
                    <a:pt x="1638" y="624"/>
                  </a:lnTo>
                  <a:lnTo>
                    <a:pt x="1679" y="624"/>
                  </a:lnTo>
                  <a:lnTo>
                    <a:pt x="1711" y="632"/>
                  </a:lnTo>
                  <a:lnTo>
                    <a:pt x="1741" y="616"/>
                  </a:lnTo>
                  <a:lnTo>
                    <a:pt x="1799" y="592"/>
                  </a:lnTo>
                  <a:lnTo>
                    <a:pt x="1862" y="570"/>
                  </a:lnTo>
                  <a:lnTo>
                    <a:pt x="1862" y="570"/>
                  </a:lnTo>
                  <a:lnTo>
                    <a:pt x="1872" y="552"/>
                  </a:lnTo>
                  <a:lnTo>
                    <a:pt x="1880" y="538"/>
                  </a:lnTo>
                  <a:lnTo>
                    <a:pt x="1884" y="532"/>
                  </a:lnTo>
                  <a:lnTo>
                    <a:pt x="1884" y="532"/>
                  </a:lnTo>
                  <a:lnTo>
                    <a:pt x="1918" y="518"/>
                  </a:lnTo>
                  <a:lnTo>
                    <a:pt x="1954" y="490"/>
                  </a:lnTo>
                  <a:lnTo>
                    <a:pt x="2004" y="484"/>
                  </a:lnTo>
                  <a:lnTo>
                    <a:pt x="2004" y="476"/>
                  </a:lnTo>
                  <a:lnTo>
                    <a:pt x="2004" y="476"/>
                  </a:lnTo>
                  <a:lnTo>
                    <a:pt x="1996" y="442"/>
                  </a:lnTo>
                  <a:lnTo>
                    <a:pt x="1996" y="442"/>
                  </a:lnTo>
                  <a:lnTo>
                    <a:pt x="1988" y="428"/>
                  </a:lnTo>
                  <a:lnTo>
                    <a:pt x="1978" y="413"/>
                  </a:lnTo>
                  <a:lnTo>
                    <a:pt x="1978" y="413"/>
                  </a:lnTo>
                  <a:lnTo>
                    <a:pt x="1950" y="387"/>
                  </a:lnTo>
                  <a:lnTo>
                    <a:pt x="1926" y="353"/>
                  </a:lnTo>
                  <a:lnTo>
                    <a:pt x="1902" y="325"/>
                  </a:lnTo>
                  <a:lnTo>
                    <a:pt x="1878" y="299"/>
                  </a:lnTo>
                  <a:lnTo>
                    <a:pt x="1858" y="269"/>
                  </a:lnTo>
                  <a:lnTo>
                    <a:pt x="1858" y="269"/>
                  </a:lnTo>
                  <a:lnTo>
                    <a:pt x="1849" y="261"/>
                  </a:lnTo>
                  <a:lnTo>
                    <a:pt x="1841" y="257"/>
                  </a:lnTo>
                  <a:lnTo>
                    <a:pt x="1837" y="255"/>
                  </a:lnTo>
                  <a:lnTo>
                    <a:pt x="1837" y="255"/>
                  </a:lnTo>
                  <a:lnTo>
                    <a:pt x="1809" y="251"/>
                  </a:lnTo>
                  <a:lnTo>
                    <a:pt x="1793" y="261"/>
                  </a:lnTo>
                  <a:lnTo>
                    <a:pt x="1793" y="277"/>
                  </a:lnTo>
                  <a:lnTo>
                    <a:pt x="1793" y="309"/>
                  </a:lnTo>
                  <a:lnTo>
                    <a:pt x="1787" y="331"/>
                  </a:lnTo>
                  <a:lnTo>
                    <a:pt x="1753" y="345"/>
                  </a:lnTo>
                  <a:lnTo>
                    <a:pt x="1725" y="351"/>
                  </a:lnTo>
                  <a:lnTo>
                    <a:pt x="1648" y="347"/>
                  </a:lnTo>
                  <a:lnTo>
                    <a:pt x="1628" y="333"/>
                  </a:lnTo>
                  <a:lnTo>
                    <a:pt x="1622" y="313"/>
                  </a:lnTo>
                  <a:lnTo>
                    <a:pt x="1628" y="279"/>
                  </a:lnTo>
                  <a:lnTo>
                    <a:pt x="1644" y="237"/>
                  </a:lnTo>
                  <a:lnTo>
                    <a:pt x="1658" y="175"/>
                  </a:lnTo>
                  <a:lnTo>
                    <a:pt x="1648" y="155"/>
                  </a:lnTo>
                  <a:lnTo>
                    <a:pt x="1658" y="132"/>
                  </a:lnTo>
                  <a:lnTo>
                    <a:pt x="1679" y="114"/>
                  </a:lnTo>
                  <a:lnTo>
                    <a:pt x="1675" y="88"/>
                  </a:lnTo>
                  <a:lnTo>
                    <a:pt x="1675" y="88"/>
                  </a:lnTo>
                  <a:lnTo>
                    <a:pt x="1644" y="68"/>
                  </a:lnTo>
                  <a:lnTo>
                    <a:pt x="1644" y="68"/>
                  </a:lnTo>
                  <a:lnTo>
                    <a:pt x="1636" y="68"/>
                  </a:lnTo>
                  <a:lnTo>
                    <a:pt x="1624" y="70"/>
                  </a:lnTo>
                  <a:lnTo>
                    <a:pt x="1608" y="74"/>
                  </a:lnTo>
                  <a:lnTo>
                    <a:pt x="1574" y="84"/>
                  </a:lnTo>
                  <a:lnTo>
                    <a:pt x="1506" y="88"/>
                  </a:lnTo>
                  <a:lnTo>
                    <a:pt x="1469" y="88"/>
                  </a:lnTo>
                  <a:lnTo>
                    <a:pt x="1449" y="106"/>
                  </a:lnTo>
                  <a:lnTo>
                    <a:pt x="1449" y="106"/>
                  </a:lnTo>
                  <a:lnTo>
                    <a:pt x="1419" y="120"/>
                  </a:lnTo>
                  <a:lnTo>
                    <a:pt x="1419" y="120"/>
                  </a:lnTo>
                  <a:lnTo>
                    <a:pt x="1387" y="126"/>
                  </a:lnTo>
                  <a:lnTo>
                    <a:pt x="1357" y="140"/>
                  </a:lnTo>
                  <a:lnTo>
                    <a:pt x="1343" y="169"/>
                  </a:lnTo>
                  <a:lnTo>
                    <a:pt x="1349" y="199"/>
                  </a:lnTo>
                  <a:lnTo>
                    <a:pt x="1369" y="223"/>
                  </a:lnTo>
                  <a:lnTo>
                    <a:pt x="1373" y="253"/>
                  </a:lnTo>
                  <a:lnTo>
                    <a:pt x="1367" y="265"/>
                  </a:lnTo>
                  <a:lnTo>
                    <a:pt x="1347" y="271"/>
                  </a:lnTo>
                  <a:lnTo>
                    <a:pt x="1303" y="259"/>
                  </a:lnTo>
                  <a:lnTo>
                    <a:pt x="1264" y="227"/>
                  </a:lnTo>
                  <a:lnTo>
                    <a:pt x="1236" y="193"/>
                  </a:lnTo>
                  <a:lnTo>
                    <a:pt x="1194" y="165"/>
                  </a:lnTo>
                  <a:lnTo>
                    <a:pt x="1132" y="183"/>
                  </a:lnTo>
                  <a:lnTo>
                    <a:pt x="1063" y="159"/>
                  </a:lnTo>
                  <a:lnTo>
                    <a:pt x="981" y="134"/>
                  </a:lnTo>
                  <a:lnTo>
                    <a:pt x="925" y="140"/>
                  </a:lnTo>
                  <a:lnTo>
                    <a:pt x="864" y="215"/>
                  </a:lnTo>
                  <a:lnTo>
                    <a:pt x="832" y="231"/>
                  </a:lnTo>
                  <a:lnTo>
                    <a:pt x="750" y="219"/>
                  </a:lnTo>
                  <a:lnTo>
                    <a:pt x="708" y="201"/>
                  </a:lnTo>
                  <a:lnTo>
                    <a:pt x="667" y="209"/>
                  </a:lnTo>
                  <a:lnTo>
                    <a:pt x="635" y="273"/>
                  </a:lnTo>
                  <a:lnTo>
                    <a:pt x="585" y="315"/>
                  </a:lnTo>
                  <a:lnTo>
                    <a:pt x="551" y="291"/>
                  </a:lnTo>
                  <a:lnTo>
                    <a:pt x="523" y="241"/>
                  </a:lnTo>
                  <a:lnTo>
                    <a:pt x="551" y="132"/>
                  </a:lnTo>
                  <a:lnTo>
                    <a:pt x="551" y="132"/>
                  </a:lnTo>
                  <a:lnTo>
                    <a:pt x="547" y="102"/>
                  </a:lnTo>
                  <a:lnTo>
                    <a:pt x="543" y="82"/>
                  </a:lnTo>
                  <a:lnTo>
                    <a:pt x="541" y="70"/>
                  </a:lnTo>
                  <a:lnTo>
                    <a:pt x="541" y="70"/>
                  </a:lnTo>
                  <a:lnTo>
                    <a:pt x="488" y="0"/>
                  </a:lnTo>
                  <a:lnTo>
                    <a:pt x="438" y="14"/>
                  </a:lnTo>
                  <a:lnTo>
                    <a:pt x="402" y="58"/>
                  </a:lnTo>
                  <a:lnTo>
                    <a:pt x="412" y="120"/>
                  </a:lnTo>
                  <a:lnTo>
                    <a:pt x="374" y="161"/>
                  </a:lnTo>
                  <a:lnTo>
                    <a:pt x="338" y="171"/>
                  </a:lnTo>
                  <a:lnTo>
                    <a:pt x="313" y="201"/>
                  </a:lnTo>
                  <a:lnTo>
                    <a:pt x="257" y="257"/>
                  </a:lnTo>
                  <a:lnTo>
                    <a:pt x="223" y="273"/>
                  </a:lnTo>
                  <a:lnTo>
                    <a:pt x="157" y="249"/>
                  </a:lnTo>
                  <a:lnTo>
                    <a:pt x="110" y="223"/>
                  </a:lnTo>
                  <a:lnTo>
                    <a:pt x="64" y="249"/>
                  </a:lnTo>
                  <a:lnTo>
                    <a:pt x="64" y="249"/>
                  </a:lnTo>
                  <a:lnTo>
                    <a:pt x="46" y="271"/>
                  </a:lnTo>
                  <a:lnTo>
                    <a:pt x="26" y="295"/>
                  </a:lnTo>
                  <a:lnTo>
                    <a:pt x="26" y="295"/>
                  </a:lnTo>
                  <a:lnTo>
                    <a:pt x="0" y="403"/>
                  </a:lnTo>
                  <a:lnTo>
                    <a:pt x="6" y="458"/>
                  </a:lnTo>
                  <a:lnTo>
                    <a:pt x="36" y="532"/>
                  </a:lnTo>
                  <a:lnTo>
                    <a:pt x="72" y="588"/>
                  </a:lnTo>
                  <a:lnTo>
                    <a:pt x="66" y="626"/>
                  </a:lnTo>
                  <a:lnTo>
                    <a:pt x="36" y="666"/>
                  </a:lnTo>
                  <a:lnTo>
                    <a:pt x="68" y="695"/>
                  </a:lnTo>
                  <a:lnTo>
                    <a:pt x="68" y="695"/>
                  </a:lnTo>
                  <a:lnTo>
                    <a:pt x="130" y="713"/>
                  </a:lnTo>
                  <a:lnTo>
                    <a:pt x="191" y="729"/>
                  </a:lnTo>
                  <a:lnTo>
                    <a:pt x="191" y="729"/>
                  </a:lnTo>
                  <a:lnTo>
                    <a:pt x="249" y="717"/>
                  </a:lnTo>
                  <a:lnTo>
                    <a:pt x="249" y="717"/>
                  </a:lnTo>
                  <a:lnTo>
                    <a:pt x="277" y="707"/>
                  </a:lnTo>
                  <a:lnTo>
                    <a:pt x="307" y="695"/>
                  </a:lnTo>
                  <a:lnTo>
                    <a:pt x="307" y="695"/>
                  </a:lnTo>
                  <a:lnTo>
                    <a:pt x="319" y="695"/>
                  </a:lnTo>
                  <a:lnTo>
                    <a:pt x="340" y="699"/>
                  </a:lnTo>
                  <a:lnTo>
                    <a:pt x="368" y="703"/>
                  </a:lnTo>
                  <a:lnTo>
                    <a:pt x="396" y="741"/>
                  </a:lnTo>
                  <a:lnTo>
                    <a:pt x="380" y="791"/>
                  </a:lnTo>
                  <a:lnTo>
                    <a:pt x="362" y="847"/>
                  </a:lnTo>
                  <a:lnTo>
                    <a:pt x="364" y="889"/>
                  </a:lnTo>
                  <a:lnTo>
                    <a:pt x="364" y="889"/>
                  </a:lnTo>
                  <a:lnTo>
                    <a:pt x="386" y="925"/>
                  </a:lnTo>
                  <a:lnTo>
                    <a:pt x="386" y="925"/>
                  </a:lnTo>
                  <a:lnTo>
                    <a:pt x="402" y="946"/>
                  </a:lnTo>
                  <a:lnTo>
                    <a:pt x="414" y="1006"/>
                  </a:lnTo>
                  <a:lnTo>
                    <a:pt x="422" y="1038"/>
                  </a:lnTo>
                  <a:lnTo>
                    <a:pt x="458" y="1104"/>
                  </a:lnTo>
                  <a:lnTo>
                    <a:pt x="521" y="1166"/>
                  </a:lnTo>
                  <a:lnTo>
                    <a:pt x="535" y="1200"/>
                  </a:lnTo>
                  <a:lnTo>
                    <a:pt x="555" y="1343"/>
                  </a:lnTo>
                  <a:lnTo>
                    <a:pt x="537" y="1407"/>
                  </a:lnTo>
                  <a:lnTo>
                    <a:pt x="525" y="1476"/>
                  </a:lnTo>
                  <a:lnTo>
                    <a:pt x="543" y="1522"/>
                  </a:lnTo>
                  <a:lnTo>
                    <a:pt x="551" y="1564"/>
                  </a:lnTo>
                  <a:lnTo>
                    <a:pt x="510" y="1618"/>
                  </a:lnTo>
                  <a:lnTo>
                    <a:pt x="470" y="1640"/>
                  </a:lnTo>
                  <a:lnTo>
                    <a:pt x="470" y="1664"/>
                  </a:lnTo>
                  <a:lnTo>
                    <a:pt x="494" y="1680"/>
                  </a:lnTo>
                  <a:close/>
                </a:path>
              </a:pathLst>
            </a:custGeom>
            <a:grpFill/>
            <a:ln w="9525">
              <a:solidFill>
                <a:srgbClr val="0070C0"/>
              </a:solidFill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pPr defTabSz="1474777" latinLnBrk="1"/>
              <a:endParaRPr lang="ko-KR" altLang="en-US" sz="4198"/>
            </a:p>
          </p:txBody>
        </p:sp>
        <p:sp>
          <p:nvSpPr>
            <p:cNvPr id="272" name="Freeform 128">
              <a:extLst>
                <a:ext uri="{FF2B5EF4-FFF2-40B4-BE49-F238E27FC236}">
                  <a16:creationId xmlns:a16="http://schemas.microsoft.com/office/drawing/2014/main" id="{87A5BD1C-4DAC-E735-EF34-D4AEAC392C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175" y="9837738"/>
              <a:ext cx="1879600" cy="2005013"/>
            </a:xfrm>
            <a:custGeom>
              <a:avLst/>
              <a:gdLst>
                <a:gd name="T0" fmla="*/ 1168 w 1184"/>
                <a:gd name="T1" fmla="*/ 454 h 1263"/>
                <a:gd name="T2" fmla="*/ 1170 w 1184"/>
                <a:gd name="T3" fmla="*/ 386 h 1263"/>
                <a:gd name="T4" fmla="*/ 1135 w 1184"/>
                <a:gd name="T5" fmla="*/ 358 h 1263"/>
                <a:gd name="T6" fmla="*/ 1113 w 1184"/>
                <a:gd name="T7" fmla="*/ 336 h 1263"/>
                <a:gd name="T8" fmla="*/ 1065 w 1184"/>
                <a:gd name="T9" fmla="*/ 328 h 1263"/>
                <a:gd name="T10" fmla="*/ 999 w 1184"/>
                <a:gd name="T11" fmla="*/ 298 h 1263"/>
                <a:gd name="T12" fmla="*/ 946 w 1184"/>
                <a:gd name="T13" fmla="*/ 275 h 1263"/>
                <a:gd name="T14" fmla="*/ 920 w 1184"/>
                <a:gd name="T15" fmla="*/ 239 h 1263"/>
                <a:gd name="T16" fmla="*/ 900 w 1184"/>
                <a:gd name="T17" fmla="*/ 235 h 1263"/>
                <a:gd name="T18" fmla="*/ 888 w 1184"/>
                <a:gd name="T19" fmla="*/ 219 h 1263"/>
                <a:gd name="T20" fmla="*/ 870 w 1184"/>
                <a:gd name="T21" fmla="*/ 193 h 1263"/>
                <a:gd name="T22" fmla="*/ 856 w 1184"/>
                <a:gd name="T23" fmla="*/ 175 h 1263"/>
                <a:gd name="T24" fmla="*/ 854 w 1184"/>
                <a:gd name="T25" fmla="*/ 133 h 1263"/>
                <a:gd name="T26" fmla="*/ 798 w 1184"/>
                <a:gd name="T27" fmla="*/ 77 h 1263"/>
                <a:gd name="T28" fmla="*/ 766 w 1184"/>
                <a:gd name="T29" fmla="*/ 51 h 1263"/>
                <a:gd name="T30" fmla="*/ 749 w 1184"/>
                <a:gd name="T31" fmla="*/ 27 h 1263"/>
                <a:gd name="T32" fmla="*/ 721 w 1184"/>
                <a:gd name="T33" fmla="*/ 0 h 1263"/>
                <a:gd name="T34" fmla="*/ 681 w 1184"/>
                <a:gd name="T35" fmla="*/ 123 h 1263"/>
                <a:gd name="T36" fmla="*/ 615 w 1184"/>
                <a:gd name="T37" fmla="*/ 334 h 1263"/>
                <a:gd name="T38" fmla="*/ 502 w 1184"/>
                <a:gd name="T39" fmla="*/ 408 h 1263"/>
                <a:gd name="T40" fmla="*/ 353 w 1184"/>
                <a:gd name="T41" fmla="*/ 442 h 1263"/>
                <a:gd name="T42" fmla="*/ 235 w 1184"/>
                <a:gd name="T43" fmla="*/ 518 h 1263"/>
                <a:gd name="T44" fmla="*/ 162 w 1184"/>
                <a:gd name="T45" fmla="*/ 607 h 1263"/>
                <a:gd name="T46" fmla="*/ 6 w 1184"/>
                <a:gd name="T47" fmla="*/ 687 h 1263"/>
                <a:gd name="T48" fmla="*/ 38 w 1184"/>
                <a:gd name="T49" fmla="*/ 858 h 1263"/>
                <a:gd name="T50" fmla="*/ 72 w 1184"/>
                <a:gd name="T51" fmla="*/ 894 h 1263"/>
                <a:gd name="T52" fmla="*/ 86 w 1184"/>
                <a:gd name="T53" fmla="*/ 918 h 1263"/>
                <a:gd name="T54" fmla="*/ 102 w 1184"/>
                <a:gd name="T55" fmla="*/ 1056 h 1263"/>
                <a:gd name="T56" fmla="*/ 146 w 1184"/>
                <a:gd name="T57" fmla="*/ 1203 h 1263"/>
                <a:gd name="T58" fmla="*/ 144 w 1184"/>
                <a:gd name="T59" fmla="*/ 1251 h 1263"/>
                <a:gd name="T60" fmla="*/ 219 w 1184"/>
                <a:gd name="T61" fmla="*/ 1243 h 1263"/>
                <a:gd name="T62" fmla="*/ 273 w 1184"/>
                <a:gd name="T63" fmla="*/ 1213 h 1263"/>
                <a:gd name="T64" fmla="*/ 287 w 1184"/>
                <a:gd name="T65" fmla="*/ 1191 h 1263"/>
                <a:gd name="T66" fmla="*/ 317 w 1184"/>
                <a:gd name="T67" fmla="*/ 1181 h 1263"/>
                <a:gd name="T68" fmla="*/ 345 w 1184"/>
                <a:gd name="T69" fmla="*/ 1159 h 1263"/>
                <a:gd name="T70" fmla="*/ 351 w 1184"/>
                <a:gd name="T71" fmla="*/ 1145 h 1263"/>
                <a:gd name="T72" fmla="*/ 398 w 1184"/>
                <a:gd name="T73" fmla="*/ 1121 h 1263"/>
                <a:gd name="T74" fmla="*/ 510 w 1184"/>
                <a:gd name="T75" fmla="*/ 1107 h 1263"/>
                <a:gd name="T76" fmla="*/ 685 w 1184"/>
                <a:gd name="T77" fmla="*/ 1115 h 1263"/>
                <a:gd name="T78" fmla="*/ 753 w 1184"/>
                <a:gd name="T79" fmla="*/ 1083 h 1263"/>
                <a:gd name="T80" fmla="*/ 826 w 1184"/>
                <a:gd name="T81" fmla="*/ 1034 h 1263"/>
                <a:gd name="T82" fmla="*/ 876 w 1184"/>
                <a:gd name="T83" fmla="*/ 1000 h 1263"/>
                <a:gd name="T84" fmla="*/ 886 w 1184"/>
                <a:gd name="T85" fmla="*/ 954 h 1263"/>
                <a:gd name="T86" fmla="*/ 934 w 1184"/>
                <a:gd name="T87" fmla="*/ 924 h 1263"/>
                <a:gd name="T88" fmla="*/ 989 w 1184"/>
                <a:gd name="T89" fmla="*/ 830 h 1263"/>
                <a:gd name="T90" fmla="*/ 1005 w 1184"/>
                <a:gd name="T91" fmla="*/ 803 h 1263"/>
                <a:gd name="T92" fmla="*/ 1037 w 1184"/>
                <a:gd name="T93" fmla="*/ 689 h 1263"/>
                <a:gd name="T94" fmla="*/ 1146 w 1184"/>
                <a:gd name="T95" fmla="*/ 629 h 1263"/>
                <a:gd name="T96" fmla="*/ 1158 w 1184"/>
                <a:gd name="T97" fmla="*/ 603 h 1263"/>
                <a:gd name="T98" fmla="*/ 1172 w 1184"/>
                <a:gd name="T99" fmla="*/ 516 h 1263"/>
                <a:gd name="T100" fmla="*/ 1166 w 1184"/>
                <a:gd name="T101" fmla="*/ 496 h 1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84" h="1263">
                  <a:moveTo>
                    <a:pt x="1166" y="496"/>
                  </a:moveTo>
                  <a:lnTo>
                    <a:pt x="1170" y="482"/>
                  </a:lnTo>
                  <a:lnTo>
                    <a:pt x="1168" y="454"/>
                  </a:lnTo>
                  <a:lnTo>
                    <a:pt x="1178" y="420"/>
                  </a:lnTo>
                  <a:lnTo>
                    <a:pt x="1182" y="382"/>
                  </a:lnTo>
                  <a:lnTo>
                    <a:pt x="1170" y="386"/>
                  </a:lnTo>
                  <a:lnTo>
                    <a:pt x="1148" y="366"/>
                  </a:lnTo>
                  <a:lnTo>
                    <a:pt x="1148" y="366"/>
                  </a:lnTo>
                  <a:lnTo>
                    <a:pt x="1135" y="358"/>
                  </a:lnTo>
                  <a:lnTo>
                    <a:pt x="1135" y="358"/>
                  </a:lnTo>
                  <a:lnTo>
                    <a:pt x="1125" y="346"/>
                  </a:lnTo>
                  <a:lnTo>
                    <a:pt x="1113" y="336"/>
                  </a:lnTo>
                  <a:lnTo>
                    <a:pt x="1095" y="332"/>
                  </a:lnTo>
                  <a:lnTo>
                    <a:pt x="1081" y="332"/>
                  </a:lnTo>
                  <a:lnTo>
                    <a:pt x="1065" y="328"/>
                  </a:lnTo>
                  <a:lnTo>
                    <a:pt x="1039" y="326"/>
                  </a:lnTo>
                  <a:lnTo>
                    <a:pt x="1039" y="326"/>
                  </a:lnTo>
                  <a:lnTo>
                    <a:pt x="999" y="298"/>
                  </a:lnTo>
                  <a:lnTo>
                    <a:pt x="999" y="298"/>
                  </a:lnTo>
                  <a:lnTo>
                    <a:pt x="989" y="298"/>
                  </a:lnTo>
                  <a:lnTo>
                    <a:pt x="946" y="275"/>
                  </a:lnTo>
                  <a:lnTo>
                    <a:pt x="934" y="275"/>
                  </a:lnTo>
                  <a:lnTo>
                    <a:pt x="920" y="265"/>
                  </a:lnTo>
                  <a:lnTo>
                    <a:pt x="920" y="239"/>
                  </a:lnTo>
                  <a:lnTo>
                    <a:pt x="920" y="239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4" y="225"/>
                  </a:lnTo>
                  <a:lnTo>
                    <a:pt x="894" y="225"/>
                  </a:lnTo>
                  <a:lnTo>
                    <a:pt x="888" y="219"/>
                  </a:lnTo>
                  <a:lnTo>
                    <a:pt x="888" y="213"/>
                  </a:lnTo>
                  <a:lnTo>
                    <a:pt x="870" y="193"/>
                  </a:lnTo>
                  <a:lnTo>
                    <a:pt x="870" y="193"/>
                  </a:lnTo>
                  <a:lnTo>
                    <a:pt x="870" y="187"/>
                  </a:lnTo>
                  <a:lnTo>
                    <a:pt x="870" y="187"/>
                  </a:lnTo>
                  <a:lnTo>
                    <a:pt x="856" y="175"/>
                  </a:lnTo>
                  <a:lnTo>
                    <a:pt x="862" y="165"/>
                  </a:lnTo>
                  <a:lnTo>
                    <a:pt x="856" y="153"/>
                  </a:lnTo>
                  <a:lnTo>
                    <a:pt x="854" y="133"/>
                  </a:lnTo>
                  <a:lnTo>
                    <a:pt x="840" y="123"/>
                  </a:lnTo>
                  <a:lnTo>
                    <a:pt x="832" y="91"/>
                  </a:lnTo>
                  <a:lnTo>
                    <a:pt x="798" y="77"/>
                  </a:lnTo>
                  <a:lnTo>
                    <a:pt x="790" y="63"/>
                  </a:lnTo>
                  <a:lnTo>
                    <a:pt x="778" y="55"/>
                  </a:lnTo>
                  <a:lnTo>
                    <a:pt x="766" y="51"/>
                  </a:lnTo>
                  <a:lnTo>
                    <a:pt x="762" y="39"/>
                  </a:lnTo>
                  <a:lnTo>
                    <a:pt x="762" y="39"/>
                  </a:lnTo>
                  <a:lnTo>
                    <a:pt x="749" y="27"/>
                  </a:lnTo>
                  <a:lnTo>
                    <a:pt x="749" y="27"/>
                  </a:lnTo>
                  <a:lnTo>
                    <a:pt x="741" y="0"/>
                  </a:lnTo>
                  <a:lnTo>
                    <a:pt x="721" y="0"/>
                  </a:lnTo>
                  <a:lnTo>
                    <a:pt x="725" y="14"/>
                  </a:lnTo>
                  <a:lnTo>
                    <a:pt x="715" y="47"/>
                  </a:lnTo>
                  <a:lnTo>
                    <a:pt x="681" y="123"/>
                  </a:lnTo>
                  <a:lnTo>
                    <a:pt x="643" y="191"/>
                  </a:lnTo>
                  <a:lnTo>
                    <a:pt x="637" y="235"/>
                  </a:lnTo>
                  <a:lnTo>
                    <a:pt x="615" y="334"/>
                  </a:lnTo>
                  <a:lnTo>
                    <a:pt x="609" y="386"/>
                  </a:lnTo>
                  <a:lnTo>
                    <a:pt x="579" y="408"/>
                  </a:lnTo>
                  <a:lnTo>
                    <a:pt x="502" y="408"/>
                  </a:lnTo>
                  <a:lnTo>
                    <a:pt x="444" y="420"/>
                  </a:lnTo>
                  <a:lnTo>
                    <a:pt x="412" y="440"/>
                  </a:lnTo>
                  <a:lnTo>
                    <a:pt x="353" y="442"/>
                  </a:lnTo>
                  <a:lnTo>
                    <a:pt x="315" y="442"/>
                  </a:lnTo>
                  <a:lnTo>
                    <a:pt x="267" y="472"/>
                  </a:lnTo>
                  <a:lnTo>
                    <a:pt x="235" y="518"/>
                  </a:lnTo>
                  <a:lnTo>
                    <a:pt x="235" y="551"/>
                  </a:lnTo>
                  <a:lnTo>
                    <a:pt x="219" y="597"/>
                  </a:lnTo>
                  <a:lnTo>
                    <a:pt x="162" y="607"/>
                  </a:lnTo>
                  <a:lnTo>
                    <a:pt x="64" y="633"/>
                  </a:lnTo>
                  <a:lnTo>
                    <a:pt x="26" y="651"/>
                  </a:lnTo>
                  <a:lnTo>
                    <a:pt x="6" y="687"/>
                  </a:lnTo>
                  <a:lnTo>
                    <a:pt x="0" y="739"/>
                  </a:lnTo>
                  <a:lnTo>
                    <a:pt x="14" y="806"/>
                  </a:lnTo>
                  <a:lnTo>
                    <a:pt x="38" y="858"/>
                  </a:lnTo>
                  <a:lnTo>
                    <a:pt x="38" y="858"/>
                  </a:lnTo>
                  <a:lnTo>
                    <a:pt x="54" y="874"/>
                  </a:lnTo>
                  <a:lnTo>
                    <a:pt x="72" y="894"/>
                  </a:lnTo>
                  <a:lnTo>
                    <a:pt x="72" y="894"/>
                  </a:lnTo>
                  <a:lnTo>
                    <a:pt x="78" y="902"/>
                  </a:lnTo>
                  <a:lnTo>
                    <a:pt x="86" y="918"/>
                  </a:lnTo>
                  <a:lnTo>
                    <a:pt x="96" y="942"/>
                  </a:lnTo>
                  <a:lnTo>
                    <a:pt x="100" y="994"/>
                  </a:lnTo>
                  <a:lnTo>
                    <a:pt x="102" y="1056"/>
                  </a:lnTo>
                  <a:lnTo>
                    <a:pt x="108" y="1127"/>
                  </a:lnTo>
                  <a:lnTo>
                    <a:pt x="132" y="1179"/>
                  </a:lnTo>
                  <a:lnTo>
                    <a:pt x="146" y="1203"/>
                  </a:lnTo>
                  <a:lnTo>
                    <a:pt x="140" y="1243"/>
                  </a:lnTo>
                  <a:lnTo>
                    <a:pt x="144" y="1251"/>
                  </a:lnTo>
                  <a:lnTo>
                    <a:pt x="144" y="1251"/>
                  </a:lnTo>
                  <a:lnTo>
                    <a:pt x="164" y="1251"/>
                  </a:lnTo>
                  <a:lnTo>
                    <a:pt x="189" y="1263"/>
                  </a:lnTo>
                  <a:lnTo>
                    <a:pt x="219" y="1243"/>
                  </a:lnTo>
                  <a:lnTo>
                    <a:pt x="253" y="1225"/>
                  </a:lnTo>
                  <a:lnTo>
                    <a:pt x="273" y="1213"/>
                  </a:lnTo>
                  <a:lnTo>
                    <a:pt x="273" y="1213"/>
                  </a:lnTo>
                  <a:lnTo>
                    <a:pt x="279" y="1203"/>
                  </a:lnTo>
                  <a:lnTo>
                    <a:pt x="287" y="1191"/>
                  </a:lnTo>
                  <a:lnTo>
                    <a:pt x="287" y="1191"/>
                  </a:lnTo>
                  <a:lnTo>
                    <a:pt x="293" y="1187"/>
                  </a:lnTo>
                  <a:lnTo>
                    <a:pt x="303" y="1185"/>
                  </a:lnTo>
                  <a:lnTo>
                    <a:pt x="317" y="1181"/>
                  </a:lnTo>
                  <a:lnTo>
                    <a:pt x="341" y="1171"/>
                  </a:lnTo>
                  <a:lnTo>
                    <a:pt x="341" y="1171"/>
                  </a:lnTo>
                  <a:lnTo>
                    <a:pt x="345" y="1159"/>
                  </a:lnTo>
                  <a:lnTo>
                    <a:pt x="349" y="1149"/>
                  </a:lnTo>
                  <a:lnTo>
                    <a:pt x="351" y="1145"/>
                  </a:lnTo>
                  <a:lnTo>
                    <a:pt x="351" y="1145"/>
                  </a:lnTo>
                  <a:lnTo>
                    <a:pt x="375" y="1131"/>
                  </a:lnTo>
                  <a:lnTo>
                    <a:pt x="375" y="1131"/>
                  </a:lnTo>
                  <a:lnTo>
                    <a:pt x="398" y="1121"/>
                  </a:lnTo>
                  <a:lnTo>
                    <a:pt x="452" y="1121"/>
                  </a:lnTo>
                  <a:lnTo>
                    <a:pt x="488" y="1115"/>
                  </a:lnTo>
                  <a:lnTo>
                    <a:pt x="510" y="1107"/>
                  </a:lnTo>
                  <a:lnTo>
                    <a:pt x="613" y="1107"/>
                  </a:lnTo>
                  <a:lnTo>
                    <a:pt x="659" y="1107"/>
                  </a:lnTo>
                  <a:lnTo>
                    <a:pt x="685" y="1115"/>
                  </a:lnTo>
                  <a:lnTo>
                    <a:pt x="707" y="1129"/>
                  </a:lnTo>
                  <a:lnTo>
                    <a:pt x="731" y="1137"/>
                  </a:lnTo>
                  <a:lnTo>
                    <a:pt x="753" y="1083"/>
                  </a:lnTo>
                  <a:lnTo>
                    <a:pt x="766" y="1054"/>
                  </a:lnTo>
                  <a:lnTo>
                    <a:pt x="788" y="1034"/>
                  </a:lnTo>
                  <a:lnTo>
                    <a:pt x="826" y="1034"/>
                  </a:lnTo>
                  <a:lnTo>
                    <a:pt x="856" y="1034"/>
                  </a:lnTo>
                  <a:lnTo>
                    <a:pt x="878" y="1024"/>
                  </a:lnTo>
                  <a:lnTo>
                    <a:pt x="876" y="1000"/>
                  </a:lnTo>
                  <a:lnTo>
                    <a:pt x="872" y="978"/>
                  </a:lnTo>
                  <a:lnTo>
                    <a:pt x="886" y="954"/>
                  </a:lnTo>
                  <a:lnTo>
                    <a:pt x="886" y="954"/>
                  </a:lnTo>
                  <a:lnTo>
                    <a:pt x="912" y="942"/>
                  </a:lnTo>
                  <a:lnTo>
                    <a:pt x="912" y="942"/>
                  </a:lnTo>
                  <a:lnTo>
                    <a:pt x="934" y="924"/>
                  </a:lnTo>
                  <a:lnTo>
                    <a:pt x="946" y="890"/>
                  </a:lnTo>
                  <a:lnTo>
                    <a:pt x="959" y="854"/>
                  </a:lnTo>
                  <a:lnTo>
                    <a:pt x="989" y="830"/>
                  </a:lnTo>
                  <a:lnTo>
                    <a:pt x="989" y="830"/>
                  </a:lnTo>
                  <a:lnTo>
                    <a:pt x="1005" y="803"/>
                  </a:lnTo>
                  <a:lnTo>
                    <a:pt x="1005" y="803"/>
                  </a:lnTo>
                  <a:lnTo>
                    <a:pt x="1015" y="777"/>
                  </a:lnTo>
                  <a:lnTo>
                    <a:pt x="1021" y="725"/>
                  </a:lnTo>
                  <a:lnTo>
                    <a:pt x="1037" y="689"/>
                  </a:lnTo>
                  <a:lnTo>
                    <a:pt x="1069" y="677"/>
                  </a:lnTo>
                  <a:lnTo>
                    <a:pt x="1105" y="661"/>
                  </a:lnTo>
                  <a:lnTo>
                    <a:pt x="1146" y="629"/>
                  </a:lnTo>
                  <a:lnTo>
                    <a:pt x="1146" y="629"/>
                  </a:lnTo>
                  <a:lnTo>
                    <a:pt x="1158" y="603"/>
                  </a:lnTo>
                  <a:lnTo>
                    <a:pt x="1158" y="603"/>
                  </a:lnTo>
                  <a:lnTo>
                    <a:pt x="1160" y="575"/>
                  </a:lnTo>
                  <a:lnTo>
                    <a:pt x="1164" y="540"/>
                  </a:lnTo>
                  <a:lnTo>
                    <a:pt x="1172" y="516"/>
                  </a:lnTo>
                  <a:lnTo>
                    <a:pt x="1184" y="504"/>
                  </a:lnTo>
                  <a:lnTo>
                    <a:pt x="1184" y="504"/>
                  </a:lnTo>
                  <a:lnTo>
                    <a:pt x="1166" y="496"/>
                  </a:lnTo>
                  <a:close/>
                </a:path>
              </a:pathLst>
            </a:custGeom>
            <a:grpFill/>
            <a:ln w="9525">
              <a:solidFill>
                <a:srgbClr val="0070C0"/>
              </a:solidFill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pPr defTabSz="1474777" latinLnBrk="1"/>
              <a:endParaRPr lang="ko-KR" altLang="en-US" sz="4198"/>
            </a:p>
          </p:txBody>
        </p:sp>
        <p:sp>
          <p:nvSpPr>
            <p:cNvPr id="273" name="Freeform 129">
              <a:extLst>
                <a:ext uri="{FF2B5EF4-FFF2-40B4-BE49-F238E27FC236}">
                  <a16:creationId xmlns:a16="http://schemas.microsoft.com/office/drawing/2014/main" id="{6C3C6CA2-8126-51D9-058B-C540A1AB8B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513" y="9309100"/>
              <a:ext cx="1347787" cy="1328738"/>
            </a:xfrm>
            <a:custGeom>
              <a:avLst/>
              <a:gdLst>
                <a:gd name="T0" fmla="*/ 787 w 849"/>
                <a:gd name="T1" fmla="*/ 179 h 837"/>
                <a:gd name="T2" fmla="*/ 712 w 849"/>
                <a:gd name="T3" fmla="*/ 151 h 837"/>
                <a:gd name="T4" fmla="*/ 624 w 849"/>
                <a:gd name="T5" fmla="*/ 153 h 837"/>
                <a:gd name="T6" fmla="*/ 527 w 849"/>
                <a:gd name="T7" fmla="*/ 121 h 837"/>
                <a:gd name="T8" fmla="*/ 489 w 849"/>
                <a:gd name="T9" fmla="*/ 80 h 837"/>
                <a:gd name="T10" fmla="*/ 411 w 849"/>
                <a:gd name="T11" fmla="*/ 14 h 837"/>
                <a:gd name="T12" fmla="*/ 354 w 849"/>
                <a:gd name="T13" fmla="*/ 16 h 837"/>
                <a:gd name="T14" fmla="*/ 308 w 849"/>
                <a:gd name="T15" fmla="*/ 0 h 837"/>
                <a:gd name="T16" fmla="*/ 260 w 849"/>
                <a:gd name="T17" fmla="*/ 20 h 837"/>
                <a:gd name="T18" fmla="*/ 230 w 849"/>
                <a:gd name="T19" fmla="*/ 56 h 837"/>
                <a:gd name="T20" fmla="*/ 185 w 849"/>
                <a:gd name="T21" fmla="*/ 78 h 837"/>
                <a:gd name="T22" fmla="*/ 183 w 849"/>
                <a:gd name="T23" fmla="*/ 80 h 837"/>
                <a:gd name="T24" fmla="*/ 183 w 849"/>
                <a:gd name="T25" fmla="*/ 89 h 837"/>
                <a:gd name="T26" fmla="*/ 177 w 849"/>
                <a:gd name="T27" fmla="*/ 117 h 837"/>
                <a:gd name="T28" fmla="*/ 107 w 849"/>
                <a:gd name="T29" fmla="*/ 159 h 837"/>
                <a:gd name="T30" fmla="*/ 43 w 849"/>
                <a:gd name="T31" fmla="*/ 237 h 837"/>
                <a:gd name="T32" fmla="*/ 20 w 849"/>
                <a:gd name="T33" fmla="*/ 321 h 837"/>
                <a:gd name="T34" fmla="*/ 0 w 849"/>
                <a:gd name="T35" fmla="*/ 333 h 837"/>
                <a:gd name="T36" fmla="*/ 8 w 849"/>
                <a:gd name="T37" fmla="*/ 360 h 837"/>
                <a:gd name="T38" fmla="*/ 21 w 849"/>
                <a:gd name="T39" fmla="*/ 372 h 837"/>
                <a:gd name="T40" fmla="*/ 37 w 849"/>
                <a:gd name="T41" fmla="*/ 388 h 837"/>
                <a:gd name="T42" fmla="*/ 57 w 849"/>
                <a:gd name="T43" fmla="*/ 410 h 837"/>
                <a:gd name="T44" fmla="*/ 99 w 849"/>
                <a:gd name="T45" fmla="*/ 456 h 837"/>
                <a:gd name="T46" fmla="*/ 115 w 849"/>
                <a:gd name="T47" fmla="*/ 486 h 837"/>
                <a:gd name="T48" fmla="*/ 115 w 849"/>
                <a:gd name="T49" fmla="*/ 508 h 837"/>
                <a:gd name="T50" fmla="*/ 129 w 849"/>
                <a:gd name="T51" fmla="*/ 520 h 837"/>
                <a:gd name="T52" fmla="*/ 129 w 849"/>
                <a:gd name="T53" fmla="*/ 526 h 837"/>
                <a:gd name="T54" fmla="*/ 147 w 849"/>
                <a:gd name="T55" fmla="*/ 552 h 837"/>
                <a:gd name="T56" fmla="*/ 153 w 849"/>
                <a:gd name="T57" fmla="*/ 558 h 837"/>
                <a:gd name="T58" fmla="*/ 159 w 849"/>
                <a:gd name="T59" fmla="*/ 568 h 837"/>
                <a:gd name="T60" fmla="*/ 179 w 849"/>
                <a:gd name="T61" fmla="*/ 572 h 837"/>
                <a:gd name="T62" fmla="*/ 193 w 849"/>
                <a:gd name="T63" fmla="*/ 608 h 837"/>
                <a:gd name="T64" fmla="*/ 248 w 849"/>
                <a:gd name="T65" fmla="*/ 631 h 837"/>
                <a:gd name="T66" fmla="*/ 258 w 849"/>
                <a:gd name="T67" fmla="*/ 631 h 837"/>
                <a:gd name="T68" fmla="*/ 298 w 849"/>
                <a:gd name="T69" fmla="*/ 659 h 837"/>
                <a:gd name="T70" fmla="*/ 340 w 849"/>
                <a:gd name="T71" fmla="*/ 665 h 837"/>
                <a:gd name="T72" fmla="*/ 372 w 849"/>
                <a:gd name="T73" fmla="*/ 669 h 837"/>
                <a:gd name="T74" fmla="*/ 384 w 849"/>
                <a:gd name="T75" fmla="*/ 679 h 837"/>
                <a:gd name="T76" fmla="*/ 394 w 849"/>
                <a:gd name="T77" fmla="*/ 691 h 837"/>
                <a:gd name="T78" fmla="*/ 429 w 849"/>
                <a:gd name="T79" fmla="*/ 719 h 837"/>
                <a:gd name="T80" fmla="*/ 437 w 849"/>
                <a:gd name="T81" fmla="*/ 753 h 837"/>
                <a:gd name="T82" fmla="*/ 429 w 849"/>
                <a:gd name="T83" fmla="*/ 815 h 837"/>
                <a:gd name="T84" fmla="*/ 443 w 849"/>
                <a:gd name="T85" fmla="*/ 837 h 837"/>
                <a:gd name="T86" fmla="*/ 487 w 849"/>
                <a:gd name="T87" fmla="*/ 793 h 837"/>
                <a:gd name="T88" fmla="*/ 539 w 849"/>
                <a:gd name="T89" fmla="*/ 723 h 837"/>
                <a:gd name="T90" fmla="*/ 561 w 849"/>
                <a:gd name="T91" fmla="*/ 687 h 837"/>
                <a:gd name="T92" fmla="*/ 612 w 849"/>
                <a:gd name="T93" fmla="*/ 653 h 837"/>
                <a:gd name="T94" fmla="*/ 638 w 849"/>
                <a:gd name="T95" fmla="*/ 592 h 837"/>
                <a:gd name="T96" fmla="*/ 648 w 849"/>
                <a:gd name="T97" fmla="*/ 570 h 837"/>
                <a:gd name="T98" fmla="*/ 656 w 849"/>
                <a:gd name="T99" fmla="*/ 546 h 837"/>
                <a:gd name="T100" fmla="*/ 668 w 849"/>
                <a:gd name="T101" fmla="*/ 478 h 837"/>
                <a:gd name="T102" fmla="*/ 682 w 849"/>
                <a:gd name="T103" fmla="*/ 436 h 837"/>
                <a:gd name="T104" fmla="*/ 692 w 849"/>
                <a:gd name="T105" fmla="*/ 414 h 837"/>
                <a:gd name="T106" fmla="*/ 722 w 849"/>
                <a:gd name="T107" fmla="*/ 382 h 837"/>
                <a:gd name="T108" fmla="*/ 803 w 849"/>
                <a:gd name="T109" fmla="*/ 249 h 837"/>
                <a:gd name="T110" fmla="*/ 847 w 849"/>
                <a:gd name="T111" fmla="*/ 181 h 837"/>
                <a:gd name="T112" fmla="*/ 825 w 849"/>
                <a:gd name="T113" fmla="*/ 179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49" h="837">
                  <a:moveTo>
                    <a:pt x="825" y="179"/>
                  </a:moveTo>
                  <a:lnTo>
                    <a:pt x="787" y="179"/>
                  </a:lnTo>
                  <a:lnTo>
                    <a:pt x="758" y="161"/>
                  </a:lnTo>
                  <a:lnTo>
                    <a:pt x="712" y="151"/>
                  </a:lnTo>
                  <a:lnTo>
                    <a:pt x="676" y="157"/>
                  </a:lnTo>
                  <a:lnTo>
                    <a:pt x="624" y="153"/>
                  </a:lnTo>
                  <a:lnTo>
                    <a:pt x="563" y="145"/>
                  </a:lnTo>
                  <a:lnTo>
                    <a:pt x="527" y="121"/>
                  </a:lnTo>
                  <a:lnTo>
                    <a:pt x="511" y="84"/>
                  </a:lnTo>
                  <a:lnTo>
                    <a:pt x="489" y="80"/>
                  </a:lnTo>
                  <a:lnTo>
                    <a:pt x="443" y="36"/>
                  </a:lnTo>
                  <a:lnTo>
                    <a:pt x="411" y="14"/>
                  </a:lnTo>
                  <a:lnTo>
                    <a:pt x="388" y="16"/>
                  </a:lnTo>
                  <a:lnTo>
                    <a:pt x="354" y="16"/>
                  </a:lnTo>
                  <a:lnTo>
                    <a:pt x="338" y="12"/>
                  </a:lnTo>
                  <a:lnTo>
                    <a:pt x="308" y="0"/>
                  </a:lnTo>
                  <a:lnTo>
                    <a:pt x="292" y="0"/>
                  </a:lnTo>
                  <a:lnTo>
                    <a:pt x="260" y="20"/>
                  </a:lnTo>
                  <a:lnTo>
                    <a:pt x="230" y="56"/>
                  </a:lnTo>
                  <a:lnTo>
                    <a:pt x="230" y="56"/>
                  </a:lnTo>
                  <a:lnTo>
                    <a:pt x="211" y="66"/>
                  </a:lnTo>
                  <a:lnTo>
                    <a:pt x="185" y="78"/>
                  </a:lnTo>
                  <a:lnTo>
                    <a:pt x="185" y="78"/>
                  </a:lnTo>
                  <a:lnTo>
                    <a:pt x="183" y="80"/>
                  </a:lnTo>
                  <a:lnTo>
                    <a:pt x="183" y="82"/>
                  </a:lnTo>
                  <a:lnTo>
                    <a:pt x="183" y="89"/>
                  </a:lnTo>
                  <a:lnTo>
                    <a:pt x="185" y="99"/>
                  </a:lnTo>
                  <a:lnTo>
                    <a:pt x="177" y="117"/>
                  </a:lnTo>
                  <a:lnTo>
                    <a:pt x="141" y="147"/>
                  </a:lnTo>
                  <a:lnTo>
                    <a:pt x="107" y="159"/>
                  </a:lnTo>
                  <a:lnTo>
                    <a:pt x="85" y="191"/>
                  </a:lnTo>
                  <a:lnTo>
                    <a:pt x="43" y="237"/>
                  </a:lnTo>
                  <a:lnTo>
                    <a:pt x="20" y="285"/>
                  </a:lnTo>
                  <a:lnTo>
                    <a:pt x="20" y="321"/>
                  </a:lnTo>
                  <a:lnTo>
                    <a:pt x="12" y="333"/>
                  </a:lnTo>
                  <a:lnTo>
                    <a:pt x="0" y="333"/>
                  </a:lnTo>
                  <a:lnTo>
                    <a:pt x="0" y="333"/>
                  </a:lnTo>
                  <a:lnTo>
                    <a:pt x="8" y="360"/>
                  </a:lnTo>
                  <a:lnTo>
                    <a:pt x="8" y="360"/>
                  </a:lnTo>
                  <a:lnTo>
                    <a:pt x="21" y="372"/>
                  </a:lnTo>
                  <a:lnTo>
                    <a:pt x="25" y="384"/>
                  </a:lnTo>
                  <a:lnTo>
                    <a:pt x="37" y="388"/>
                  </a:lnTo>
                  <a:lnTo>
                    <a:pt x="49" y="396"/>
                  </a:lnTo>
                  <a:lnTo>
                    <a:pt x="57" y="410"/>
                  </a:lnTo>
                  <a:lnTo>
                    <a:pt x="91" y="424"/>
                  </a:lnTo>
                  <a:lnTo>
                    <a:pt x="99" y="456"/>
                  </a:lnTo>
                  <a:lnTo>
                    <a:pt x="113" y="466"/>
                  </a:lnTo>
                  <a:lnTo>
                    <a:pt x="115" y="486"/>
                  </a:lnTo>
                  <a:lnTo>
                    <a:pt x="121" y="498"/>
                  </a:lnTo>
                  <a:lnTo>
                    <a:pt x="115" y="508"/>
                  </a:lnTo>
                  <a:lnTo>
                    <a:pt x="115" y="508"/>
                  </a:lnTo>
                  <a:lnTo>
                    <a:pt x="129" y="520"/>
                  </a:lnTo>
                  <a:lnTo>
                    <a:pt x="129" y="520"/>
                  </a:lnTo>
                  <a:lnTo>
                    <a:pt x="129" y="526"/>
                  </a:lnTo>
                  <a:lnTo>
                    <a:pt x="147" y="546"/>
                  </a:lnTo>
                  <a:lnTo>
                    <a:pt x="147" y="552"/>
                  </a:lnTo>
                  <a:lnTo>
                    <a:pt x="147" y="552"/>
                  </a:lnTo>
                  <a:lnTo>
                    <a:pt x="153" y="558"/>
                  </a:lnTo>
                  <a:lnTo>
                    <a:pt x="153" y="558"/>
                  </a:lnTo>
                  <a:lnTo>
                    <a:pt x="159" y="568"/>
                  </a:lnTo>
                  <a:lnTo>
                    <a:pt x="159" y="568"/>
                  </a:lnTo>
                  <a:lnTo>
                    <a:pt x="179" y="572"/>
                  </a:lnTo>
                  <a:lnTo>
                    <a:pt x="179" y="598"/>
                  </a:lnTo>
                  <a:lnTo>
                    <a:pt x="193" y="608"/>
                  </a:lnTo>
                  <a:lnTo>
                    <a:pt x="205" y="608"/>
                  </a:lnTo>
                  <a:lnTo>
                    <a:pt x="248" y="631"/>
                  </a:lnTo>
                  <a:lnTo>
                    <a:pt x="248" y="631"/>
                  </a:lnTo>
                  <a:lnTo>
                    <a:pt x="258" y="631"/>
                  </a:lnTo>
                  <a:lnTo>
                    <a:pt x="258" y="631"/>
                  </a:lnTo>
                  <a:lnTo>
                    <a:pt x="298" y="659"/>
                  </a:lnTo>
                  <a:lnTo>
                    <a:pt x="324" y="661"/>
                  </a:lnTo>
                  <a:lnTo>
                    <a:pt x="340" y="665"/>
                  </a:lnTo>
                  <a:lnTo>
                    <a:pt x="354" y="665"/>
                  </a:lnTo>
                  <a:lnTo>
                    <a:pt x="372" y="669"/>
                  </a:lnTo>
                  <a:lnTo>
                    <a:pt x="384" y="679"/>
                  </a:lnTo>
                  <a:lnTo>
                    <a:pt x="384" y="679"/>
                  </a:lnTo>
                  <a:lnTo>
                    <a:pt x="394" y="691"/>
                  </a:lnTo>
                  <a:lnTo>
                    <a:pt x="394" y="691"/>
                  </a:lnTo>
                  <a:lnTo>
                    <a:pt x="407" y="699"/>
                  </a:lnTo>
                  <a:lnTo>
                    <a:pt x="429" y="719"/>
                  </a:lnTo>
                  <a:lnTo>
                    <a:pt x="441" y="715"/>
                  </a:lnTo>
                  <a:lnTo>
                    <a:pt x="437" y="753"/>
                  </a:lnTo>
                  <a:lnTo>
                    <a:pt x="427" y="787"/>
                  </a:lnTo>
                  <a:lnTo>
                    <a:pt x="429" y="815"/>
                  </a:lnTo>
                  <a:lnTo>
                    <a:pt x="425" y="829"/>
                  </a:lnTo>
                  <a:lnTo>
                    <a:pt x="443" y="837"/>
                  </a:lnTo>
                  <a:lnTo>
                    <a:pt x="443" y="837"/>
                  </a:lnTo>
                  <a:lnTo>
                    <a:pt x="487" y="793"/>
                  </a:lnTo>
                  <a:lnTo>
                    <a:pt x="535" y="749"/>
                  </a:lnTo>
                  <a:lnTo>
                    <a:pt x="539" y="723"/>
                  </a:lnTo>
                  <a:lnTo>
                    <a:pt x="543" y="707"/>
                  </a:lnTo>
                  <a:lnTo>
                    <a:pt x="561" y="687"/>
                  </a:lnTo>
                  <a:lnTo>
                    <a:pt x="585" y="671"/>
                  </a:lnTo>
                  <a:lnTo>
                    <a:pt x="612" y="653"/>
                  </a:lnTo>
                  <a:lnTo>
                    <a:pt x="632" y="629"/>
                  </a:lnTo>
                  <a:lnTo>
                    <a:pt x="638" y="592"/>
                  </a:lnTo>
                  <a:lnTo>
                    <a:pt x="638" y="592"/>
                  </a:lnTo>
                  <a:lnTo>
                    <a:pt x="648" y="570"/>
                  </a:lnTo>
                  <a:lnTo>
                    <a:pt x="656" y="546"/>
                  </a:lnTo>
                  <a:lnTo>
                    <a:pt x="656" y="546"/>
                  </a:lnTo>
                  <a:lnTo>
                    <a:pt x="664" y="524"/>
                  </a:lnTo>
                  <a:lnTo>
                    <a:pt x="668" y="478"/>
                  </a:lnTo>
                  <a:lnTo>
                    <a:pt x="682" y="436"/>
                  </a:lnTo>
                  <a:lnTo>
                    <a:pt x="682" y="436"/>
                  </a:lnTo>
                  <a:lnTo>
                    <a:pt x="686" y="426"/>
                  </a:lnTo>
                  <a:lnTo>
                    <a:pt x="692" y="414"/>
                  </a:lnTo>
                  <a:lnTo>
                    <a:pt x="692" y="414"/>
                  </a:lnTo>
                  <a:lnTo>
                    <a:pt x="722" y="382"/>
                  </a:lnTo>
                  <a:lnTo>
                    <a:pt x="766" y="309"/>
                  </a:lnTo>
                  <a:lnTo>
                    <a:pt x="803" y="249"/>
                  </a:lnTo>
                  <a:lnTo>
                    <a:pt x="825" y="213"/>
                  </a:lnTo>
                  <a:lnTo>
                    <a:pt x="847" y="181"/>
                  </a:lnTo>
                  <a:lnTo>
                    <a:pt x="849" y="177"/>
                  </a:lnTo>
                  <a:lnTo>
                    <a:pt x="825" y="179"/>
                  </a:lnTo>
                  <a:close/>
                </a:path>
              </a:pathLst>
            </a:custGeom>
            <a:grpFill/>
            <a:ln w="9525">
              <a:solidFill>
                <a:srgbClr val="0070C0"/>
              </a:solidFill>
            </a:ln>
          </p:spPr>
          <p:txBody>
            <a:bodyPr vert="horz" wrap="square" lIns="129287" tIns="64643" rIns="129287" bIns="64643" numCol="1" anchor="t" anchorCtr="0" compatLnSpc="1">
              <a:prstTxWarp prst="textNoShape">
                <a:avLst/>
              </a:prstTxWarp>
            </a:bodyPr>
            <a:lstStyle/>
            <a:p>
              <a:pPr defTabSz="1474777" latinLnBrk="1"/>
              <a:endParaRPr lang="ko-KR" altLang="en-US" sz="4198"/>
            </a:p>
          </p:txBody>
        </p:sp>
      </p:grpSp>
      <p:grpSp>
        <p:nvGrpSpPr>
          <p:cNvPr id="245" name="그룹 244">
            <a:extLst>
              <a:ext uri="{FF2B5EF4-FFF2-40B4-BE49-F238E27FC236}">
                <a16:creationId xmlns:a16="http://schemas.microsoft.com/office/drawing/2014/main" id="{59ACBE5C-B2DE-111A-DE5A-5AB8FBA1534A}"/>
              </a:ext>
            </a:extLst>
          </p:cNvPr>
          <p:cNvGrpSpPr/>
          <p:nvPr/>
        </p:nvGrpSpPr>
        <p:grpSpPr>
          <a:xfrm>
            <a:off x="2337610" y="2830807"/>
            <a:ext cx="6155109" cy="10379178"/>
            <a:chOff x="2203450" y="2665413"/>
            <a:chExt cx="6341303" cy="10693152"/>
          </a:xfrm>
        </p:grpSpPr>
        <p:sp>
          <p:nvSpPr>
            <p:cNvPr id="246" name="Rectangle 239">
              <a:extLst>
                <a:ext uri="{FF2B5EF4-FFF2-40B4-BE49-F238E27FC236}">
                  <a16:creationId xmlns:a16="http://schemas.microsoft.com/office/drawing/2014/main" id="{019892FD-DAB9-C3F3-CEB3-1B533A9A7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9750" y="9848851"/>
              <a:ext cx="431040" cy="190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defTabSz="12928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200">
                  <a:solidFill>
                    <a:srgbClr val="0070C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포천동</a:t>
              </a:r>
            </a:p>
          </p:txBody>
        </p:sp>
        <p:sp>
          <p:nvSpPr>
            <p:cNvPr id="247" name="Rectangle 240">
              <a:extLst>
                <a:ext uri="{FF2B5EF4-FFF2-40B4-BE49-F238E27FC236}">
                  <a16:creationId xmlns:a16="http://schemas.microsoft.com/office/drawing/2014/main" id="{C18E368D-9B75-152B-63EF-ECF061A7E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3450" y="10982326"/>
              <a:ext cx="431040" cy="190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defTabSz="12928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200">
                  <a:solidFill>
                    <a:srgbClr val="0070C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선단동</a:t>
              </a:r>
            </a:p>
          </p:txBody>
        </p:sp>
        <p:sp>
          <p:nvSpPr>
            <p:cNvPr id="248" name="Rectangle 241">
              <a:extLst>
                <a:ext uri="{FF2B5EF4-FFF2-40B4-BE49-F238E27FC236}">
                  <a16:creationId xmlns:a16="http://schemas.microsoft.com/office/drawing/2014/main" id="{1A480255-7FD9-6276-5465-2226AB313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2275" y="13168313"/>
              <a:ext cx="431040" cy="190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defTabSz="12928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200">
                  <a:solidFill>
                    <a:srgbClr val="0070C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내촌면</a:t>
              </a:r>
            </a:p>
          </p:txBody>
        </p:sp>
        <p:sp>
          <p:nvSpPr>
            <p:cNvPr id="249" name="Rectangle 242">
              <a:extLst>
                <a:ext uri="{FF2B5EF4-FFF2-40B4-BE49-F238E27FC236}">
                  <a16:creationId xmlns:a16="http://schemas.microsoft.com/office/drawing/2014/main" id="{0229BB2B-A1B9-D9C9-25E9-AA79734E9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175" y="13050838"/>
              <a:ext cx="431040" cy="190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defTabSz="12928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200">
                  <a:solidFill>
                    <a:srgbClr val="0070C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소흘읍</a:t>
              </a:r>
            </a:p>
          </p:txBody>
        </p:sp>
        <p:sp>
          <p:nvSpPr>
            <p:cNvPr id="250" name="Rectangle 243">
              <a:extLst>
                <a:ext uri="{FF2B5EF4-FFF2-40B4-BE49-F238E27FC236}">
                  <a16:creationId xmlns:a16="http://schemas.microsoft.com/office/drawing/2014/main" id="{7F5FE8D8-5D1E-B2A4-C314-C88E95DD8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11771313"/>
              <a:ext cx="431040" cy="190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defTabSz="12928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200">
                  <a:solidFill>
                    <a:srgbClr val="0070C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가산면</a:t>
              </a:r>
            </a:p>
          </p:txBody>
        </p:sp>
        <p:sp>
          <p:nvSpPr>
            <p:cNvPr id="251" name="Rectangle 244">
              <a:extLst>
                <a:ext uri="{FF2B5EF4-FFF2-40B4-BE49-F238E27FC236}">
                  <a16:creationId xmlns:a16="http://schemas.microsoft.com/office/drawing/2014/main" id="{2E1FFBBF-3597-27D9-ABD6-7B147B307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3320" y="10481929"/>
              <a:ext cx="431040" cy="190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defTabSz="12928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200">
                  <a:solidFill>
                    <a:srgbClr val="0070C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군내면</a:t>
              </a:r>
            </a:p>
          </p:txBody>
        </p:sp>
        <p:sp>
          <p:nvSpPr>
            <p:cNvPr id="252" name="Rectangle 245">
              <a:extLst>
                <a:ext uri="{FF2B5EF4-FFF2-40B4-BE49-F238E27FC236}">
                  <a16:creationId xmlns:a16="http://schemas.microsoft.com/office/drawing/2014/main" id="{1A98AB5A-22E1-0B78-870B-08D27CDC7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9081" y="9765049"/>
              <a:ext cx="431040" cy="190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defTabSz="12928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200">
                  <a:solidFill>
                    <a:srgbClr val="0070C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화현면</a:t>
              </a:r>
            </a:p>
          </p:txBody>
        </p:sp>
        <p:sp>
          <p:nvSpPr>
            <p:cNvPr id="253" name="Rectangle 246">
              <a:extLst>
                <a:ext uri="{FF2B5EF4-FFF2-40B4-BE49-F238E27FC236}">
                  <a16:creationId xmlns:a16="http://schemas.microsoft.com/office/drawing/2014/main" id="{EB0C8529-FFAD-D322-FF7A-01DC2CE4B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1963" y="7775576"/>
              <a:ext cx="431040" cy="190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defTabSz="12928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200">
                  <a:solidFill>
                    <a:srgbClr val="0070C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일동면</a:t>
              </a:r>
            </a:p>
          </p:txBody>
        </p:sp>
        <p:sp>
          <p:nvSpPr>
            <p:cNvPr id="254" name="Rectangle 247">
              <a:extLst>
                <a:ext uri="{FF2B5EF4-FFF2-40B4-BE49-F238E27FC236}">
                  <a16:creationId xmlns:a16="http://schemas.microsoft.com/office/drawing/2014/main" id="{AA56F6EE-F7CD-CE5B-99FB-A278F9E0E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7618" y="8417135"/>
              <a:ext cx="431040" cy="190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defTabSz="12928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200">
                  <a:solidFill>
                    <a:srgbClr val="0070C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신북면</a:t>
              </a:r>
            </a:p>
          </p:txBody>
        </p:sp>
        <p:sp>
          <p:nvSpPr>
            <p:cNvPr id="255" name="Rectangle 248">
              <a:extLst>
                <a:ext uri="{FF2B5EF4-FFF2-40B4-BE49-F238E27FC236}">
                  <a16:creationId xmlns:a16="http://schemas.microsoft.com/office/drawing/2014/main" id="{9D8B933F-9244-16A2-A100-56565E15A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7555" y="6473157"/>
              <a:ext cx="431040" cy="190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defTabSz="12928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200">
                  <a:solidFill>
                    <a:srgbClr val="0070C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영중면</a:t>
              </a:r>
            </a:p>
          </p:txBody>
        </p:sp>
        <p:sp>
          <p:nvSpPr>
            <p:cNvPr id="256" name="Rectangle 249">
              <a:extLst>
                <a:ext uri="{FF2B5EF4-FFF2-40B4-BE49-F238E27FC236}">
                  <a16:creationId xmlns:a16="http://schemas.microsoft.com/office/drawing/2014/main" id="{E157E120-72EF-6F63-355A-DA3FEE2EE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684" y="4276861"/>
              <a:ext cx="431040" cy="190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defTabSz="12928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200">
                  <a:solidFill>
                    <a:srgbClr val="0070C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영북면</a:t>
              </a:r>
            </a:p>
          </p:txBody>
        </p:sp>
        <p:sp>
          <p:nvSpPr>
            <p:cNvPr id="257" name="Rectangle 250">
              <a:extLst>
                <a:ext uri="{FF2B5EF4-FFF2-40B4-BE49-F238E27FC236}">
                  <a16:creationId xmlns:a16="http://schemas.microsoft.com/office/drawing/2014/main" id="{46D8BE0C-8D4C-A831-2DD1-BAA80954A9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850" y="2665413"/>
              <a:ext cx="431040" cy="190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defTabSz="12928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200">
                  <a:solidFill>
                    <a:srgbClr val="0070C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관인면</a:t>
              </a:r>
            </a:p>
          </p:txBody>
        </p:sp>
        <p:sp>
          <p:nvSpPr>
            <p:cNvPr id="258" name="Rectangle 251">
              <a:extLst>
                <a:ext uri="{FF2B5EF4-FFF2-40B4-BE49-F238E27FC236}">
                  <a16:creationId xmlns:a16="http://schemas.microsoft.com/office/drawing/2014/main" id="{F1D2DF0A-33E8-99B5-E69B-0FA113984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3713" y="4968876"/>
              <a:ext cx="431040" cy="190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defTabSz="12928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200">
                  <a:solidFill>
                    <a:srgbClr val="0070C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이동면</a:t>
              </a:r>
            </a:p>
          </p:txBody>
        </p:sp>
        <p:sp>
          <p:nvSpPr>
            <p:cNvPr id="259" name="Rectangle 252">
              <a:extLst>
                <a:ext uri="{FF2B5EF4-FFF2-40B4-BE49-F238E27FC236}">
                  <a16:creationId xmlns:a16="http://schemas.microsoft.com/office/drawing/2014/main" id="{78E595F7-286B-201A-813D-2B373C2A8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7175" y="5883276"/>
              <a:ext cx="431040" cy="190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defTabSz="12928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200">
                  <a:solidFill>
                    <a:srgbClr val="0070C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창수면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7216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114</Words>
  <Application>Microsoft Office PowerPoint</Application>
  <PresentationFormat>사용자 지정</PresentationFormat>
  <Paragraphs>114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나눔바른고딕</vt:lpstr>
      <vt:lpstr>나눔스퀘어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>jideokku</Manager>
  <Company>888GRAPHIC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포천시_백지도템플릿</dc:title>
  <dc:creator>지더꾸</dc:creator>
  <dcterms:created xsi:type="dcterms:W3CDTF">2022-11-07T10:19:06Z</dcterms:created>
  <dcterms:modified xsi:type="dcterms:W3CDTF">2022-11-07T11:07:53Z</dcterms:modified>
  <cp:version>V1_01</cp:version>
</cp:coreProperties>
</file>